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3448203c8745ac" /><Relationship Type="http://schemas.openxmlformats.org/officeDocument/2006/relationships/extended-properties" Target="/docProps/app.xml" Id="R69325e333a1045ce" /><Relationship Type="http://schemas.openxmlformats.org/officeDocument/2006/relationships/officeDocument" Target="/ppt/presentation.xml" Id="Rbbf8001295024dd7" /></Relationships>
</file>

<file path=ppt/presentation.xml><?xml version="1.0" encoding="utf-8"?>
<p:presentation xmlns:p="http://schemas.openxmlformats.org/presentationml/2006/main">
  <p:sldMasterIdLst>
    <p:sldMasterId xmlns:r="http://schemas.openxmlformats.org/officeDocument/2006/relationships" id="2147483648" r:id="R668b1bba229e4530"/>
  </p:sldMasterIdLst>
  <p:notesMasterIdLst>
    <p:notesMasterId xmlns:r="http://schemas.openxmlformats.org/officeDocument/2006/relationships" r:id="R91a097bd865a40b9"/>
  </p:notesMasterIdLst>
  <p:sldIdLst>
    <p:sldId xmlns:r="http://schemas.openxmlformats.org/officeDocument/2006/relationships" id="256" r:id="Rfc4dd5e28fbe4970"/>
    <p:sldId xmlns:r="http://schemas.openxmlformats.org/officeDocument/2006/relationships" id="257" r:id="R86671b5e317746a4"/>
    <p:sldId xmlns:r="http://schemas.openxmlformats.org/officeDocument/2006/relationships" id="258" r:id="R69bd0a222ae84161"/>
    <p:sldId xmlns:r="http://schemas.openxmlformats.org/officeDocument/2006/relationships" id="259" r:id="Rdf204ba86bc249ff"/>
    <p:sldId xmlns:r="http://schemas.openxmlformats.org/officeDocument/2006/relationships" id="260" r:id="R3b5ccd5a1d31411a"/>
    <p:sldId xmlns:r="http://schemas.openxmlformats.org/officeDocument/2006/relationships" id="261" r:id="R142a30cec8a84ea2"/>
    <p:sldId xmlns:r="http://schemas.openxmlformats.org/officeDocument/2006/relationships" id="262" r:id="R71b02a8c7880434b"/>
    <p:sldId xmlns:r="http://schemas.openxmlformats.org/officeDocument/2006/relationships" id="263" r:id="R44346826ef47495b"/>
    <p:sldId xmlns:r="http://schemas.openxmlformats.org/officeDocument/2006/relationships" id="264" r:id="R2233446b99814e35"/>
    <p:sldId xmlns:r="http://schemas.openxmlformats.org/officeDocument/2006/relationships" id="265" r:id="R6698c3088ead4e4c"/>
    <p:sldId xmlns:r="http://schemas.openxmlformats.org/officeDocument/2006/relationships" id="266" r:id="R14f7408074134dfe"/>
    <p:sldId xmlns:r="http://schemas.openxmlformats.org/officeDocument/2006/relationships" id="267" r:id="R5a27a0106aa74b8c"/>
    <p:sldId xmlns:r="http://schemas.openxmlformats.org/officeDocument/2006/relationships" id="268" r:id="R27de0000ee094e1e"/>
    <p:sldId xmlns:r="http://schemas.openxmlformats.org/officeDocument/2006/relationships" id="269" r:id="Rc9660d8d00634923"/>
    <p:sldId xmlns:r="http://schemas.openxmlformats.org/officeDocument/2006/relationships" id="270" r:id="R055e475602bd4719"/>
    <p:sldId xmlns:r="http://schemas.openxmlformats.org/officeDocument/2006/relationships" id="271" r:id="R061c537d1ab44d29"/>
    <p:sldId xmlns:r="http://schemas.openxmlformats.org/officeDocument/2006/relationships" id="272" r:id="Ra5ef3af6293d4a80"/>
    <p:sldId xmlns:r="http://schemas.openxmlformats.org/officeDocument/2006/relationships" id="273" r:id="Rd996f5de108f4cdc"/>
    <p:sldId xmlns:r="http://schemas.openxmlformats.org/officeDocument/2006/relationships" id="274" r:id="R562aed54c70d4356"/>
    <p:sldId xmlns:r="http://schemas.openxmlformats.org/officeDocument/2006/relationships" id="275" r:id="R839b7e8dc93c418f"/>
    <p:sldId xmlns:r="http://schemas.openxmlformats.org/officeDocument/2006/relationships" id="276" r:id="Re136f7351ea24c6d"/>
    <p:sldId xmlns:r="http://schemas.openxmlformats.org/officeDocument/2006/relationships" id="277" r:id="R8c38750a2a5a4442"/>
    <p:sldId xmlns:r="http://schemas.openxmlformats.org/officeDocument/2006/relationships" id="278" r:id="Re90457f1dbc44e01"/>
    <p:sldId xmlns:r="http://schemas.openxmlformats.org/officeDocument/2006/relationships" id="279" r:id="Rda82855f9cb34ad1"/>
    <p:sldId xmlns:r="http://schemas.openxmlformats.org/officeDocument/2006/relationships" id="280" r:id="R784cd55fb7ab4fec"/>
    <p:sldId xmlns:r="http://schemas.openxmlformats.org/officeDocument/2006/relationships" id="281" r:id="R97ee3e47a1b146dd"/>
    <p:sldId xmlns:r="http://schemas.openxmlformats.org/officeDocument/2006/relationships" id="282" r:id="R35cfa4e294ba4c03"/>
    <p:sldId xmlns:r="http://schemas.openxmlformats.org/officeDocument/2006/relationships" id="283" r:id="Ra8e7da8825684a43"/>
    <p:sldId xmlns:r="http://schemas.openxmlformats.org/officeDocument/2006/relationships" id="284" r:id="R74540ea4e48049e8"/>
    <p:sldId xmlns:r="http://schemas.openxmlformats.org/officeDocument/2006/relationships" id="285" r:id="R2ae02b7867a747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645e9a37054161" /><Relationship Type="http://schemas.openxmlformats.org/officeDocument/2006/relationships/slideMaster" Target="/ppt/slideMasters/slideMaster1.xml" Id="R668b1bba229e4530" /><Relationship Type="http://schemas.openxmlformats.org/officeDocument/2006/relationships/notesMaster" Target="/ppt/notesMasters/notesMaster1.xml" Id="R91a097bd865a40b9" /><Relationship Type="http://schemas.openxmlformats.org/officeDocument/2006/relationships/presProps" Target="/ppt/presProps.xml" Id="R47a8ac11fc724c04" /><Relationship Type="http://schemas.openxmlformats.org/officeDocument/2006/relationships/tableStyles" Target="/ppt/tableStyles.xml" Id="Rc2ba33c43f7a4af0" /><Relationship Type="http://schemas.openxmlformats.org/officeDocument/2006/relationships/slide" Target="/ppt/slides/slide1.xml" Id="Rfc4dd5e28fbe4970" /><Relationship Type="http://schemas.openxmlformats.org/officeDocument/2006/relationships/slide" Target="/ppt/slides/slide2.xml" Id="R86671b5e317746a4" /><Relationship Type="http://schemas.openxmlformats.org/officeDocument/2006/relationships/slide" Target="/ppt/slides/slide3.xml" Id="R69bd0a222ae84161" /><Relationship Type="http://schemas.openxmlformats.org/officeDocument/2006/relationships/slide" Target="/ppt/slides/slide4.xml" Id="Rdf204ba86bc249ff" /><Relationship Type="http://schemas.openxmlformats.org/officeDocument/2006/relationships/slide" Target="/ppt/slides/slide5.xml" Id="R3b5ccd5a1d31411a" /><Relationship Type="http://schemas.openxmlformats.org/officeDocument/2006/relationships/slide" Target="/ppt/slides/slide6.xml" Id="R142a30cec8a84ea2" /><Relationship Type="http://schemas.openxmlformats.org/officeDocument/2006/relationships/slide" Target="/ppt/slides/slide7.xml" Id="R71b02a8c7880434b" /><Relationship Type="http://schemas.openxmlformats.org/officeDocument/2006/relationships/slide" Target="/ppt/slides/slide8.xml" Id="R44346826ef47495b" /><Relationship Type="http://schemas.openxmlformats.org/officeDocument/2006/relationships/slide" Target="/ppt/slides/slide9.xml" Id="R2233446b99814e35" /><Relationship Type="http://schemas.openxmlformats.org/officeDocument/2006/relationships/slide" Target="/ppt/slides/slide10.xml" Id="R6698c3088ead4e4c" /><Relationship Type="http://schemas.openxmlformats.org/officeDocument/2006/relationships/slide" Target="/ppt/slides/slide11.xml" Id="R14f7408074134dfe" /><Relationship Type="http://schemas.openxmlformats.org/officeDocument/2006/relationships/slide" Target="/ppt/slides/slide12.xml" Id="R5a27a0106aa74b8c" /><Relationship Type="http://schemas.openxmlformats.org/officeDocument/2006/relationships/slide" Target="/ppt/slides/slide13.xml" Id="R27de0000ee094e1e" /><Relationship Type="http://schemas.openxmlformats.org/officeDocument/2006/relationships/slide" Target="/ppt/slides/slide14.xml" Id="Rc9660d8d00634923" /><Relationship Type="http://schemas.openxmlformats.org/officeDocument/2006/relationships/slide" Target="/ppt/slides/slide15.xml" Id="R055e475602bd4719" /><Relationship Type="http://schemas.openxmlformats.org/officeDocument/2006/relationships/slide" Target="/ppt/slides/slide16.xml" Id="R061c537d1ab44d29" /><Relationship Type="http://schemas.openxmlformats.org/officeDocument/2006/relationships/slide" Target="/ppt/slides/slide17.xml" Id="Ra5ef3af6293d4a80" /><Relationship Type="http://schemas.openxmlformats.org/officeDocument/2006/relationships/slide" Target="/ppt/slides/slide18.xml" Id="Rd996f5de108f4cdc" /><Relationship Type="http://schemas.openxmlformats.org/officeDocument/2006/relationships/slide" Target="/ppt/slides/slide19.xml" Id="R562aed54c70d4356" /><Relationship Type="http://schemas.openxmlformats.org/officeDocument/2006/relationships/slide" Target="/ppt/slides/slide20.xml" Id="R839b7e8dc93c418f" /><Relationship Type="http://schemas.openxmlformats.org/officeDocument/2006/relationships/slide" Target="/ppt/slides/slide21.xml" Id="Re136f7351ea24c6d" /><Relationship Type="http://schemas.openxmlformats.org/officeDocument/2006/relationships/slide" Target="/ppt/slides/slide22.xml" Id="R8c38750a2a5a4442" /><Relationship Type="http://schemas.openxmlformats.org/officeDocument/2006/relationships/slide" Target="/ppt/slides/slide23.xml" Id="Re90457f1dbc44e01" /><Relationship Type="http://schemas.openxmlformats.org/officeDocument/2006/relationships/slide" Target="/ppt/slides/slide24.xml" Id="Rda82855f9cb34ad1" /><Relationship Type="http://schemas.openxmlformats.org/officeDocument/2006/relationships/slide" Target="/ppt/slides/slide25.xml" Id="R784cd55fb7ab4fec" /><Relationship Type="http://schemas.openxmlformats.org/officeDocument/2006/relationships/slide" Target="/ppt/slides/slide26.xml" Id="R97ee3e47a1b146dd" /><Relationship Type="http://schemas.openxmlformats.org/officeDocument/2006/relationships/slide" Target="/ppt/slides/slide27.xml" Id="R35cfa4e294ba4c03" /><Relationship Type="http://schemas.openxmlformats.org/officeDocument/2006/relationships/slide" Target="/ppt/slides/slide28.xml" Id="Ra8e7da8825684a43" /><Relationship Type="http://schemas.openxmlformats.org/officeDocument/2006/relationships/slide" Target="/ppt/slides/slide29.xml" Id="R74540ea4e48049e8" /><Relationship Type="http://schemas.openxmlformats.org/officeDocument/2006/relationships/slide" Target="/ppt/slides/slide30.xml" Id="R2ae02b7867a747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a229c918aa4a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b399ff58a841a5" /><Relationship Type="http://schemas.openxmlformats.org/officeDocument/2006/relationships/notesMaster" Target="/ppt/notesMasters/notesMaster1.xml" Id="R4d2d40c886b743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a86764d28b43a5" /><Relationship Type="http://schemas.openxmlformats.org/officeDocument/2006/relationships/notesMaster" Target="/ppt/notesMasters/notesMaster1.xml" Id="Reca120919d9c48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fd91838a504481" /><Relationship Type="http://schemas.openxmlformats.org/officeDocument/2006/relationships/notesMaster" Target="/ppt/notesMasters/notesMaster1.xml" Id="R917618e08f7d40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541f329d1e403e" /><Relationship Type="http://schemas.openxmlformats.org/officeDocument/2006/relationships/notesMaster" Target="/ppt/notesMasters/notesMaster1.xml" Id="R32df31085eb94f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a80569a6d2446a" /><Relationship Type="http://schemas.openxmlformats.org/officeDocument/2006/relationships/notesMaster" Target="/ppt/notesMasters/notesMaster1.xml" Id="R0950c742bea449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4c85b66dcb448b" /><Relationship Type="http://schemas.openxmlformats.org/officeDocument/2006/relationships/notesMaster" Target="/ppt/notesMasters/notesMaster1.xml" Id="Rbebe54de3f4542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4d6cf02d684304" /><Relationship Type="http://schemas.openxmlformats.org/officeDocument/2006/relationships/notesMaster" Target="/ppt/notesMasters/notesMaster1.xml" Id="R72e71fc886ac4a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b33821bafc4293" /><Relationship Type="http://schemas.openxmlformats.org/officeDocument/2006/relationships/notesMaster" Target="/ppt/notesMasters/notesMaster1.xml" Id="R151626a6fa5045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d1346651294176" /><Relationship Type="http://schemas.openxmlformats.org/officeDocument/2006/relationships/notesMaster" Target="/ppt/notesMasters/notesMaster1.xml" Id="R2853c8ecb3c446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d4e6e8aa0f45e2" /><Relationship Type="http://schemas.openxmlformats.org/officeDocument/2006/relationships/notesMaster" Target="/ppt/notesMasters/notesMaster1.xml" Id="R27076f4444ce4e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d83081308f4dd2" /><Relationship Type="http://schemas.openxmlformats.org/officeDocument/2006/relationships/notesMaster" Target="/ppt/notesMasters/notesMaster1.xml" Id="R27832645860c4f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2278c9afcf4ae5" /><Relationship Type="http://schemas.openxmlformats.org/officeDocument/2006/relationships/notesMaster" Target="/ppt/notesMasters/notesMaster1.xml" Id="R8f333983b3ec46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851cffea6f485d" /><Relationship Type="http://schemas.openxmlformats.org/officeDocument/2006/relationships/notesMaster" Target="/ppt/notesMasters/notesMaster1.xml" Id="R291a0dec47d54c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93b9879fbc4937" /><Relationship Type="http://schemas.openxmlformats.org/officeDocument/2006/relationships/notesMaster" Target="/ppt/notesMasters/notesMaster1.xml" Id="R48266bcb4c704c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79537dc29d4d33" /><Relationship Type="http://schemas.openxmlformats.org/officeDocument/2006/relationships/notesMaster" Target="/ppt/notesMasters/notesMaster1.xml" Id="R82049ffde5134c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322bdc3fbd4f1b" /><Relationship Type="http://schemas.openxmlformats.org/officeDocument/2006/relationships/notesMaster" Target="/ppt/notesMasters/notesMaster1.xml" Id="Re73d76653a8542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18011ed46d414a" /><Relationship Type="http://schemas.openxmlformats.org/officeDocument/2006/relationships/notesMaster" Target="/ppt/notesMasters/notesMaster1.xml" Id="Rf7bef7d8e9d04f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06f1f019654ba5" /><Relationship Type="http://schemas.openxmlformats.org/officeDocument/2006/relationships/notesMaster" Target="/ppt/notesMasters/notesMaster1.xml" Id="R5e412898381045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09ed7ad9c347c8" /><Relationship Type="http://schemas.openxmlformats.org/officeDocument/2006/relationships/notesMaster" Target="/ppt/notesMasters/notesMaster1.xml" Id="Rc3c1c199f6b348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e25d554e9084101" /><Relationship Type="http://schemas.openxmlformats.org/officeDocument/2006/relationships/notesMaster" Target="/ppt/notesMasters/notesMaster1.xml" Id="Re2a466232cd34b1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4162acf3d748d7" /><Relationship Type="http://schemas.openxmlformats.org/officeDocument/2006/relationships/notesMaster" Target="/ppt/notesMasters/notesMaster1.xml" Id="R0ca992717cb441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c8008dd73b044ee" /><Relationship Type="http://schemas.openxmlformats.org/officeDocument/2006/relationships/notesMaster" Target="/ppt/notesMasters/notesMaster1.xml" Id="R23c1e0def5eb48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961d355c1b4577" /><Relationship Type="http://schemas.openxmlformats.org/officeDocument/2006/relationships/notesMaster" Target="/ppt/notesMasters/notesMaster1.xml" Id="R1471353a394c4b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ca8eddf255743d4" /><Relationship Type="http://schemas.openxmlformats.org/officeDocument/2006/relationships/notesMaster" Target="/ppt/notesMasters/notesMaster1.xml" Id="R483fb757b6ae493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b3ac844b8e94b34" /><Relationship Type="http://schemas.openxmlformats.org/officeDocument/2006/relationships/notesMaster" Target="/ppt/notesMasters/notesMaster1.xml" Id="R276e9a2626fd40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3a06e84698483a" /><Relationship Type="http://schemas.openxmlformats.org/officeDocument/2006/relationships/notesMaster" Target="/ppt/notesMasters/notesMaster1.xml" Id="Rb473e7e3723640c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27f983d2f854661" /><Relationship Type="http://schemas.openxmlformats.org/officeDocument/2006/relationships/notesMaster" Target="/ppt/notesMasters/notesMaster1.xml" Id="R49e6676ee85d49a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41be4a6f2364a6b" /><Relationship Type="http://schemas.openxmlformats.org/officeDocument/2006/relationships/notesMaster" Target="/ppt/notesMasters/notesMaster1.xml" Id="Redef638ff21243e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c751d848c0424e" /><Relationship Type="http://schemas.openxmlformats.org/officeDocument/2006/relationships/notesMaster" Target="/ppt/notesMasters/notesMaster1.xml" Id="Rd64ad4a2d5ae4b1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df230003bac4165" /><Relationship Type="http://schemas.openxmlformats.org/officeDocument/2006/relationships/notesMaster" Target="/ppt/notesMasters/notesMaster1.xml" Id="R14559531a0ee4b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Architectural framing from the owner’s North and the accepted Gate 5 contract. A program written by an external author arranged three synthetic training sessions using another owner’s evidence through the governed exchange. This is not a physical stadium deployment. G54D1 acceptance follows explicitly amended, restored correction 4. Artwork provenance: assets/PROVENANCE.md. A new eight-ray, smoky Radiolaria illustration with subtle blue-violet details was generated for this publication at the owner’s request. It is conceptual artwork, not execution evidence. G56 is a separate publication preparation.</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https://github.com/AAkhtanin/hedgehog-os/blob/64f2b38b0d671e4907bae8649fff8f3d2ee0751c/docs/gate5_reference_checkpoint_v01.md</a:t>
            </a:r>
          </a:p>
          <a:p xmlns:a="http://schemas.openxmlformats.org/drawingml/2006/main">
            <a:r>
              <a:t>Claims: C01, C04, C17, C20</a:t>
            </a:r>
          </a:p>
          <a:p xmlns:a="http://schemas.openxmlformats.org/drawingml/2006/main">
            <a:r>
              <a:t>Slide ID: S01</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editorial routes through the same accepted program and proof corpus. F concerns actual synthetic domain work; D concerns the source and consumption chain; A concerns authored bytes, corrections and separate admission. These are not three additional experiments.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Claims: C01, C04, C17</a:t>
            </a:r>
          </a:p>
          <a:p xmlns:a="http://schemas.openxmlformats.org/drawingml/2006/main">
            <a:r>
              <a:t>Slide ID: S02</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diagram constrained to the separately observed stages. The authoring trial precedes candidate review, native runs and later G55L engineering admission. The lower row summarizes execution, not an exact packet trace. There is no runtime self-installation or super-Root.</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Original archive g54d1 SHA256 0558786b4d2882be7610223dd754e927bedce2530e2d5ac4ca1d429ce7ac22f0</a:t>
            </a:r>
          </a:p>
          <a:p xmlns:a="http://schemas.openxmlformats.org/drawingml/2006/main">
            <a:r>
              <a:t>g54d1_return/PROTOCOL_AMENDMENT.json</a:t>
            </a:r>
          </a:p>
          <a:p xmlns:a="http://schemas.openxmlformats.org/drawingml/2006/main">
            <a:r>
              <a:t>g54d1_return/NATIVE_ACCEPTED.json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C04, C17, C18, C22</a:t>
            </a:r>
          </a:p>
          <a:p xmlns:a="http://schemas.openxmlformats.org/drawingml/2006/main">
            <a:r>
              <a:t>Slide ID: S03</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exact model input and controlled football profile specify three 90-minute sessions, full-size natural field, Europe/Tirane and budget_minor 7000. The personal motivation was arranging sports camps. No Tirana stadium integration or market tariff is claimed.</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g54d1_return/LIVE/prepare_01/provider_exact/request_body.json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C01</a:t>
            </a:r>
          </a:p>
          <a:p xmlns:a="http://schemas.openxmlformats.org/drawingml/2006/main">
            <a:r>
              <a:t>Slide ID: S04</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JSON fields shown are an excerpt of actual returned JSON, displayed without unrelated fields. allowance is a compact display of the three allow_shift_minutes values, not the literal JSON property name. LIVE/consumption_verified.json joins.exact shows exact intake request hashes on both roles and native status NO_COMPLETE_OFFER. The model translated intent into parameters. The native program computed offer feasibility.</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g54d1_return/LIVE/prepare_01/provider_exact/request_body.json</a:t>
            </a:r>
          </a:p>
          <a:p xmlns:a="http://schemas.openxmlformats.org/drawingml/2006/main">
            <a:r>
              <a:t>g54d1_return/LIVE/prepare_01/provider_exact/response_body.raw</a:t>
            </a:r>
          </a:p>
          <a:p xmlns:a="http://schemas.openxmlformats.org/drawingml/2006/main">
            <a:r>
              <a:t>g54d1_return/LIVE/consumption_verified.json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C01, C02</a:t>
            </a:r>
          </a:p>
          <a:p xmlns:a="http://schemas.openxmlformats.org/drawingml/2006/main">
            <a:r>
              <a:t>Slide ID: S05</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SHIFT response: FIND_OFFER, revision 2, owner_approval_ref consent:jan8-only, only session:8 allow_shift_minutes 30. Original requested times remain in the request; selected offer moves only Jan 8 to 11:30–13:00. Three slots at 2100 minor EUR sum 6300, below 7000. LIVE join native total_minor 6300 and status OFFER_READY. This is a synthetic tariff.</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g54d1_return/LIVE/prepare_01/provider_shift/request_body.json</a:t>
            </a:r>
          </a:p>
          <a:p xmlns:a="http://schemas.openxmlformats.org/drawingml/2006/main">
            <a:r>
              <a:t>g54d1_return/LIVE/prepare_01/provider_shift/response_body.raw</a:t>
            </a:r>
          </a:p>
          <a:p xmlns:a="http://schemas.openxmlformats.org/drawingml/2006/main">
            <a:r>
              <a:t>g54d1_return/LIVE/consumption_verified.json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C02, C03</a:t>
            </a:r>
          </a:p>
          <a:p xmlns:a="http://schemas.openxmlformats.org/drawingml/2006/main">
            <a:r>
              <a:t>Slide ID: S06</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Mechanism diagram with actual producer-consumer binding behind it. Native source and consumer Work are independently checked for FIND operations, including the real published body and authenticated source status. This slide does not imply one business Root owns both parties or that supervisor/examiner is a business SuperRoot. Actual trace resolution uses the member index and chosen main capture.</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g54d1_return/LIVE/consumption_verified.json</a:t>
            </a:r>
          </a:p>
          <a:p xmlns:a="http://schemas.openxmlformats.org/drawingml/2006/main">
            <a:r>
              <a:t>g54d1_return/SUPERVISOR_EVIDENCE/p7_candidate_f779b790/independent_flow_review.json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C04, C16</a:t>
            </a:r>
          </a:p>
          <a:p xmlns:a="http://schemas.openxmlformats.org/drawingml/2006/main">
            <a:r>
              <a:t>Slide ID: S07</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owner CONFIRM is distinct from the SHIFT approval and from the semantic model. One main native Host dispatch and executor start creates three reservations plus one idempotency entry. Actual Root/Host/Firewall, receipt and independent registry readback are checked within the reviewed-reference trust profile. No physical venue booking or payment occurred.</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g54d1_return/SUPERVISOR_EVIDENCE/p7_candidate_f779b790/trusted_parent_receipt.json</a:t>
            </a:r>
          </a:p>
          <a:p xmlns:a="http://schemas.openxmlformats.org/drawingml/2006/main">
            <a:r>
              <a:t>g54d1_return/SUPERVISOR_EVIDENCE/p7_candidate_f779b790/final_state.json</a:t>
            </a:r>
          </a:p>
          <a:p xmlns:a="http://schemas.openxmlformats.org/drawingml/2006/main">
            <a:r>
              <a:t>g54d1_return/SUPERVISOR_EVIDENCE/p7_candidate_f779b790/receipt.json</a:t>
            </a:r>
          </a:p>
          <a:p xmlns:a="http://schemas.openxmlformats.org/drawingml/2006/main">
            <a:r>
              <a:t>g54d1_return/SUPERVISOR_EVIDENCE/p7_candidate_f779b790/independent_flow_review.json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C05, C06</a:t>
            </a:r>
          </a:p>
          <a:p xmlns:a="http://schemas.openxmlformats.org/drawingml/2006/main">
            <a:r>
              <a:t>Slide ID: S08</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actual main events are EXACT, SHIFT, CONFIRM, REPEAT and VERIFY. The native matrix summary main row has five events, one host dispatch and one executor start. Event evidence verifies no duplicate effect for repeat or verify. This is one synthetic history, not the seven isolated native effects combined into a repeated booking.</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g54d1_return/NATIVE_ACCEPTED.json</a:t>
            </a:r>
          </a:p>
          <a:p xmlns:a="http://schemas.openxmlformats.org/drawingml/2006/main">
            <a:r>
              <a:t>g54d1_return/SUPERVISOR_EVIDENCE/p7_candidate_f779b790/independent_flow_review.json</a:t>
            </a:r>
          </a:p>
          <a:p xmlns:a="http://schemas.openxmlformats.org/drawingml/2006/main">
            <a:r>
              <a:t>g54d1_return/SUPERVISOR_EVIDENCE/p7_candidate_f779b790/final_state.json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C07</a:t>
            </a:r>
          </a:p>
          <a:p xmlns:a="http://schemas.openxmlformats.org/drawingml/2006/main">
            <a:r>
              <a:t>Slide ID: S09</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VERIFY proposal returned operation VERIFY_EXISTING and a historical approval reference. All EXACT/SHIFT/VERIFY proposals were obtained before the subsequent native run. verify_model_saw_later_receipt is false. The model did not inspect the later receipt. The consumed program verified actual history and readback, status VERIFIED, zero new Work/effect. The three provider sends each completed without SDK retries in the saved ledger.</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g54d1_return/LIVE/prepare_01/provider_verify/request_body.json</a:t>
            </a:r>
          </a:p>
          <a:p xmlns:a="http://schemas.openxmlformats.org/drawingml/2006/main">
            <a:r>
              <a:t>g54d1_return/LIVE/prepare_01/provider_verify/response_body.raw</a:t>
            </a:r>
          </a:p>
          <a:p xmlns:a="http://schemas.openxmlformats.org/drawingml/2006/main">
            <a:r>
              <a:t>g54d1_return/LIVE/consumption_verified.json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C02, C07</a:t>
            </a:r>
          </a:p>
          <a:p xmlns:a="http://schemas.openxmlformats.org/drawingml/2006/main">
            <a:r>
              <a:t>Slide ID: S10</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16 cases, 56 events, 7 isolated mock executor starts. Live is a separate series with three gemini-2.5-flash calls, five events and one additional mock start. Combined counts 61 events/8 mock starts do not mean eight physical payments. Cases include main, low_budget, missing_BOOK, missing_history, release_denied, revoked_source, foreign_audience, revision_conflict, same_key_changed, permuted_main, variation_feedback, second_team, long_overlap, occupancy, continuation, variation_final_reserved. Families are an editorial grouping, not additional test cases. The previously reserved final variation is not relabelled as a fresh independent benchmark after restored continuation.</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g54d1_return/NATIVE_ACCEPTED.json</a:t>
            </a:r>
          </a:p>
          <a:p xmlns:a="http://schemas.openxmlformats.org/drawingml/2006/main">
            <a:r>
              <a:t>g54d1_return/LIVE/consumption_verified.json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C08</a:t>
            </a:r>
          </a:p>
          <a:p xmlns:a="http://schemas.openxmlformats.org/drawingml/2006/main">
            <a:r>
              <a:t>Slide ID: S11</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Architectural mechanism explanation. Four places are distinguished: rich source material, limited descriptor metadata in an index, permitted payload disclosure, checked local consumption context. The receiver can keep a permitted fragment with provenance. The index is not empty of data and does not contain the owner’s entire archive. Observed Gate 5 uses independent processes with signed IPC/bridge, not a public Internet federation or production PKI. Source concept also in the passport geometry.</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https://github.com/AAkhtanin/hedgehog-os/blob/64f2b38b0d671e4907bae8649fff8f3d2ee0751c/docs/gate5_lifecycle_restart_checkpoint_v01.md</a:t>
            </a:r>
          </a:p>
          <a:p xmlns:a="http://schemas.openxmlformats.org/drawingml/2006/main">
            <a:r>
              <a:t>https://github.com/AAkhtanin/hedgehog-os/blob/64f2b38b0d671e4907bae8649fff8f3d2ee0751c/docs/passport_geometry_root_needles.md</a:t>
            </a:r>
          </a:p>
          <a:p xmlns:a="http://schemas.openxmlformats.org/drawingml/2006/main">
            <a:r>
              <a:t>Claims: C09</a:t>
            </a:r>
          </a:p>
          <a:p xmlns:a="http://schemas.openxmlformats.org/drawingml/2006/main">
            <a:r>
              <a:t>Slide ID: S12</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sequence distinguishes pointer discovery, requester-side permission to retrieve, publisher-side release, then local validation and consumption. These are not one universal grant. Signature authenticity does not decide local acceptability. There are two equal local business Roots. Runner, supervisor and examiner are experimental support boundaries, not a third business owner.</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https://github.com/AAkhtanin/hedgehog-os/blob/64f2b38b0d671e4907bae8649fff8f3d2ee0751c/docs/gate5_calibration_exchange_checkpoint_v01.md</a:t>
            </a:r>
          </a:p>
          <a:p xmlns:a="http://schemas.openxmlformats.org/drawingml/2006/main">
            <a:r>
              <a:t>https://github.com/AAkhtanin/hedgehog-os/blob/64f2b38b0d671e4907bae8649fff8f3d2ee0751c/docs/gate5_reference_contract_v01.md</a:t>
            </a:r>
          </a:p>
          <a:p xmlns:a="http://schemas.openxmlformats.org/drawingml/2006/main">
            <a:r>
              <a:t>Claims: C09, C10</a:t>
            </a:r>
          </a:p>
          <a:p xmlns:a="http://schemas.openxmlformats.org/drawingml/2006/main">
            <a:r>
              <a:t>Slide ID: S13</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verifier independently reconstructs expected consumption from the producer result, published body and authenticated status; it does not accept candidate-declared consumer input as its own oracle. B follows actual Work and review, while C adds later status context. The representations need not be identical whole objects. B1 exposed an inconsistent prior contract; a versioned general correction preceded D. Exact current bindings reside in the source index and independent flow review.</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Original archive g54d1 SHA256 0558786b4d2882be7610223dd754e927bedce2530e2d5ac4ca1d429ce7ac22f0</a:t>
            </a:r>
          </a:p>
          <a:p xmlns:a="http://schemas.openxmlformats.org/drawingml/2006/main">
            <a:r>
              <a:t>g54d1_return/LIVE/consumption_verified.json</a:t>
            </a:r>
          </a:p>
          <a:p xmlns:a="http://schemas.openxmlformats.org/drawingml/2006/main">
            <a:r>
              <a:t>g54d1_return/SUPERVISOR_EVIDENCE/p7_candidate_f779b790/independent_flow_review.json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C16</a:t>
            </a:r>
          </a:p>
          <a:p xmlns:a="http://schemas.openxmlformats.org/drawingml/2006/main">
            <a:r>
              <a:t>Slide ID: S14</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numerical case, not a physical sensor. A correction r−mean(x): revision 1 r=100, x=[110,110,110] gives −10; revision 2 x=[104,104,104] gives −4. B readings [103,106,109] average 106. Unchanged limit=100. Therefore 96 then 102. Root ACCEPT of a correct report REVIEW_REQUIRED does not assert that 102 is within limit. Historical G52 archive SHA256 4f967a4189f62c0eede9931ec13cb38933ab855eacf864297f305f34a257f510. The source member is resolved through member_index archive g52 lifecycle_06 and checkpoints.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https://github.com/AAkhtanin/hedgehog-os/blob/64f2b38b0d671e4907bae8649fff8f3d2ee0751c/docs/gate5_calibration_exchange_checkpoint_v01.md</a:t>
            </a:r>
          </a:p>
          <a:p xmlns:a="http://schemas.openxmlformats.org/drawingml/2006/main">
            <a:r>
              <a:t>https://github.com/AAkhtanin/hedgehog-os/blob/64f2b38b0d671e4907bae8649fff8f3d2ee0751c/docs/gate5_lifecycle_restart_checkpoint_v01.md</a:t>
            </a:r>
          </a:p>
          <a:p xmlns:a="http://schemas.openxmlformats.org/drawingml/2006/main">
            <a:r>
              <a:t>Claims: C11</a:t>
            </a:r>
          </a:p>
          <a:p xmlns:a="http://schemas.openxmlformats.org/drawingml/2006/main">
            <a:r>
              <a:t>Slide ID: S15</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G52 lifecycle_06 process restart uses persisted pointer/history/budget/highwater state. A terminal REVOKED state remains authoritative against stale ACTIVE. A later lawful revision can support new current use while old 96 remains historical. Ingestion does not reset source time. Time profile end=min(valid_to, PT+TTL, source_observed_at+max_age), half-open, with separate status freshness. This is not proof against rollback of all VM snapshots.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https://github.com/AAkhtanin/hedgehog-os/blob/64f2b38b0d671e4907bae8649fff8f3d2ee0751c/docs/gate5_lifecycle_restart_checkpoint_v01.md</a:t>
            </a:r>
          </a:p>
          <a:p xmlns:a="http://schemas.openxmlformats.org/drawingml/2006/main">
            <a:r>
              <a:t>Claims: C12, C13</a:t>
            </a:r>
          </a:p>
          <a:p xmlns:a="http://schemas.openxmlformats.org/drawingml/2006/main">
            <a:r>
              <a:t>Slide ID: S16</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G52 baseline has 12 attempts: 8 allowed metadata, 2 allowed payload and 2 denied payload, 2 bodies/2146 bytes. Source rejection is before body release, not before any I/O. Budget belongs to the same task context and cannot be reset by renaming. Duplicate delivery yields 1 source, 1 history, zero credit; this is not a global reputation algorithm. Scoped history/dead-end/continuation coverage is exactly G5-R11 and F10–F12. Unknown status does not impose an eternal blacklist. Native history queries have one fresh local read review and zero remote sends/new Work, distinct from supplied pure proof with no new Root decisions.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https://github.com/AAkhtanin/hedgehog-os/blob/64f2b38b0d671e4907bae8649fff8f3d2ee0751c/docs/gate5_lifecycle_restart_checkpoint_v01.md</a:t>
            </a:r>
          </a:p>
          <a:p xmlns:a="http://schemas.openxmlformats.org/drawingml/2006/main">
            <a:r>
              <a:t>https://github.com/AAkhtanin/hedgehog-os/blob/64f2b38b0d671e4907bae8649fff8f3d2ee0751c/docs/gate5_reference_evidence_v01/MATRIX.md</a:t>
            </a:r>
          </a:p>
          <a:p xmlns:a="http://schemas.openxmlformats.org/drawingml/2006/main">
            <a:r>
              <a:t>Claims: C12, C14</a:t>
            </a:r>
          </a:p>
          <a:p xmlns:a="http://schemas.openxmlformats.org/drawingml/2006/main">
            <a:r>
              <a:t>Slide ID: S17</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G52 proves historical numeric lifecycle using its exact old contracts hash. G53 adds body-profile support with a precise two-file seam and 43 affected controls. G54C additionally proves a general E/B/C numeric example; D1 uses accepted shared dependencies. The source binding map preserves old/new provenance. This slide does not retarget G52 proof to different source bytes or claim every module stayed unchanged throughout Gate 5.</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https://github.com/AAkhtanin/hedgehog-os/blob/64f2b38b0d671e4907bae8649fff8f3d2ee0751c/docs/gate5_reference_checkpoint_v01.md</a:t>
            </a:r>
          </a:p>
          <a:p xmlns:a="http://schemas.openxmlformats.org/drawingml/2006/main">
            <a:r>
              <a:t>https://github.com/AAkhtanin/hedgehog-os/blob/64f2b38b0d671e4907bae8649fff8f3d2ee0751c/docs/gate5_reference_evidence_v01/source_bindings.json</a:t>
            </a:r>
          </a:p>
          <a:p xmlns:a="http://schemas.openxmlformats.org/drawingml/2006/main">
            <a:r>
              <a:t>https://github.com/AAkhtanin/hedgehog-os/blob/64f2b38b0d671e4907bae8649fff8f3d2ee0751c/hedgehog/external_drs/gate5_body_profile_v01.py</a:t>
            </a:r>
          </a:p>
          <a:p xmlns:a="http://schemas.openxmlformats.org/drawingml/2006/main">
            <a:r>
              <a:t>Claims: C15, C16</a:t>
            </a:r>
          </a:p>
          <a:p xmlns:a="http://schemas.openxmlformats.org/drawingml/2006/main">
            <a:r>
              <a:t>Slide ID: S18</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revised public kit contains generic HOW with source hashes, schemas, interfaces, formulas, code anchors and allowed source snapshot. WHAT and output profile state football requirements. The hidden examiner and ready football answer are outside author input. In the authorized restored continuation, own code, previous feedback and explicit D1 clarification are deliberately available. White room is a metaphor for known access surface, not absence of pretraining or hardware isolation.</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https://github.com/AAkhtanin/hedgehog-os/blob/64f2b38b0d671e4907bae8649fff8f3d2ee0751c/docs/gate5_authoring_kit_v01/START_HERE.md</a:t>
            </a:r>
          </a:p>
          <a:p xmlns:a="http://schemas.openxmlformats.org/drawingml/2006/main">
            <a:r>
              <a:t>Original archive g54d1 SHA256 0558786b4d2882be7610223dd754e927bedce2530e2d5ac4ca1d429ce7ac22f0</a:t>
            </a:r>
          </a:p>
          <a:p xmlns:a="http://schemas.openxmlformats.org/drawingml/2006/main">
            <a:r>
              <a:t>g54d1_return/AUTHOR_TRIAL/restoration_inventory.json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C17</a:t>
            </a:r>
          </a:p>
          <a:p xmlns:a="http://schemas.openxmlformats.org/drawingml/2006/main">
            <a:r>
              <a:t>Slide ID: S19</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Authoring model gpt-6-astra, literal effort ultra, service tier default. Author changes candidate via seven broker tools. Source reviewer, bounded runner, independent examiner and eventual owner engineering admission remain distinct. Broker access restrictions are not a universal hostile-Python execution sandbox. The reviewed-reference code/observer are explicit trusted components. The historical standalone RPC isolation failure remains unrepaired by this separate accepted route.</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Original archive g54d1 SHA256 0558786b4d2882be7610223dd754e927bedce2530e2d5ac4ca1d429ce7ac22f0</a:t>
            </a:r>
          </a:p>
          <a:p xmlns:a="http://schemas.openxmlformats.org/drawingml/2006/main">
            <a:r>
              <a:t>g54d1_return/AUTHOR_TRIAL/attempt_04/source_review.json</a:t>
            </a:r>
          </a:p>
          <a:p xmlns:a="http://schemas.openxmlformats.org/drawingml/2006/main">
            <a:r>
              <a:t>g54d1_return/AUTHOR_TRIAL/attempt_04/authorship_reconstruction.json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C18</a:t>
            </a:r>
          </a:p>
          <a:p xmlns:a="http://schemas.openxmlformats.org/drawingml/2006/main">
            <a:r>
              <a:t>Slide ID: S20</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G54D1 reconstruction replays 79 recorded broker operations against the 22-file seed and exactly matches 23 author-created final files plus coordinator candidate.json = 24 pack files. The 79 comprise 47 candidate reads, 10 public reads, 12 searches, 6 patches, 1 write, 2 syntax checks and 1 submission. They are not 79 model inference calls. The reconstruction audit found no coordinator implementation edit.</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g54d1_return/AUTHOR_TRIAL/attempt_04/authorship_reconstruction.json</a:t>
            </a:r>
          </a:p>
          <a:p xmlns:a="http://schemas.openxmlformats.org/drawingml/2006/main">
            <a:r>
              <a:t>g54d1_return/AUTHOR_TRIAL/restoration_inventory.json</a:t>
            </a:r>
          </a:p>
          <a:p xmlns:a="http://schemas.openxmlformats.org/drawingml/2006/main">
            <a:r>
              <a:t>g54d1_return/AUTHOR_TRIAL/attempt_04/author_correction.patch</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C19</a:t>
            </a:r>
          </a:p>
          <a:p xmlns:a="http://schemas.openxmlformats.org/drawingml/2006/main">
            <a:r>
              <a:t>Slide ID: S21</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 is the fifth submission in the D lineage, correction 4 after initial+3. Native thread resume failed because the rollout was unavailable. The continuation was reconstructed with own source, public kit, prior feedback and explicit clarification. It does not recreate hidden model state. Historical B1 and D remain INCOMPLETE. Earlier G54R and G54B, plus C examiner preparation, are retained in the complete dossier trial ledger and are not conflated with new blind authors.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https://github.com/AAkhtanin/hedgehog-os/blob/64f2b38b0d671e4907bae8649fff8f3d2ee0751c/docs/gate5_reference_checkpoint_v01.md</a:t>
            </a:r>
          </a:p>
          <a:p xmlns:a="http://schemas.openxmlformats.org/drawingml/2006/main">
            <a:r>
              <a:t>Original archive g54d1 SHA256 0558786b4d2882be7610223dd754e927bedce2530e2d5ac4ca1d429ce7ac22f0</a:t>
            </a:r>
          </a:p>
          <a:p xmlns:a="http://schemas.openxmlformats.org/drawingml/2006/main">
            <a:r>
              <a:t>g54d1_return/PROTOCOL_AMENDMENT.json</a:t>
            </a:r>
          </a:p>
          <a:p xmlns:a="http://schemas.openxmlformats.org/drawingml/2006/main">
            <a:r>
              <a:t>g54d1_return/AUTHOR_TRIAL/restoration_inventory.json</a:t>
            </a:r>
          </a:p>
          <a:p xmlns:a="http://schemas.openxmlformats.org/drawingml/2006/main">
            <a:r>
              <a:t>g54d1_return/NATIVE_ACCEPTED.json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C20</a:t>
            </a:r>
          </a:p>
          <a:p xmlns:a="http://schemas.openxmlformats.org/drawingml/2006/main">
            <a:r>
              <a:t>Slide ID: S22</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correctly refused REVOKED without effects but omitted the required Root decision. D1 executes a genuine local Root BLOCKED_FAIL_CLOSED, bound to authenticated terminal source state, original request and provenance. This is not a new report string. The highwater remains preserved and no consuming Work/BOOK is run. Diagnosis surfaced only after earlier checks passed at the original final correction, motivating separately authorized one additional correction. Technical D-to-D1 predicates were preserved, unlike the earlier B1-to-D general contract revision.</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Original archive g54d1 SHA256 0558786b4d2882be7610223dd754e927bedce2530e2d5ac4ca1d429ce7ac22f0</a:t>
            </a:r>
          </a:p>
          <a:p xmlns:a="http://schemas.openxmlformats.org/drawingml/2006/main">
            <a:r>
              <a:t>g54d1_return/evidence/refusal_binding_d1.json</a:t>
            </a:r>
          </a:p>
          <a:p xmlns:a="http://schemas.openxmlformats.org/drawingml/2006/main">
            <a:r>
              <a:t>g54d1_return/AUTHOR_TRIAL/attempt_04/source_review.json</a:t>
            </a:r>
          </a:p>
          <a:p xmlns:a="http://schemas.openxmlformats.org/drawingml/2006/main">
            <a:r>
              <a:t>g54d1_return/NATIVE_ACCEPTED.json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C21</a:t>
            </a:r>
          </a:p>
          <a:p xmlns:a="http://schemas.openxmlformats.org/drawingml/2006/main">
            <a:r>
              <a:t>Slide ID: S23</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B1’s public HOW ordered B after producer Work and review while frozen examiner required entire B at earlier producer output and consumer input. Saved relations B.offer=E, C.body=B exposed the causal mismatch. G54C numeric probe confirmed generic handoff for 7/11 and outputs 23/35 then 31/47 with nine negative controls. These are not football native cases. Later D used revised kit/examiner. Historic B1 INCOMPLETE is preserved, not rewritten to PASS.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https://github.com/AAkhtanin/hedgehog-os/blob/64f2b38b0d671e4907bae8649fff8f3d2ee0751c/docs/gate5_reference_checkpoint_v01.md</a:t>
            </a:r>
          </a:p>
          <a:p xmlns:a="http://schemas.openxmlformats.org/drawingml/2006/main">
            <a:r>
              <a:t>https://github.com/AAkhtanin/hedgehog-os/blob/64f2b38b0d671e4907bae8649fff8f3d2ee0751c/docs/showcase/g54b1_authoring_case_v01/README.md</a:t>
            </a:r>
          </a:p>
          <a:p xmlns:a="http://schemas.openxmlformats.org/drawingml/2006/main">
            <a:r>
              <a:t>Claims: C16, C20, C21</a:t>
            </a:r>
          </a:p>
          <a:p xmlns:a="http://schemas.openxmlformats.org/drawingml/2006/main">
            <a:r>
              <a:t>Slide ID: S24</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kit is a usable entry for this supported reference profile, not a promise to synthesize every module in every language from one paragraph. Existing accepted football code is separately available as an example, never covertly included in a future blind author input. D1 clarification remains versioned and separate from historical inputs. The kit transmits rules and admission route, not the owner’s admission context or credentials.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https://github.com/AAkhtanin/hedgehog-os/blob/64f2b38b0d671e4907bae8649fff8f3d2ee0751c/docs/gate5_authoring_kit_v01/START_HERE.md</a:t>
            </a:r>
          </a:p>
          <a:p xmlns:a="http://schemas.openxmlformats.org/drawingml/2006/main">
            <a:r>
              <a:t>https://github.com/AAkhtanin/hedgehog-os/blob/64f2b38b0d671e4907bae8649fff8f3d2ee0751c/docs/gate5_reference_contract_v01.md</a:t>
            </a:r>
          </a:p>
          <a:p xmlns:a="http://schemas.openxmlformats.org/drawingml/2006/main">
            <a:r>
              <a:t>Claims: C17, C24</a:t>
            </a:r>
          </a:p>
          <a:p xmlns:a="http://schemas.openxmlformats.org/drawingml/2006/main">
            <a:r>
              <a:t>Slide ID: S25</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engineering commit 64f2b38b0d671e4907bae8649fff8f3d2ee0751c, parent 5cef2c52fd805daedec958109caf9d1806899eb4, tree cacb14a9574c350fb33239680abe0c3a5ede7b5e. G55L archive SHA256 c6d7841ba821c554e4a8a96fed254dd0ed24b34907dbdf992eb4e10747e43b77. Exactly 212 additions, preserving all 4367 prior tracked paths and modes. Exact 13 shared additions and 24 author package files are subsets, not counts that sum to 212. Unchanged R1/guard/binder, ordinary push and independent remote readback PASS. Frozen preparation PENDING remains historical. G56 publication, R20 and final R21 are separate and pending actual publication.</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https://github.com/AAkhtanin/hedgehog-os/blob/64f2b38b0d671e4907bae8649fff8f3d2ee0751c/docs/gate5_reference_evidence_v01/source_bindings.json</a:t>
            </a:r>
          </a:p>
          <a:p xmlns:a="http://schemas.openxmlformats.org/drawingml/2006/main">
            <a:r>
              <a:t>https://github.com/AAkhtanin/hedgehog-os/blob/64f2b38b0d671e4907bae8649fff8f3d2ee0751c/docs/gate5_reference_contract_v01.md</a:t>
            </a:r>
          </a:p>
          <a:p xmlns:a="http://schemas.openxmlformats.org/drawingml/2006/main">
            <a:r>
              <a:t>Claims: C22</a:t>
            </a:r>
          </a:p>
          <a:p xmlns:a="http://schemas.openxmlformats.org/drawingml/2006/main">
            <a:r>
              <a:t>Slide ID: S26</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 supplied one/two are each 32702 bytes, SHA256 0eba67d7652765c387988d760cd5daeeacecbdf33b9dc577dbe6a1cad40ed4b0. G55L installed proof is 37389 bytes, SHA256 d2a25ed3b1ab123912e59d096808351dbcf18f59a16229b9abcaff9f647eacff. Different generations are compared to their respective required baseline, not to each other. Public command invokes two explicit pure verifiers, with Python 3.12+ sys.monitoring and existing dependencies, output external to repository. Data reads/process execution are not zero OS activity. No candidate/provider/new Work/Root/Host/action calls.</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https://github.com/AAkhtanin/hedgehog-os/blob/64f2b38b0d671e4907bae8649fff8f3d2ee0751c/demo/verify_gate5_reference_v01.py</a:t>
            </a:r>
          </a:p>
          <a:p xmlns:a="http://schemas.openxmlformats.org/drawingml/2006/main">
            <a:r>
              <a:t>https://github.com/AAkhtanin/hedgehog-os/blob/64f2b38b0d671e4907bae8649fff8f3d2ee0751c/docs/gate5_reference_evidence_v01/closure/canonical_result.json</a:t>
            </a:r>
          </a:p>
          <a:p xmlns:a="http://schemas.openxmlformats.org/drawingml/2006/main">
            <a:r>
              <a:t>Original archive g54d1 SHA256 0558786b4d2882be7610223dd754e927bedce2530e2d5ac4ca1d429ce7ac22f0</a:t>
            </a:r>
          </a:p>
          <a:p xmlns:a="http://schemas.openxmlformats.org/drawingml/2006/main">
            <a:r>
              <a:t>g54d1_return/SUPPLIED/one.json</a:t>
            </a:r>
          </a:p>
          <a:p xmlns:a="http://schemas.openxmlformats.org/drawingml/2006/main">
            <a:r>
              <a:t>g54d1_return/SUPPLIED/two.json</a:t>
            </a:r>
          </a:p>
          <a:p xmlns:a="http://schemas.openxmlformats.org/drawingml/2006/main">
            <a:r>
              <a:t>g54d1_return/SUPPLIED/comparison.json</a:t>
            </a:r>
          </a:p>
          <a:p xmlns:a="http://schemas.openxmlformats.org/drawingml/2006/main">
            <a:r>
              <a:t>Exact member resolution: https://github.com/AAkhtanin/hedgehog-os/blob/64f2b38b0d671e4907bae8649fff8f3d2ee0751c/docs/gate5_reference_evidence_v01/member_index.json</a:t>
            </a:r>
          </a:p>
          <a:p xmlns:a="http://schemas.openxmlformats.org/drawingml/2006/main">
            <a:r>
              <a:t>Claims: C22</a:t>
            </a:r>
          </a:p>
          <a:p xmlns:a="http://schemas.openxmlformats.org/drawingml/2006/main">
            <a:r>
              <a:t>Slide ID: S27</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Solid upper links summarize observed two-owner exchange and actual source consumption, not a literal captured network topology. Dashed lower links are a prospective architectural path: scoped published descriptions, relevant address discovery, permitted disclosure, local checked use, then new source-linked results under owner policy. DRS does not itself create knowledge or grant authority. Public Internet discovery, organizational federation, production identity and cross-domain scaling remain deferred.</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https://github.com/AAkhtanin/hedgehog-os/blob/64f2b38b0d671e4907bae8649fff8f3d2ee0751c/docs/passport_geometry_root_needles.md</a:t>
            </a:r>
          </a:p>
          <a:p xmlns:a="http://schemas.openxmlformats.org/drawingml/2006/main">
            <a:r>
              <a:t>https://github.com/AAkhtanin/hedgehog-os/blob/64f2b38b0d671e4907bae8649fff8f3d2ee0751c/docs/strategic_expansion_map.md</a:t>
            </a:r>
          </a:p>
          <a:p xmlns:a="http://schemas.openxmlformats.org/drawingml/2006/main">
            <a:r>
              <a:t>Claims: C23, C24</a:t>
            </a:r>
          </a:p>
          <a:p xmlns:a="http://schemas.openxmlformats.org/drawingml/2006/main">
            <a:r>
              <a:t>Slide ID: S28</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future mechanism, not an executed capability import or current customer integration. Remote service use need not download code. A new local implementation requires separate admission. Accepted contract names: Reflective Improvement Radiolaria for own experience and proposals, Cross-Domain Transfer Radiolaria for analogies and transfer candidates, Capability Synthesis Factory for a built-in requirements/code/sandbox cycle. Cognitive Radiolaria is also a deferred direction. These remain deferred and are not new sources of authority. No automatic program import through DRS is implied.</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https://github.com/AAkhtanin/hedgehog-os/blob/64f2b38b0d671e4907bae8649fff8f3d2ee0751c/docs/strategic_expansion_map.md</a:t>
            </a:r>
          </a:p>
          <a:p xmlns:a="http://schemas.openxmlformats.org/drawingml/2006/main">
            <a:r>
              <a:t>Claims: C23, C24</a:t>
            </a:r>
          </a:p>
          <a:p xmlns:a="http://schemas.openxmlformats.org/drawingml/2006/main">
            <a:r>
              <a:t>Slide ID: S29</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sentence is an architectural interpretation bounded by the supplied reference evidence. All three dossiers, the neutral Reader, source corpus, accepted kit and offline verifier are linked. Engineering source URLs are pinned to 64f2b38b0d671e4907bae8649fff8f3d2ee0751c. Newly prepared publication asset URLs target their namespace and must be checked after actual G56 landing. G56 full closure is recorded only by separate publication/review events. No Gate 6 execution is claimed.</a:t>
            </a:r>
          </a:p>
          <a:p xmlns:a="http://schemas.openxmlformats.org/drawingml/2006/main">
            <a:r>
              <a:t>Basis commit: 64f2b38b0d671e4907bae8649fff8f3d2ee0751c</a:t>
            </a:r>
          </a:p>
          <a:p xmlns:a="http://schemas.openxmlformats.org/drawingml/2006/main">
            <a:r>
              <a:t>https://github.com/AAkhtanin/hedgehog-os/blob/64f2b38b0d671e4907bae8649fff8f3d2ee0751c/docs/gate5_reference_evidence_v01/member_index.json</a:t>
            </a:r>
          </a:p>
          <a:p xmlns:a="http://schemas.openxmlformats.org/drawingml/2006/main">
            <a:r>
              <a:t>https://github.com/AAkhtanin/hedgehog-os/blob/64f2b38b0d671e4907bae8649fff8f3d2ee0751c/docs/gate5_reference_contract_v01.md</a:t>
            </a:r>
          </a:p>
          <a:p xmlns:a="http://schemas.openxmlformats.org/drawingml/2006/main">
            <a:r>
              <a:t>Claims: C01, C04, C17, C22, C23</a:t>
            </a:r>
          </a:p>
          <a:p xmlns:a="http://schemas.openxmlformats.org/drawingml/2006/main">
            <a:r>
              <a:t>Slide ID: S30</a:t>
            </a:r>
          </a:p>
          <a:p xmlns:a="http://schemas.openxmlformats.org/drawingml/2006/main">
            <a:r>
              <a:t>Publication assets use main URLs only because the G56 publication commit does not yet exist. Engineering source URLs are pinned. The repository requires authorized access while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cc8dee062c4b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3ebfef1cee45a5" /><Relationship Type="http://schemas.openxmlformats.org/officeDocument/2006/relationships/slideLayout" Target="/ppt/slideLayouts/slideLayout1.xml" Id="R7cd12d1c0c2540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d12d1c0c2540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81d639406c48eb" /><Relationship Type="http://schemas.openxmlformats.org/officeDocument/2006/relationships/image" Target="/ppt/media/image.png" Id="R6bc3186cadcb4da2" /><Relationship Type="http://schemas.openxmlformats.org/officeDocument/2006/relationships/hyperlink" Target="https://github.com/AAkhtanin/hedgehog-os/blob/64f2b38b0d671e4907bae8649fff8f3d2ee0751c/docs/gate5_reference_contract_v01.md" TargetMode="External" Id="R083ca74ff9da4f1b" /><Relationship Type="http://schemas.openxmlformats.org/officeDocument/2006/relationships/notesSlide" Target="/ppt/notesSlides/notesSlide1.xml" Id="Rb666f758ac704f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30b4e5195b4bdf" /><Relationship Type="http://schemas.openxmlformats.org/officeDocument/2006/relationships/hyperlink" Target="https://github.com/AAkhtanin/hedgehog-os/blob/main/docs/showcase/gate5_reference_v01/technical_appendix_v01.pdf" TargetMode="External" Id="R051a04ea14394b66" /><Relationship Type="http://schemas.openxmlformats.org/officeDocument/2006/relationships/notesSlide" Target="/ppt/notesSlides/notesSlide2.xml" Id="R674825f6880940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6607d9391d48de" /><Relationship Type="http://schemas.openxmlformats.org/officeDocument/2006/relationships/hyperlink" Target="https://github.com/AAkhtanin/hedgehog-os/blob/main/docs/showcase/gate5_reference_v01/technical_appendix_v01.pdf" TargetMode="External" Id="R7e444b8b9ce14841" /><Relationship Type="http://schemas.openxmlformats.org/officeDocument/2006/relationships/notesSlide" Target="/ppt/notesSlides/notesSlide3.xml" Id="R920e7db0422f4d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7524d1ca584bde" /><Relationship Type="http://schemas.openxmlformats.org/officeDocument/2006/relationships/hyperlink" Target="https://github.com/AAkhtanin/hedgehog-os/blob/main/docs/showcase/gate5_reference_v01/football_domain_v01.pdf" TargetMode="External" Id="R84ff80246b2741dc" /><Relationship Type="http://schemas.openxmlformats.org/officeDocument/2006/relationships/notesSlide" Target="/ppt/notesSlides/notesSlide4.xml" Id="Rf860267e3fc94e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38e38be0094b4d" /><Relationship Type="http://schemas.openxmlformats.org/officeDocument/2006/relationships/hyperlink" Target="https://github.com/AAkhtanin/hedgehog-os/blob/main/docs/showcase/gate5_reference_v01/football_domain_v01.pdf" TargetMode="External" Id="R6060b0f2b65f4853" /><Relationship Type="http://schemas.openxmlformats.org/officeDocument/2006/relationships/notesSlide" Target="/ppt/notesSlides/notesSlide5.xml" Id="R9735d7d4cbea40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7a7df24c504fb1" /><Relationship Type="http://schemas.openxmlformats.org/officeDocument/2006/relationships/hyperlink" Target="https://github.com/AAkhtanin/hedgehog-os/blob/main/docs/showcase/gate5_reference_v01/football_domain_v01.pdf" TargetMode="External" Id="Rf53d4617285348a0" /><Relationship Type="http://schemas.openxmlformats.org/officeDocument/2006/relationships/notesSlide" Target="/ppt/notesSlides/notesSlide6.xml" Id="R5d43aacb96f54a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361925ddb84693" /><Relationship Type="http://schemas.openxmlformats.org/officeDocument/2006/relationships/hyperlink" Target="https://github.com/AAkhtanin/hedgehog-os/blob/main/docs/showcase/gate5_reference_v01/football_domain_v01.pdf" TargetMode="External" Id="R298d670fdcb04c57" /><Relationship Type="http://schemas.openxmlformats.org/officeDocument/2006/relationships/notesSlide" Target="/ppt/notesSlides/notesSlide7.xml" Id="R710eb08c46d14d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195c89d4ea4acb" /><Relationship Type="http://schemas.openxmlformats.org/officeDocument/2006/relationships/hyperlink" Target="https://github.com/AAkhtanin/hedgehog-os/blob/main/docs/showcase/gate5_reference_v01/football_domain_v01.pdf" TargetMode="External" Id="Rc2b72a7a0f8245e1" /><Relationship Type="http://schemas.openxmlformats.org/officeDocument/2006/relationships/notesSlide" Target="/ppt/notesSlides/notesSlide8.xml" Id="R1812f2cd63a643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59e677f1e64b15" /><Relationship Type="http://schemas.openxmlformats.org/officeDocument/2006/relationships/hyperlink" Target="https://github.com/AAkhtanin/hedgehog-os/blob/main/docs/showcase/gate5_reference_v01/football_domain_v01.pdf" TargetMode="External" Id="Rf7807bf103c44b9f" /><Relationship Type="http://schemas.openxmlformats.org/officeDocument/2006/relationships/notesSlide" Target="/ppt/notesSlides/notesSlide9.xml" Id="R30152245e5da4f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366c25f9eb49a1" /><Relationship Type="http://schemas.openxmlformats.org/officeDocument/2006/relationships/hyperlink" Target="https://github.com/AAkhtanin/hedgehog-os/blob/main/docs/showcase/gate5_reference_v01/football_domain_v01.pdf" TargetMode="External" Id="R520ad2208f904100" /><Relationship Type="http://schemas.openxmlformats.org/officeDocument/2006/relationships/notesSlide" Target="/ppt/notesSlides/notesSlide10.xml" Id="R42cf50ce99234d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f55f92617d49d3" /><Relationship Type="http://schemas.openxmlformats.org/officeDocument/2006/relationships/hyperlink" Target="https://github.com/AAkhtanin/hedgehog-os/blob/main/docs/showcase/gate5_reference_v01/football_domain_v01.pdf" TargetMode="External" Id="R78ba6586018140a7" /><Relationship Type="http://schemas.openxmlformats.org/officeDocument/2006/relationships/notesSlide" Target="/ppt/notesSlides/notesSlide11.xml" Id="R93e95ed9b6bc45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428ffb4bbc4fae" /><Relationship Type="http://schemas.openxmlformats.org/officeDocument/2006/relationships/hyperlink" Target="https://github.com/AAkhtanin/hedgehog-os/blob/main/docs/showcase/gate5_reference_v01/external_drs_v01.pdf" TargetMode="External" Id="R11df22892026408d" /><Relationship Type="http://schemas.openxmlformats.org/officeDocument/2006/relationships/notesSlide" Target="/ppt/notesSlides/notesSlide12.xml" Id="R0e780170bf1444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1d9654bf2b249c9" /><Relationship Type="http://schemas.openxmlformats.org/officeDocument/2006/relationships/hyperlink" Target="https://github.com/AAkhtanin/hedgehog-os/blob/main/docs/showcase/gate5_reference_v01/external_drs_v01.pdf" TargetMode="External" Id="R1fa49442bbf94d31" /><Relationship Type="http://schemas.openxmlformats.org/officeDocument/2006/relationships/notesSlide" Target="/ppt/notesSlides/notesSlide13.xml" Id="Re4ad3f18887f49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f2487a7de94658" /><Relationship Type="http://schemas.openxmlformats.org/officeDocument/2006/relationships/hyperlink" Target="https://github.com/AAkhtanin/hedgehog-os/blob/main/docs/showcase/gate5_reference_v01/external_drs_v01.pdf" TargetMode="External" Id="R123e7fb5b7cd4842" /><Relationship Type="http://schemas.openxmlformats.org/officeDocument/2006/relationships/notesSlide" Target="/ppt/notesSlides/notesSlide14.xml" Id="R39b7cde8c7374b0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141dca22f2f4dba" /><Relationship Type="http://schemas.openxmlformats.org/officeDocument/2006/relationships/hyperlink" Target="https://github.com/AAkhtanin/hedgehog-os/blob/main/docs/showcase/gate5_reference_v01/external_drs_v01.pdf" TargetMode="External" Id="Rd08ec8c413954b1a" /><Relationship Type="http://schemas.openxmlformats.org/officeDocument/2006/relationships/notesSlide" Target="/ppt/notesSlides/notesSlide15.xml" Id="Rd14ab4f0453346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206f8f9dc044ffc" /><Relationship Type="http://schemas.openxmlformats.org/officeDocument/2006/relationships/hyperlink" Target="https://github.com/AAkhtanin/hedgehog-os/blob/main/docs/showcase/gate5_reference_v01/external_drs_v01.pdf" TargetMode="External" Id="R057bb030c24d43b8" /><Relationship Type="http://schemas.openxmlformats.org/officeDocument/2006/relationships/notesSlide" Target="/ppt/notesSlides/notesSlide16.xml" Id="Rf00c621f9d4e46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acda6ae8bf4b5d" /><Relationship Type="http://schemas.openxmlformats.org/officeDocument/2006/relationships/hyperlink" Target="https://github.com/AAkhtanin/hedgehog-os/blob/main/docs/showcase/gate5_reference_v01/external_drs_v01.pdf" TargetMode="External" Id="R8c7320ea465e4d68" /><Relationship Type="http://schemas.openxmlformats.org/officeDocument/2006/relationships/notesSlide" Target="/ppt/notesSlides/notesSlide17.xml" Id="Rb3c84636de934a0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d894962a47d46c9" /><Relationship Type="http://schemas.openxmlformats.org/officeDocument/2006/relationships/hyperlink" Target="https://github.com/AAkhtanin/hedgehog-os/blob/main/docs/showcase/gate5_reference_v01/external_drs_v01.pdf" TargetMode="External" Id="R68b7ec9eff114eca" /><Relationship Type="http://schemas.openxmlformats.org/officeDocument/2006/relationships/notesSlide" Target="/ppt/notesSlides/notesSlide18.xml" Id="Rf07af00946cb42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b0cb5179846449f" /><Relationship Type="http://schemas.openxmlformats.org/officeDocument/2006/relationships/hyperlink" Target="https://github.com/AAkhtanin/hedgehog-os/blob/main/docs/showcase/gate5_reference_v01/independent_authoring_v01.pdf" TargetMode="External" Id="Rec2e51e8771949b3" /><Relationship Type="http://schemas.openxmlformats.org/officeDocument/2006/relationships/notesSlide" Target="/ppt/notesSlides/notesSlide19.xml" Id="R436b2a95946241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8476e85feaf4641" /><Relationship Type="http://schemas.openxmlformats.org/officeDocument/2006/relationships/hyperlink" Target="https://github.com/AAkhtanin/hedgehog-os/blob/main/docs/showcase/gate5_reference_v01/independent_authoring_v01.pdf" TargetMode="External" Id="R64628d8c1ca94167" /><Relationship Type="http://schemas.openxmlformats.org/officeDocument/2006/relationships/notesSlide" Target="/ppt/notesSlides/notesSlide20.xml" Id="R337f2090643a46f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b8aa96739ec48d6" /><Relationship Type="http://schemas.openxmlformats.org/officeDocument/2006/relationships/hyperlink" Target="https://github.com/AAkhtanin/hedgehog-os/blob/main/docs/showcase/gate5_reference_v01/independent_authoring_v01.pdf" TargetMode="External" Id="R1d56d57da01c49e1" /><Relationship Type="http://schemas.openxmlformats.org/officeDocument/2006/relationships/notesSlide" Target="/ppt/notesSlides/notesSlide21.xml" Id="R07c2d01ecb244db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91c70cece594a49" /><Relationship Type="http://schemas.openxmlformats.org/officeDocument/2006/relationships/hyperlink" Target="https://github.com/AAkhtanin/hedgehog-os/blob/main/docs/showcase/gate5_reference_v01/independent_authoring_v01.pdf" TargetMode="External" Id="R9c5966e1c92f425a" /><Relationship Type="http://schemas.openxmlformats.org/officeDocument/2006/relationships/notesSlide" Target="/ppt/notesSlides/notesSlide22.xml" Id="R21de6ddd4ac245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a332ea3dd094907" /><Relationship Type="http://schemas.openxmlformats.org/officeDocument/2006/relationships/hyperlink" Target="https://github.com/AAkhtanin/hedgehog-os/blob/main/docs/showcase/gate5_reference_v01/independent_authoring_v01.pdf" TargetMode="External" Id="R98ac62e9002e433a" /><Relationship Type="http://schemas.openxmlformats.org/officeDocument/2006/relationships/notesSlide" Target="/ppt/notesSlides/notesSlide23.xml" Id="R533a7aa28da744e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778192fe64441ef" /><Relationship Type="http://schemas.openxmlformats.org/officeDocument/2006/relationships/hyperlink" Target="https://github.com/AAkhtanin/hedgehog-os/blob/main/docs/showcase/gate5_reference_v01/independent_authoring_v01.pdf" TargetMode="External" Id="R4a16a847424a477f" /><Relationship Type="http://schemas.openxmlformats.org/officeDocument/2006/relationships/notesSlide" Target="/ppt/notesSlides/notesSlide24.xml" Id="R7e706eca79214b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b630be0042849d9" /><Relationship Type="http://schemas.openxmlformats.org/officeDocument/2006/relationships/hyperlink" Target="https://github.com/AAkhtanin/hedgehog-os/blob/64f2b38b0d671e4907bae8649fff8f3d2ee0751c/docs/gate5_authoring_kit_v01/START_HERE.md" TargetMode="External" Id="Ra444ce457ebf4e30" /><Relationship Type="http://schemas.openxmlformats.org/officeDocument/2006/relationships/notesSlide" Target="/ppt/notesSlides/notesSlide25.xml" Id="R6f8a1107c3764ed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173ac872cc4387" /><Relationship Type="http://schemas.openxmlformats.org/officeDocument/2006/relationships/hyperlink" Target="https://github.com/AAkhtanin/hedgehog-os/blob/main/docs/showcase/gate5_reference_v01/publication_status_v01.json" TargetMode="External" Id="R0581d9aa3a38492f" /><Relationship Type="http://schemas.openxmlformats.org/officeDocument/2006/relationships/notesSlide" Target="/ppt/notesSlides/notesSlide26.xml" Id="R08e176eda301423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6ceb9a240f9470e" /><Relationship Type="http://schemas.openxmlformats.org/officeDocument/2006/relationships/hyperlink" Target="https://github.com/AAkhtanin/hedgehog-os/blob/64f2b38b0d671e4907bae8649fff8f3d2ee0751c/demo/verify_gate5_reference_v01.py" TargetMode="External" Id="R57e1f7ca81c947db" /><Relationship Type="http://schemas.openxmlformats.org/officeDocument/2006/relationships/notesSlide" Target="/ppt/notesSlides/notesSlide27.xml" Id="Rf8e54bed516a4eb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2a644895f5843d3" /><Relationship Type="http://schemas.openxmlformats.org/officeDocument/2006/relationships/hyperlink" Target="https://github.com/AAkhtanin/hedgehog-os/blob/main/docs/showcase/gate5_reference_v01/external_drs_v01.pdf" TargetMode="External" Id="Rab2ce5d87bd64631" /><Relationship Type="http://schemas.openxmlformats.org/officeDocument/2006/relationships/notesSlide" Target="/ppt/notesSlides/notesSlide28.xml" Id="R250bc89875d7473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898ef0c7d2e44fd" /><Relationship Type="http://schemas.openxmlformats.org/officeDocument/2006/relationships/hyperlink" Target="https://github.com/AAkhtanin/hedgehog-os/blob/main/docs/showcase/gate5_reference_v01/technical_appendix_v01.pdf" TargetMode="External" Id="R7fd33245aee8464f" /><Relationship Type="http://schemas.openxmlformats.org/officeDocument/2006/relationships/notesSlide" Target="/ppt/notesSlides/notesSlide29.xml" Id="R21914dec9a804d7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ad782fe3e174f07" /><Relationship Type="http://schemas.openxmlformats.org/officeDocument/2006/relationships/hyperlink" Target="https://github.com/AAkhtanin/hedgehog-os/blob/main/docs/showcase/gate5_reference_v01/GATE5_REFERENCE_READER_V01.xml" TargetMode="External" Id="R6ab10723566c495b" /><Relationship Type="http://schemas.openxmlformats.org/officeDocument/2006/relationships/hyperlink" Target="https://github.com/AAkhtanin/hedgehog-os/blob/main/docs/showcase/gate5_reference_v01/football_domain_v01.pdf" TargetMode="External" Id="R5d6dd9d43e284142" /><Relationship Type="http://schemas.openxmlformats.org/officeDocument/2006/relationships/hyperlink" Target="https://github.com/AAkhtanin/hedgehog-os/blob/main/docs/showcase/gate5_reference_v01/external_drs_v01.pdf" TargetMode="External" Id="R016d608b0c814871" /><Relationship Type="http://schemas.openxmlformats.org/officeDocument/2006/relationships/hyperlink" Target="https://github.com/AAkhtanin/hedgehog-os/blob/main/docs/showcase/gate5_reference_v01/independent_authoring_v01.pdf" TargetMode="External" Id="Rc8a4855a9ba949ff" /><Relationship Type="http://schemas.openxmlformats.org/officeDocument/2006/relationships/hyperlink" Target="https://github.com/AAkhtanin/hedgehog-os/blob/main/docs/showcase/gate5_reference_v01/independent_authoring_v01.pdf" TargetMode="External" Id="Rd1848dec669c43e2" /><Relationship Type="http://schemas.openxmlformats.org/officeDocument/2006/relationships/hyperlink" Target="https://github.com/AAkhtanin/hedgehog-os/blob/main/docs/showcase/gate5_reference_v01/GATE5_REFERENCE_READER_V01.xml" TargetMode="External" Id="Raa1a0ac227ff4cb9" /><Relationship Type="http://schemas.openxmlformats.org/officeDocument/2006/relationships/hyperlink" Target="https://github.com/AAkhtanin/hedgehog-os/blob/64f2b38b0d671e4907bae8649fff8f3d2ee0751c/docs/gate5_authoring_kit_v01/START_HERE.md" TargetMode="External" Id="R6db33c0446dc45df" /><Relationship Type="http://schemas.openxmlformats.org/officeDocument/2006/relationships/hyperlink" Target="https://github.com/AAkhtanin/hedgehog-os/blob/64f2b38b0d671e4907bae8649fff8f3d2ee0751c/demo/verify_gate5_reference_v01.py" TargetMode="External" Id="Rb89fadfabe6b4ee9" /><Relationship Type="http://schemas.openxmlformats.org/officeDocument/2006/relationships/notesSlide" Target="/ppt/notesSlides/notesSlide30.xml" Id="R9bb7b196280043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descr="Conceptual eight-ray Radiolaria specimen in smoky silver with subtle blue-violet details. New artwork for Gate 5. Not a topology or captured evidence."/>
          <p:cNvPicPr>
            <a:picLocks xmlns:a="http://schemas.openxmlformats.org/drawingml/2006/main" noChangeAspect="1"/>
          </p:cNvPicPr>
          <p:nvPr/>
        </p:nvPicPr>
        <p:blipFill>
          <a:blip xmlns:r="http://schemas.openxmlformats.org/officeDocument/2006/relationships" xmlns:a="http://schemas.openxmlformats.org/drawingml/2006/main" r:embed="R6bc3186cadcb4da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5FD302-8016-4CDE-A719-A999F0E27BAF}"/>
              </a:ext>
            </a:extLst>
          </p:cNvPr>
          <p:cNvSpPr>
            <a:spLocks xmlns:a="http://schemas.openxmlformats.org/drawingml/2006/main" noGrp="1"/>
          </p:cNvSpPr>
          <p:nvPr/>
        </p:nvSpPr>
        <p:spPr>
          <a:xfrm xmlns:a="http://schemas.openxmlformats.org/drawingml/2006/main">
            <a:off x="695325" y="485775"/>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RADIOLARIA OS / GATE 5 REFERENCE</a:t>
            </a:r>
          </a:p>
        </p:txBody>
      </p:sp>
      <p:sp>
        <p:nvSpPr>
          <p:cNvPr id="3" name="">
            <a:extLst xmlns:a="http://schemas.openxmlformats.org/drawingml/2006/main">
              <a:ext uri="{FF2B5EF4-FFF2-40B4-BE49-F238E27FC236}">
                <a16:creationId xmlns:a16="http://schemas.microsoft.com/office/drawing/2014/main" id="{53A7022C-D22B-4F48-AEE4-444702012DA1}"/>
              </a:ext>
            </a:extLst>
          </p:cNvPr>
          <p:cNvSpPr>
            <a:spLocks xmlns:a="http://schemas.openxmlformats.org/drawingml/2006/main" noGrp="1"/>
          </p:cNvSpPr>
          <p:nvPr/>
        </p:nvSpPr>
        <p:spPr>
          <a:xfrm xmlns:a="http://schemas.openxmlformats.org/drawingml/2006/main">
            <a:off x="685800" y="1428750"/>
            <a:ext cx="657225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4350" b="1">
                <a:solidFill>
                  <a:srgbClr val="1D1D1F"/>
                </a:solidFill>
                <a:latin typeface="Inter"/>
                <a:ea typeface="Inter"/>
                <a:cs typeface="Inter"/>
              </a:defRPr>
            </a:pPr>
            <a:r>
              <a:rPr sz="4350" b="1">
                <a:solidFill>
                  <a:srgbClr val="1D1D1F"/>
                </a:solidFill>
                <a:latin typeface="Inter"/>
                <a:ea typeface="Inter"/>
                <a:cs typeface="Inter"/>
              </a:rPr>
              <a:t>Computing,</a:t>
            </a:r>
          </a:p>
          <a:p xmlns:a="http://schemas.openxmlformats.org/drawingml/2006/main">
            <a:pPr algn="l">
              <a:lnSpc>
                <a:spcPct val="104000"/>
              </a:lnSpc>
              <a:buNone/>
              <a:defRPr sz="4350" b="1">
                <a:solidFill>
                  <a:srgbClr val="1D1D1F"/>
                </a:solidFill>
                <a:latin typeface="Inter"/>
                <a:ea typeface="Inter"/>
                <a:cs typeface="Inter"/>
              </a:defRPr>
            </a:pPr>
            <a:r>
              <a:rPr sz="4350" b="1">
                <a:solidFill>
                  <a:srgbClr val="1D1D1F"/>
                </a:solidFill>
                <a:latin typeface="Inter"/>
                <a:ea typeface="Inter"/>
                <a:cs typeface="Inter"/>
              </a:rPr>
              <a:t>assembled</a:t>
            </a:r>
          </a:p>
          <a:p xmlns:a="http://schemas.openxmlformats.org/drawingml/2006/main">
            <a:pPr algn="l">
              <a:lnSpc>
                <a:spcPct val="104000"/>
              </a:lnSpc>
              <a:buNone/>
              <a:defRPr sz="4350" b="1">
                <a:solidFill>
                  <a:srgbClr val="1D1D1F"/>
                </a:solidFill>
                <a:latin typeface="Inter"/>
                <a:ea typeface="Inter"/>
                <a:cs typeface="Inter"/>
              </a:defRPr>
            </a:pPr>
            <a:r>
              <a:rPr sz="4350" b="1">
                <a:solidFill>
                  <a:srgbClr val="1D1D1F"/>
                </a:solidFill>
                <a:latin typeface="Inter"/>
                <a:ea typeface="Inter"/>
                <a:cs typeface="Inter"/>
              </a:rPr>
              <a:t>around intent.</a:t>
            </a:r>
          </a:p>
        </p:txBody>
      </p:sp>
      <p:sp>
        <p:nvSpPr>
          <p:cNvPr id="4" name="">
            <a:extLst xmlns:a="http://schemas.openxmlformats.org/drawingml/2006/main">
              <a:ext uri="{FF2B5EF4-FFF2-40B4-BE49-F238E27FC236}">
                <a16:creationId xmlns:a16="http://schemas.microsoft.com/office/drawing/2014/main" id="{375BF733-73AB-4FA2-8794-7FEAB1670D5B}"/>
              </a:ext>
            </a:extLst>
          </p:cNvPr>
          <p:cNvSpPr>
            <a:spLocks xmlns:a="http://schemas.openxmlformats.org/drawingml/2006/main" noGrp="1"/>
          </p:cNvSpPr>
          <p:nvPr/>
        </p:nvSpPr>
        <p:spPr>
          <a:xfrm xmlns:a="http://schemas.openxmlformats.org/drawingml/2006/main">
            <a:off x="704850" y="4076700"/>
            <a:ext cx="5810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D1D1F"/>
                </a:solidFill>
                <a:latin typeface="Inter"/>
                <a:ea typeface="Inter"/>
                <a:cs typeface="Inter"/>
              </a:defRPr>
            </a:pPr>
            <a:r>
              <a:rPr sz="2325" b="1">
                <a:solidFill>
                  <a:srgbClr val="1D1D1F"/>
                </a:solidFill>
                <a:latin typeface="Inter"/>
                <a:ea typeface="Inter"/>
                <a:cs typeface="Inter"/>
              </a:rPr>
              <a:t>A working domain.</a:t>
            </a:r>
          </a:p>
          <a:p xmlns:a="http://schemas.openxmlformats.org/drawingml/2006/main">
            <a:pPr algn="l">
              <a:lnSpc>
                <a:spcPct val="116000"/>
              </a:lnSpc>
              <a:buNone/>
              <a:defRPr sz="2325" b="1">
                <a:solidFill>
                  <a:srgbClr val="1D1D1F"/>
                </a:solidFill>
                <a:latin typeface="Inter"/>
                <a:ea typeface="Inter"/>
                <a:cs typeface="Inter"/>
              </a:defRPr>
            </a:pPr>
            <a:r>
              <a:rPr sz="2325" b="1">
                <a:solidFill>
                  <a:srgbClr val="1D1D1F"/>
                </a:solidFill>
                <a:latin typeface="Inter"/>
                <a:ea typeface="Inter"/>
                <a:cs typeface="Inter"/>
              </a:rPr>
              <a:t>External meaning.</a:t>
            </a:r>
          </a:p>
          <a:p xmlns:a="http://schemas.openxmlformats.org/drawingml/2006/main">
            <a:pPr algn="l">
              <a:lnSpc>
                <a:spcPct val="116000"/>
              </a:lnSpc>
              <a:buNone/>
              <a:defRPr sz="2325" b="1">
                <a:solidFill>
                  <a:srgbClr val="1D1D1F"/>
                </a:solidFill>
                <a:latin typeface="Inter"/>
                <a:ea typeface="Inter"/>
                <a:cs typeface="Inter"/>
              </a:defRPr>
            </a:pPr>
            <a:r>
              <a:rPr sz="2325" b="1">
                <a:solidFill>
                  <a:srgbClr val="1D1D1F"/>
                </a:solidFill>
                <a:latin typeface="Inter"/>
                <a:ea typeface="Inter"/>
                <a:cs typeface="Inter"/>
              </a:rPr>
              <a:t>Independent authorship.</a:t>
            </a:r>
          </a:p>
        </p:txBody>
      </p:sp>
      <p:sp>
        <p:nvSpPr>
          <p:cNvPr id="5" name="">
            <a:extLst xmlns:a="http://schemas.openxmlformats.org/drawingml/2006/main">
              <a:ext uri="{FF2B5EF4-FFF2-40B4-BE49-F238E27FC236}">
                <a16:creationId xmlns:a16="http://schemas.microsoft.com/office/drawing/2014/main" id="{0BD8DB76-C7DA-49A6-8BB9-218C6020673B}"/>
              </a:ext>
            </a:extLst>
          </p:cNvPr>
          <p:cNvSpPr>
            <a:spLocks xmlns:a="http://schemas.openxmlformats.org/drawingml/2006/main" noGrp="1"/>
          </p:cNvSpPr>
          <p:nvPr/>
        </p:nvSpPr>
        <p:spPr>
          <a:xfrm xmlns:a="http://schemas.openxmlformats.org/drawingml/2006/main">
            <a:off x="704850" y="5553075"/>
            <a:ext cx="6410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6E6E73"/>
                </a:solidFill>
                <a:latin typeface="Inter"/>
                <a:ea typeface="Inter"/>
                <a:cs typeface="Inter"/>
              </a:defRPr>
            </a:pPr>
            <a:r>
              <a:rPr sz="1500" b="0">
                <a:solidFill>
                  <a:srgbClr val="6E6E73"/>
                </a:solidFill>
                <a:latin typeface="Inter"/>
                <a:ea typeface="Inter"/>
                <a:cs typeface="Inter"/>
              </a:rPr>
              <a:t>Reference implementation</a:t>
            </a:r>
          </a:p>
          <a:p xmlns:a="http://schemas.openxmlformats.org/drawingml/2006/main">
            <a:pPr algn="l">
              <a:lnSpc>
                <a:spcPct val="116000"/>
              </a:lnSpc>
              <a:buNone/>
              <a:defRPr sz="1500" b="0">
                <a:solidFill>
                  <a:srgbClr val="6E6E73"/>
                </a:solidFill>
                <a:latin typeface="Inter"/>
                <a:ea typeface="Inter"/>
                <a:cs typeface="Inter"/>
              </a:defRPr>
            </a:pPr>
            <a:r>
              <a:rPr sz="1500" b="0">
                <a:solidFill>
                  <a:srgbClr val="6E6E73"/>
                </a:solidFill>
                <a:latin typeface="Inter"/>
                <a:ea typeface="Inter"/>
                <a:cs typeface="Inter"/>
              </a:rPr>
              <a:t>Synthetic venue · amended authoring protocol</a:t>
            </a:r>
          </a:p>
        </p:txBody>
      </p:sp>
      <p:sp>
        <p:nvSpPr>
          <p:cNvPr id="6" name="">
            <a:extLst xmlns:a="http://schemas.openxmlformats.org/drawingml/2006/main">
              <a:ext uri="{FF2B5EF4-FFF2-40B4-BE49-F238E27FC236}">
                <a16:creationId xmlns:a16="http://schemas.microsoft.com/office/drawing/2014/main" id="{8ABCEFEB-2EA9-499D-82F9-26EC0D3101A5}"/>
              </a:ext>
            </a:extLst>
          </p:cNvPr>
          <p:cNvSpPr>
            <a:spLocks xmlns:a="http://schemas.openxmlformats.org/drawingml/2006/main" noGrp="1"/>
          </p:cNvSpPr>
          <p:nvPr/>
        </p:nvSpPr>
        <p:spPr>
          <a:xfrm xmlns:a="http://schemas.openxmlformats.org/drawingml/2006/main">
            <a:off x="704850" y="633412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0071E3"/>
                </a:solidFill>
                <a:latin typeface="Inter"/>
                <a:ea typeface="Inter"/>
                <a:cs typeface="Inter"/>
              </a:defRPr>
            </a:pPr>
            <a:r>
              <a:rPr sz="1275" b="1">
                <a:solidFill>
                  <a:srgbClr val="0071E3"/>
                </a:solidFill>
                <a:latin typeface="Inter"/>
                <a:ea typeface="Inter"/>
                <a:cs typeface="Inter"/>
                <a:hlinkClick xmlns:r="http://schemas.openxmlformats.org/officeDocument/2006/relationships" r:id="R083ca74ff9da4f1b"/>
              </a:rPr>
              <a:t>Engineering accepted 25 September 2026</a:t>
            </a:r>
          </a:p>
        </p:txBody>
      </p:sp>
    </p:spTree>
    <p:extLst>
      <p:ext uri="{BB962C8B-B14F-4D97-AF65-F5344CB8AC3E}">
        <p14:creationId xmlns:p14="http://schemas.microsoft.com/office/powerpoint/2010/main" val="17739630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92FDA2E-FCED-408C-AF91-D4A665126C9F}"/>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Three subjects explain one connected result</a:t>
            </a:r>
          </a:p>
        </p:txBody>
      </p:sp>
      <p:sp>
        <p:nvSpPr>
          <p:cNvPr id="2" name="">
            <a:extLst xmlns:a="http://schemas.openxmlformats.org/drawingml/2006/main">
              <a:ext uri="{FF2B5EF4-FFF2-40B4-BE49-F238E27FC236}">
                <a16:creationId xmlns:a16="http://schemas.microsoft.com/office/drawing/2014/main" id="{6C2E7E05-7BCE-488C-AA3D-98015C9D9075}"/>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A new program used another owner’s evidence to arrange the requested sessions.</a:t>
            </a:r>
          </a:p>
        </p:txBody>
      </p:sp>
      <p:sp>
        <p:nvSpPr>
          <p:cNvPr id="3" name="">
            <a:extLst xmlns:a="http://schemas.openxmlformats.org/drawingml/2006/main">
              <a:ext uri="{FF2B5EF4-FFF2-40B4-BE49-F238E27FC236}">
                <a16:creationId xmlns:a16="http://schemas.microsoft.com/office/drawing/2014/main" id="{B55F6B9F-E627-4A1F-A745-A403217A7C31}"/>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72E21E-2A60-4C89-A531-94782690D104}"/>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051a04ea14394b66"/>
              </a:rPr>
              <a:t>Three routes: Football / External DRS / Independent Authoring</a:t>
            </a:r>
          </a:p>
        </p:txBody>
      </p:sp>
      <p:sp>
        <p:nvSpPr>
          <p:cNvPr id="5" name="">
            <a:extLst xmlns:a="http://schemas.openxmlformats.org/drawingml/2006/main">
              <a:ext uri="{FF2B5EF4-FFF2-40B4-BE49-F238E27FC236}">
                <a16:creationId xmlns:a16="http://schemas.microsoft.com/office/drawing/2014/main" id="{903A9D70-AD78-4E07-AA7D-7E2AC3FC2CEE}"/>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02</a:t>
            </a:r>
          </a:p>
        </p:txBody>
      </p:sp>
      <p:sp>
        <p:nvSpPr>
          <p:cNvPr id="6" name="">
            <a:extLst xmlns:a="http://schemas.openxmlformats.org/drawingml/2006/main">
              <a:ext uri="{FF2B5EF4-FFF2-40B4-BE49-F238E27FC236}">
                <a16:creationId xmlns:a16="http://schemas.microsoft.com/office/drawing/2014/main" id="{3EE0FB67-637F-49E5-87F7-18FB8B74006F}"/>
              </a:ext>
            </a:extLst>
          </p:cNvPr>
          <p:cNvSpPr>
            <a:spLocks xmlns:a="http://schemas.openxmlformats.org/drawingml/2006/main" noGrp="1"/>
          </p:cNvSpPr>
          <p:nvPr/>
        </p:nvSpPr>
        <p:spPr>
          <a:xfrm xmlns:a="http://schemas.openxmlformats.org/drawingml/2006/main">
            <a:off x="7048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F / FOOTBALL</a:t>
            </a:r>
          </a:p>
        </p:txBody>
      </p:sp>
      <p:sp>
        <p:nvSpPr>
          <p:cNvPr id="7" name="">
            <a:extLst xmlns:a="http://schemas.openxmlformats.org/drawingml/2006/main">
              <a:ext uri="{FF2B5EF4-FFF2-40B4-BE49-F238E27FC236}">
                <a16:creationId xmlns:a16="http://schemas.microsoft.com/office/drawing/2014/main" id="{4D351D2D-0429-4522-836D-D4C495AE2573}"/>
              </a:ext>
            </a:extLst>
          </p:cNvPr>
          <p:cNvSpPr>
            <a:spLocks xmlns:a="http://schemas.openxmlformats.org/drawingml/2006/main" noGrp="1"/>
          </p:cNvSpPr>
          <p:nvPr/>
        </p:nvSpPr>
        <p:spPr>
          <a:xfrm xmlns:a="http://schemas.openxmlformats.org/drawingml/2006/main">
            <a:off x="704850" y="3000375"/>
            <a:ext cx="3327400" cy="11430"/>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25742E-A180-4125-84D4-DF3F179845DD}"/>
              </a:ext>
            </a:extLst>
          </p:cNvPr>
          <p:cNvSpPr>
            <a:spLocks xmlns:a="http://schemas.openxmlformats.org/drawingml/2006/main" noGrp="1"/>
          </p:cNvSpPr>
          <p:nvPr/>
        </p:nvSpPr>
        <p:spPr>
          <a:xfrm xmlns:a="http://schemas.openxmlformats.org/drawingml/2006/main">
            <a:off x="7048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What work</a:t>
            </a:r>
          </a:p>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actually happened?</a:t>
            </a:r>
          </a:p>
        </p:txBody>
      </p:sp>
      <p:sp>
        <p:nvSpPr>
          <p:cNvPr id="9" name="">
            <a:extLst xmlns:a="http://schemas.openxmlformats.org/drawingml/2006/main">
              <a:ext uri="{FF2B5EF4-FFF2-40B4-BE49-F238E27FC236}">
                <a16:creationId xmlns:a16="http://schemas.microsoft.com/office/drawing/2014/main" id="{B80AF274-F8EB-470D-8C8E-459E60094562}"/>
              </a:ext>
            </a:extLst>
          </p:cNvPr>
          <p:cNvSpPr>
            <a:spLocks xmlns:a="http://schemas.openxmlformats.org/drawingml/2006/main" noGrp="1"/>
          </p:cNvSpPr>
          <p:nvPr/>
        </p:nvSpPr>
        <p:spPr>
          <a:xfrm xmlns:a="http://schemas.openxmlformats.org/drawingml/2006/main">
            <a:off x="7048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Intent, a permitted change,</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three recorded reservations.</a:t>
            </a:r>
          </a:p>
        </p:txBody>
      </p:sp>
      <p:sp>
        <p:nvSpPr>
          <p:cNvPr id="10" name="">
            <a:extLst xmlns:a="http://schemas.openxmlformats.org/drawingml/2006/main">
              <a:ext uri="{FF2B5EF4-FFF2-40B4-BE49-F238E27FC236}">
                <a16:creationId xmlns:a16="http://schemas.microsoft.com/office/drawing/2014/main" id="{F1A8773D-FAF1-4E94-8BB6-62BFD61C8F77}"/>
              </a:ext>
            </a:extLst>
          </p:cNvPr>
          <p:cNvSpPr>
            <a:spLocks xmlns:a="http://schemas.openxmlformats.org/drawingml/2006/main" noGrp="1"/>
          </p:cNvSpPr>
          <p:nvPr/>
        </p:nvSpPr>
        <p:spPr>
          <a:xfrm xmlns:a="http://schemas.openxmlformats.org/drawingml/2006/main">
            <a:off x="44132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D / EXTERNAL DRS</a:t>
            </a:r>
          </a:p>
        </p:txBody>
      </p:sp>
      <p:sp>
        <p:nvSpPr>
          <p:cNvPr id="11" name="">
            <a:extLst xmlns:a="http://schemas.openxmlformats.org/drawingml/2006/main">
              <a:ext uri="{FF2B5EF4-FFF2-40B4-BE49-F238E27FC236}">
                <a16:creationId xmlns:a16="http://schemas.microsoft.com/office/drawing/2014/main" id="{C4103239-A37C-44FA-A4D2-C815C4C727B8}"/>
              </a:ext>
            </a:extLst>
          </p:cNvPr>
          <p:cNvSpPr>
            <a:spLocks xmlns:a="http://schemas.openxmlformats.org/drawingml/2006/main" noGrp="1"/>
          </p:cNvSpPr>
          <p:nvPr/>
        </p:nvSpPr>
        <p:spPr>
          <a:xfrm xmlns:a="http://schemas.openxmlformats.org/drawingml/2006/main">
            <a:off x="44132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E5D4BC-692D-4448-891E-F5B3A9330304}"/>
              </a:ext>
            </a:extLst>
          </p:cNvPr>
          <p:cNvSpPr>
            <a:spLocks xmlns:a="http://schemas.openxmlformats.org/drawingml/2006/main" noGrp="1"/>
          </p:cNvSpPr>
          <p:nvPr/>
        </p:nvSpPr>
        <p:spPr>
          <a:xfrm xmlns:a="http://schemas.openxmlformats.org/drawingml/2006/main">
            <a:off x="44132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How did external</a:t>
            </a:r>
          </a:p>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meaning become useful?</a:t>
            </a:r>
          </a:p>
        </p:txBody>
      </p:sp>
      <p:sp>
        <p:nvSpPr>
          <p:cNvPr id="13" name="">
            <a:extLst xmlns:a="http://schemas.openxmlformats.org/drawingml/2006/main">
              <a:ext uri="{FF2B5EF4-FFF2-40B4-BE49-F238E27FC236}">
                <a16:creationId xmlns:a16="http://schemas.microsoft.com/office/drawing/2014/main" id="{3755FF17-CA29-4ED4-927D-9CE257366145}"/>
              </a:ext>
            </a:extLst>
          </p:cNvPr>
          <p:cNvSpPr>
            <a:spLocks xmlns:a="http://schemas.openxmlformats.org/drawingml/2006/main" noGrp="1"/>
          </p:cNvSpPr>
          <p:nvPr/>
        </p:nvSpPr>
        <p:spPr>
          <a:xfrm xmlns:a="http://schemas.openxmlformats.org/drawingml/2006/main">
            <a:off x="44132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An address led to evidence</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that a local Work consumed.</a:t>
            </a:r>
          </a:p>
        </p:txBody>
      </p:sp>
      <p:sp>
        <p:nvSpPr>
          <p:cNvPr id="14" name="">
            <a:extLst xmlns:a="http://schemas.openxmlformats.org/drawingml/2006/main">
              <a:ext uri="{FF2B5EF4-FFF2-40B4-BE49-F238E27FC236}">
                <a16:creationId xmlns:a16="http://schemas.microsoft.com/office/drawing/2014/main" id="{23C5FE79-1C08-4840-A20A-0ACCBF18514A}"/>
              </a:ext>
            </a:extLst>
          </p:cNvPr>
          <p:cNvSpPr>
            <a:spLocks xmlns:a="http://schemas.openxmlformats.org/drawingml/2006/main" noGrp="1"/>
          </p:cNvSpPr>
          <p:nvPr/>
        </p:nvSpPr>
        <p:spPr>
          <a:xfrm xmlns:a="http://schemas.openxmlformats.org/drawingml/2006/main">
            <a:off x="81216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 / AUTHORING</a:t>
            </a:r>
          </a:p>
        </p:txBody>
      </p:sp>
      <p:sp>
        <p:nvSpPr>
          <p:cNvPr id="15" name="">
            <a:extLst xmlns:a="http://schemas.openxmlformats.org/drawingml/2006/main">
              <a:ext uri="{FF2B5EF4-FFF2-40B4-BE49-F238E27FC236}">
                <a16:creationId xmlns:a16="http://schemas.microsoft.com/office/drawing/2014/main" id="{B2BDA6B5-6169-49A1-B3E0-9387B7B17D87}"/>
              </a:ext>
            </a:extLst>
          </p:cNvPr>
          <p:cNvSpPr>
            <a:spLocks xmlns:a="http://schemas.openxmlformats.org/drawingml/2006/main" noGrp="1"/>
          </p:cNvSpPr>
          <p:nvPr/>
        </p:nvSpPr>
        <p:spPr>
          <a:xfrm xmlns:a="http://schemas.openxmlformats.org/drawingml/2006/main">
            <a:off x="81216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361EA32-EB44-46EC-A31A-CAC03B21D14F}"/>
              </a:ext>
            </a:extLst>
          </p:cNvPr>
          <p:cNvSpPr>
            <a:spLocks xmlns:a="http://schemas.openxmlformats.org/drawingml/2006/main" noGrp="1"/>
          </p:cNvSpPr>
          <p:nvPr/>
        </p:nvSpPr>
        <p:spPr>
          <a:xfrm xmlns:a="http://schemas.openxmlformats.org/drawingml/2006/main">
            <a:off x="81216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Who built</a:t>
            </a:r>
          </a:p>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the new program?</a:t>
            </a:r>
          </a:p>
        </p:txBody>
      </p:sp>
      <p:sp>
        <p:nvSpPr>
          <p:cNvPr id="17" name="">
            <a:extLst xmlns:a="http://schemas.openxmlformats.org/drawingml/2006/main">
              <a:ext uri="{FF2B5EF4-FFF2-40B4-BE49-F238E27FC236}">
                <a16:creationId xmlns:a16="http://schemas.microsoft.com/office/drawing/2014/main" id="{3B9DDA84-06CA-458C-945A-684C5D26F3FE}"/>
              </a:ext>
            </a:extLst>
          </p:cNvPr>
          <p:cNvSpPr>
            <a:spLocks xmlns:a="http://schemas.openxmlformats.org/drawingml/2006/main" noGrp="1"/>
          </p:cNvSpPr>
          <p:nvPr/>
        </p:nvSpPr>
        <p:spPr>
          <a:xfrm xmlns:a="http://schemas.openxmlformats.org/drawingml/2006/main">
            <a:off x="81216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A bounded author created it.</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Separate reviewers admitted it.</a:t>
            </a:r>
          </a:p>
        </p:txBody>
      </p:sp>
    </p:spTree>
    <p:extLst>
      <p:ext uri="{BB962C8B-B14F-4D97-AF65-F5344CB8AC3E}">
        <p14:creationId xmlns:p14="http://schemas.microsoft.com/office/powerpoint/2010/main" val="6962175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05A6487-C235-4D78-A0E4-5EC221DA6C9E}"/>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program was built first, then used</a:t>
            </a:r>
          </a:p>
        </p:txBody>
      </p:sp>
      <p:sp>
        <p:nvSpPr>
          <p:cNvPr id="2" name="">
            <a:extLst xmlns:a="http://schemas.openxmlformats.org/drawingml/2006/main">
              <a:ext uri="{FF2B5EF4-FFF2-40B4-BE49-F238E27FC236}">
                <a16:creationId xmlns:a16="http://schemas.microsoft.com/office/drawing/2014/main" id="{B49D01B9-E0B3-4049-83A7-559C3459130C}"/>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Construction and execution have separate decisions and separate evidence.</a:t>
            </a:r>
          </a:p>
        </p:txBody>
      </p:sp>
      <p:sp>
        <p:nvSpPr>
          <p:cNvPr id="3" name="">
            <a:extLst xmlns:a="http://schemas.openxmlformats.org/drawingml/2006/main">
              <a:ext uri="{FF2B5EF4-FFF2-40B4-BE49-F238E27FC236}">
                <a16:creationId xmlns:a16="http://schemas.microsoft.com/office/drawing/2014/main" id="{3B29C8A3-FA0D-4060-9251-FDBB5D319D18}"/>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D476AB-DEC9-48F6-A7E4-12AEBA852044}"/>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7e444b8b9ce14841"/>
              </a:rPr>
              <a:t>Design time and run time / mechanism overview</a:t>
            </a:r>
          </a:p>
        </p:txBody>
      </p:sp>
      <p:sp>
        <p:nvSpPr>
          <p:cNvPr id="5" name="">
            <a:extLst xmlns:a="http://schemas.openxmlformats.org/drawingml/2006/main">
              <a:ext uri="{FF2B5EF4-FFF2-40B4-BE49-F238E27FC236}">
                <a16:creationId xmlns:a16="http://schemas.microsoft.com/office/drawing/2014/main" id="{07C5F773-7944-43AE-9136-842D241FB767}"/>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03</a:t>
            </a:r>
          </a:p>
        </p:txBody>
      </p:sp>
      <p:sp>
        <p:nvSpPr>
          <p:cNvPr id="6" name="">
            <a:extLst xmlns:a="http://schemas.openxmlformats.org/drawingml/2006/main">
              <a:ext uri="{FF2B5EF4-FFF2-40B4-BE49-F238E27FC236}">
                <a16:creationId xmlns:a16="http://schemas.microsoft.com/office/drawing/2014/main" id="{FE09B1EF-77D8-4339-BF69-42804F3AE158}"/>
              </a:ext>
            </a:extLst>
          </p:cNvPr>
          <p:cNvSpPr>
            <a:spLocks xmlns:a="http://schemas.openxmlformats.org/drawingml/2006/main" noGrp="1"/>
          </p:cNvSpPr>
          <p:nvPr/>
        </p:nvSpPr>
        <p:spPr>
          <a:xfrm xmlns:a="http://schemas.openxmlformats.org/drawingml/2006/main">
            <a:off x="704850" y="25050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DESIGN TIME</a:t>
            </a:r>
          </a:p>
        </p:txBody>
      </p:sp>
      <p:sp>
        <p:nvSpPr>
          <p:cNvPr id="7" name="">
            <a:extLst xmlns:a="http://schemas.openxmlformats.org/drawingml/2006/main">
              <a:ext uri="{FF2B5EF4-FFF2-40B4-BE49-F238E27FC236}">
                <a16:creationId xmlns:a16="http://schemas.microsoft.com/office/drawing/2014/main" id="{0F50AC95-5F37-4A36-914E-A94B3A2810B6}"/>
              </a:ext>
            </a:extLst>
          </p:cNvPr>
          <p:cNvSpPr>
            <a:spLocks xmlns:a="http://schemas.openxmlformats.org/drawingml/2006/main" noGrp="1"/>
          </p:cNvSpPr>
          <p:nvPr/>
        </p:nvSpPr>
        <p:spPr>
          <a:xfrm xmlns:a="http://schemas.openxmlformats.org/drawingml/2006/main">
            <a:off x="704850" y="2962275"/>
            <a:ext cx="2257425" cy="6667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8" name="">
            <a:extLst xmlns:a="http://schemas.openxmlformats.org/drawingml/2006/main">
              <a:ext uri="{FF2B5EF4-FFF2-40B4-BE49-F238E27FC236}">
                <a16:creationId xmlns:a16="http://schemas.microsoft.com/office/drawing/2014/main" id="{697889D3-8A4F-4B26-BA92-9C20564C2729}"/>
              </a:ext>
            </a:extLst>
          </p:cNvPr>
          <p:cNvSpPr>
            <a:spLocks xmlns:a="http://schemas.openxmlformats.org/drawingml/2006/main" noGrp="1"/>
          </p:cNvSpPr>
          <p:nvPr/>
        </p:nvSpPr>
        <p:spPr>
          <a:xfrm xmlns:a="http://schemas.openxmlformats.org/drawingml/2006/main">
            <a:off x="847725" y="3086100"/>
            <a:ext cx="19716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HOW + WHAT</a:t>
            </a:r>
          </a:p>
        </p:txBody>
      </p:sp>
      <p:sp>
        <p:nvSpPr>
          <p:cNvPr id="9" name="">
            <a:extLst xmlns:a="http://schemas.openxmlformats.org/drawingml/2006/main">
              <a:ext uri="{FF2B5EF4-FFF2-40B4-BE49-F238E27FC236}">
                <a16:creationId xmlns:a16="http://schemas.microsoft.com/office/drawing/2014/main" id="{AFC8FFDA-0FCA-4DB8-AD0E-7E94DA3BFDFA}"/>
              </a:ext>
            </a:extLst>
          </p:cNvPr>
          <p:cNvSpPr>
            <a:spLocks xmlns:a="http://schemas.openxmlformats.org/drawingml/2006/main" noGrp="1"/>
          </p:cNvSpPr>
          <p:nvPr/>
        </p:nvSpPr>
        <p:spPr>
          <a:xfrm xmlns:a="http://schemas.openxmlformats.org/drawingml/2006/main">
            <a:off x="3286125" y="2962275"/>
            <a:ext cx="2305050" cy="6667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0" name="">
            <a:extLst xmlns:a="http://schemas.openxmlformats.org/drawingml/2006/main">
              <a:ext uri="{FF2B5EF4-FFF2-40B4-BE49-F238E27FC236}">
                <a16:creationId xmlns:a16="http://schemas.microsoft.com/office/drawing/2014/main" id="{50677BAD-F7A7-42EA-B320-E32083770D81}"/>
              </a:ext>
            </a:extLst>
          </p:cNvPr>
          <p:cNvSpPr>
            <a:spLocks xmlns:a="http://schemas.openxmlformats.org/drawingml/2006/main" noGrp="1"/>
          </p:cNvSpPr>
          <p:nvPr/>
        </p:nvSpPr>
        <p:spPr>
          <a:xfrm xmlns:a="http://schemas.openxmlformats.org/drawingml/2006/main">
            <a:off x="3429000" y="3086100"/>
            <a:ext cx="2019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External author</a:t>
            </a:r>
          </a:p>
        </p:txBody>
      </p:sp>
      <p:sp>
        <p:nvSpPr>
          <p:cNvPr id="11" name="">
            <a:extLst xmlns:a="http://schemas.openxmlformats.org/drawingml/2006/main">
              <a:ext uri="{FF2B5EF4-FFF2-40B4-BE49-F238E27FC236}">
                <a16:creationId xmlns:a16="http://schemas.microsoft.com/office/drawing/2014/main" id="{CA5BE0EE-8ADD-48FA-A5BB-206DDD1D7605}"/>
              </a:ext>
            </a:extLst>
          </p:cNvPr>
          <p:cNvSpPr>
            <a:spLocks xmlns:a="http://schemas.openxmlformats.org/drawingml/2006/main" noGrp="1"/>
          </p:cNvSpPr>
          <p:nvPr/>
        </p:nvSpPr>
        <p:spPr>
          <a:xfrm xmlns:a="http://schemas.openxmlformats.org/drawingml/2006/main">
            <a:off x="5905500" y="2962275"/>
            <a:ext cx="1952625" cy="6667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2" name="">
            <a:extLst xmlns:a="http://schemas.openxmlformats.org/drawingml/2006/main">
              <a:ext uri="{FF2B5EF4-FFF2-40B4-BE49-F238E27FC236}">
                <a16:creationId xmlns:a16="http://schemas.microsoft.com/office/drawing/2014/main" id="{4555EA30-9277-4243-87EC-C1DD6058EDC6}"/>
              </a:ext>
            </a:extLst>
          </p:cNvPr>
          <p:cNvSpPr>
            <a:spLocks xmlns:a="http://schemas.openxmlformats.org/drawingml/2006/main" noGrp="1"/>
          </p:cNvSpPr>
          <p:nvPr/>
        </p:nvSpPr>
        <p:spPr>
          <a:xfrm xmlns:a="http://schemas.openxmlformats.org/drawingml/2006/main">
            <a:off x="6048375" y="3086100"/>
            <a:ext cx="1666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Candidate</a:t>
            </a:r>
          </a:p>
        </p:txBody>
      </p:sp>
      <p:sp>
        <p:nvSpPr>
          <p:cNvPr id="13" name="">
            <a:extLst xmlns:a="http://schemas.openxmlformats.org/drawingml/2006/main">
              <a:ext uri="{FF2B5EF4-FFF2-40B4-BE49-F238E27FC236}">
                <a16:creationId xmlns:a16="http://schemas.microsoft.com/office/drawing/2014/main" id="{234A81D0-7034-461E-8C8E-8B8E31B77AE9}"/>
              </a:ext>
            </a:extLst>
          </p:cNvPr>
          <p:cNvSpPr>
            <a:spLocks xmlns:a="http://schemas.openxmlformats.org/drawingml/2006/main" noGrp="1"/>
          </p:cNvSpPr>
          <p:nvPr/>
        </p:nvSpPr>
        <p:spPr>
          <a:xfrm xmlns:a="http://schemas.openxmlformats.org/drawingml/2006/main">
            <a:off x="8172450" y="2962275"/>
            <a:ext cx="3257550" cy="6667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4" name="">
            <a:extLst xmlns:a="http://schemas.openxmlformats.org/drawingml/2006/main">
              <a:ext uri="{FF2B5EF4-FFF2-40B4-BE49-F238E27FC236}">
                <a16:creationId xmlns:a16="http://schemas.microsoft.com/office/drawing/2014/main" id="{1E33C26B-2F36-4FE2-8001-417D5B2C805B}"/>
              </a:ext>
            </a:extLst>
          </p:cNvPr>
          <p:cNvSpPr>
            <a:spLocks xmlns:a="http://schemas.openxmlformats.org/drawingml/2006/main" noGrp="1"/>
          </p:cNvSpPr>
          <p:nvPr/>
        </p:nvSpPr>
        <p:spPr>
          <a:xfrm xmlns:a="http://schemas.openxmlformats.org/drawingml/2006/main">
            <a:off x="8315325" y="3086100"/>
            <a:ext cx="297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Review / admission</a:t>
            </a:r>
          </a:p>
        </p:txBody>
      </p:sp>
      <p:sp>
        <p:nvSpPr>
          <p:cNvPr id="15" name="">
            <a:extLst xmlns:a="http://schemas.openxmlformats.org/drawingml/2006/main">
              <a:ext uri="{FF2B5EF4-FFF2-40B4-BE49-F238E27FC236}">
                <a16:creationId xmlns:a16="http://schemas.microsoft.com/office/drawing/2014/main" id="{02A4BF37-7563-4E03-90FC-0B2980C9F58C}"/>
              </a:ext>
            </a:extLst>
          </p:cNvPr>
          <p:cNvSpPr>
            <a:spLocks xmlns:a="http://schemas.openxmlformats.org/drawingml/2006/main" noGrp="1"/>
          </p:cNvSpPr>
          <p:nvPr/>
        </p:nvSpPr>
        <p:spPr>
          <a:xfrm xmlns:a="http://schemas.openxmlformats.org/drawingml/2006/main">
            <a:off x="2981325" y="3286125"/>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6" name="">
            <a:extLst xmlns:a="http://schemas.openxmlformats.org/drawingml/2006/main">
              <a:ext uri="{FF2B5EF4-FFF2-40B4-BE49-F238E27FC236}">
                <a16:creationId xmlns:a16="http://schemas.microsoft.com/office/drawing/2014/main" id="{B43C075E-7622-4BBB-878F-2E559FEEE7B3}"/>
              </a:ext>
            </a:extLst>
          </p:cNvPr>
          <p:cNvSpPr>
            <a:spLocks xmlns:a="http://schemas.openxmlformats.org/drawingml/2006/main" noGrp="1"/>
          </p:cNvSpPr>
          <p:nvPr/>
        </p:nvSpPr>
        <p:spPr>
          <a:xfrm xmlns:a="http://schemas.openxmlformats.org/drawingml/2006/main">
            <a:off x="3048000" y="32194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20A62A4-D192-4C0C-A785-51D5F138FC6B}"/>
              </a:ext>
            </a:extLst>
          </p:cNvPr>
          <p:cNvSpPr>
            <a:spLocks xmlns:a="http://schemas.openxmlformats.org/drawingml/2006/main" noGrp="1"/>
          </p:cNvSpPr>
          <p:nvPr/>
        </p:nvSpPr>
        <p:spPr>
          <a:xfrm xmlns:a="http://schemas.openxmlformats.org/drawingml/2006/main">
            <a:off x="5610225" y="3286125"/>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8" name="">
            <a:extLst xmlns:a="http://schemas.openxmlformats.org/drawingml/2006/main">
              <a:ext uri="{FF2B5EF4-FFF2-40B4-BE49-F238E27FC236}">
                <a16:creationId xmlns:a16="http://schemas.microsoft.com/office/drawing/2014/main" id="{F43B86F3-1739-441D-9CA5-BFFCF435753E}"/>
              </a:ext>
            </a:extLst>
          </p:cNvPr>
          <p:cNvSpPr>
            <a:spLocks xmlns:a="http://schemas.openxmlformats.org/drawingml/2006/main" noGrp="1"/>
          </p:cNvSpPr>
          <p:nvPr/>
        </p:nvSpPr>
        <p:spPr>
          <a:xfrm xmlns:a="http://schemas.openxmlformats.org/drawingml/2006/main">
            <a:off x="5676900" y="32194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D2CDE1B-F134-49C6-BECD-6AFC9196BD12}"/>
              </a:ext>
            </a:extLst>
          </p:cNvPr>
          <p:cNvSpPr>
            <a:spLocks xmlns:a="http://schemas.openxmlformats.org/drawingml/2006/main" noGrp="1"/>
          </p:cNvSpPr>
          <p:nvPr/>
        </p:nvSpPr>
        <p:spPr>
          <a:xfrm xmlns:a="http://schemas.openxmlformats.org/drawingml/2006/main">
            <a:off x="7896225" y="3286125"/>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20" name="">
            <a:extLst xmlns:a="http://schemas.openxmlformats.org/drawingml/2006/main">
              <a:ext uri="{FF2B5EF4-FFF2-40B4-BE49-F238E27FC236}">
                <a16:creationId xmlns:a16="http://schemas.microsoft.com/office/drawing/2014/main" id="{7A8FA7CC-F85D-431C-ABDD-9DE86501E9A1}"/>
              </a:ext>
            </a:extLst>
          </p:cNvPr>
          <p:cNvSpPr>
            <a:spLocks xmlns:a="http://schemas.openxmlformats.org/drawingml/2006/main" noGrp="1"/>
          </p:cNvSpPr>
          <p:nvPr/>
        </p:nvSpPr>
        <p:spPr>
          <a:xfrm xmlns:a="http://schemas.openxmlformats.org/drawingml/2006/main">
            <a:off x="7962900" y="32194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AF492D1-1589-4814-86E8-AE8A609302D3}"/>
              </a:ext>
            </a:extLst>
          </p:cNvPr>
          <p:cNvSpPr>
            <a:spLocks xmlns:a="http://schemas.openxmlformats.org/drawingml/2006/main" noGrp="1"/>
          </p:cNvSpPr>
          <p:nvPr/>
        </p:nvSpPr>
        <p:spPr>
          <a:xfrm xmlns:a="http://schemas.openxmlformats.org/drawingml/2006/main">
            <a:off x="8248650" y="385762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ACCEPTED PROGRAM</a:t>
            </a:r>
          </a:p>
        </p:txBody>
      </p:sp>
      <p:sp>
        <p:nvSpPr>
          <p:cNvPr id="22" name="">
            <a:extLst xmlns:a="http://schemas.openxmlformats.org/drawingml/2006/main">
              <a:ext uri="{FF2B5EF4-FFF2-40B4-BE49-F238E27FC236}">
                <a16:creationId xmlns:a16="http://schemas.microsoft.com/office/drawing/2014/main" id="{B7040F36-7735-4F58-84A5-6C68DB2A74F0}"/>
              </a:ext>
            </a:extLst>
          </p:cNvPr>
          <p:cNvSpPr>
            <a:spLocks xmlns:a="http://schemas.openxmlformats.org/drawingml/2006/main" noGrp="1"/>
          </p:cNvSpPr>
          <p:nvPr/>
        </p:nvSpPr>
        <p:spPr>
          <a:xfrm xmlns:a="http://schemas.openxmlformats.org/drawingml/2006/main">
            <a:off x="9734550" y="3667125"/>
            <a:ext cx="19050" cy="142875"/>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6F20B3-2A5A-4724-8FFF-248AF2FA5A42}"/>
              </a:ext>
            </a:extLst>
          </p:cNvPr>
          <p:cNvSpPr>
            <a:spLocks xmlns:a="http://schemas.openxmlformats.org/drawingml/2006/main" noGrp="1"/>
          </p:cNvSpPr>
          <p:nvPr/>
        </p:nvSpPr>
        <p:spPr>
          <a:xfrm xmlns:a="http://schemas.openxmlformats.org/drawingml/2006/main">
            <a:off x="704850" y="4105275"/>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RUN TIME</a:t>
            </a:r>
          </a:p>
        </p:txBody>
      </p:sp>
      <p:sp>
        <p:nvSpPr>
          <p:cNvPr id="24" name="">
            <a:extLst xmlns:a="http://schemas.openxmlformats.org/drawingml/2006/main">
              <a:ext uri="{FF2B5EF4-FFF2-40B4-BE49-F238E27FC236}">
                <a16:creationId xmlns:a16="http://schemas.microsoft.com/office/drawing/2014/main" id="{6925EB3A-226F-4546-B40C-D234114DE9EC}"/>
              </a:ext>
            </a:extLst>
          </p:cNvPr>
          <p:cNvSpPr>
            <a:spLocks xmlns:a="http://schemas.openxmlformats.org/drawingml/2006/main" noGrp="1"/>
          </p:cNvSpPr>
          <p:nvPr/>
        </p:nvSpPr>
        <p:spPr>
          <a:xfrm xmlns:a="http://schemas.openxmlformats.org/drawingml/2006/main">
            <a:off x="704850" y="4562475"/>
            <a:ext cx="225742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25" name="">
            <a:extLst xmlns:a="http://schemas.openxmlformats.org/drawingml/2006/main">
              <a:ext uri="{FF2B5EF4-FFF2-40B4-BE49-F238E27FC236}">
                <a16:creationId xmlns:a16="http://schemas.microsoft.com/office/drawing/2014/main" id="{07FEC61E-4B41-448D-BCA9-2C9FAE425E80}"/>
              </a:ext>
            </a:extLst>
          </p:cNvPr>
          <p:cNvSpPr>
            <a:spLocks xmlns:a="http://schemas.openxmlformats.org/drawingml/2006/main" noGrp="1"/>
          </p:cNvSpPr>
          <p:nvPr/>
        </p:nvSpPr>
        <p:spPr>
          <a:xfrm xmlns:a="http://schemas.openxmlformats.org/drawingml/2006/main">
            <a:off x="847725" y="4686300"/>
            <a:ext cx="1971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Intent + proposal</a:t>
            </a:r>
          </a:p>
        </p:txBody>
      </p:sp>
      <p:sp>
        <p:nvSpPr>
          <p:cNvPr id="26" name="">
            <a:extLst xmlns:a="http://schemas.openxmlformats.org/drawingml/2006/main">
              <a:ext uri="{FF2B5EF4-FFF2-40B4-BE49-F238E27FC236}">
                <a16:creationId xmlns:a16="http://schemas.microsoft.com/office/drawing/2014/main" id="{F1C3A62C-1625-4891-85AC-786D89E3FFD0}"/>
              </a:ext>
            </a:extLst>
          </p:cNvPr>
          <p:cNvSpPr>
            <a:spLocks xmlns:a="http://schemas.openxmlformats.org/drawingml/2006/main" noGrp="1"/>
          </p:cNvSpPr>
          <p:nvPr/>
        </p:nvSpPr>
        <p:spPr>
          <a:xfrm xmlns:a="http://schemas.openxmlformats.org/drawingml/2006/main">
            <a:off x="3286125" y="4562475"/>
            <a:ext cx="230505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27" name="">
            <a:extLst xmlns:a="http://schemas.openxmlformats.org/drawingml/2006/main">
              <a:ext uri="{FF2B5EF4-FFF2-40B4-BE49-F238E27FC236}">
                <a16:creationId xmlns:a16="http://schemas.microsoft.com/office/drawing/2014/main" id="{5DCECFD0-72C3-4BD1-B769-701A1BE82400}"/>
              </a:ext>
            </a:extLst>
          </p:cNvPr>
          <p:cNvSpPr>
            <a:spLocks xmlns:a="http://schemas.openxmlformats.org/drawingml/2006/main" noGrp="1"/>
          </p:cNvSpPr>
          <p:nvPr/>
        </p:nvSpPr>
        <p:spPr>
          <a:xfrm xmlns:a="http://schemas.openxmlformats.org/drawingml/2006/main">
            <a:off x="3429000" y="4686300"/>
            <a:ext cx="2019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Local Work / DRS</a:t>
            </a:r>
          </a:p>
        </p:txBody>
      </p:sp>
      <p:sp>
        <p:nvSpPr>
          <p:cNvPr id="28" name="">
            <a:extLst xmlns:a="http://schemas.openxmlformats.org/drawingml/2006/main">
              <a:ext uri="{FF2B5EF4-FFF2-40B4-BE49-F238E27FC236}">
                <a16:creationId xmlns:a16="http://schemas.microsoft.com/office/drawing/2014/main" id="{80AB2D3E-8872-43E6-BEB7-D372554A0915}"/>
              </a:ext>
            </a:extLst>
          </p:cNvPr>
          <p:cNvSpPr>
            <a:spLocks xmlns:a="http://schemas.openxmlformats.org/drawingml/2006/main" noGrp="1"/>
          </p:cNvSpPr>
          <p:nvPr/>
        </p:nvSpPr>
        <p:spPr>
          <a:xfrm xmlns:a="http://schemas.openxmlformats.org/drawingml/2006/main">
            <a:off x="5905500" y="4562475"/>
            <a:ext cx="1952625"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29" name="">
            <a:extLst xmlns:a="http://schemas.openxmlformats.org/drawingml/2006/main">
              <a:ext uri="{FF2B5EF4-FFF2-40B4-BE49-F238E27FC236}">
                <a16:creationId xmlns:a16="http://schemas.microsoft.com/office/drawing/2014/main" id="{4358FC07-5946-4A1D-8811-4956116BBF46}"/>
              </a:ext>
            </a:extLst>
          </p:cNvPr>
          <p:cNvSpPr>
            <a:spLocks xmlns:a="http://schemas.openxmlformats.org/drawingml/2006/main" noGrp="1"/>
          </p:cNvSpPr>
          <p:nvPr/>
        </p:nvSpPr>
        <p:spPr>
          <a:xfrm xmlns:a="http://schemas.openxmlformats.org/drawingml/2006/main">
            <a:off x="6048375" y="4686300"/>
            <a:ext cx="1666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Owner consent</a:t>
            </a:r>
          </a:p>
        </p:txBody>
      </p:sp>
      <p:sp>
        <p:nvSpPr>
          <p:cNvPr id="30" name="">
            <a:extLst xmlns:a="http://schemas.openxmlformats.org/drawingml/2006/main">
              <a:ext uri="{FF2B5EF4-FFF2-40B4-BE49-F238E27FC236}">
                <a16:creationId xmlns:a16="http://schemas.microsoft.com/office/drawing/2014/main" id="{0A95B0CF-278D-4791-800C-0E766D14F1B3}"/>
              </a:ext>
            </a:extLst>
          </p:cNvPr>
          <p:cNvSpPr>
            <a:spLocks xmlns:a="http://schemas.openxmlformats.org/drawingml/2006/main" noGrp="1"/>
          </p:cNvSpPr>
          <p:nvPr/>
        </p:nvSpPr>
        <p:spPr>
          <a:xfrm xmlns:a="http://schemas.openxmlformats.org/drawingml/2006/main">
            <a:off x="8172450" y="4562475"/>
            <a:ext cx="325755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31" name="">
            <a:extLst xmlns:a="http://schemas.openxmlformats.org/drawingml/2006/main">
              <a:ext uri="{FF2B5EF4-FFF2-40B4-BE49-F238E27FC236}">
                <a16:creationId xmlns:a16="http://schemas.microsoft.com/office/drawing/2014/main" id="{15FD65D0-F361-4F3C-B481-13BBF7E11B53}"/>
              </a:ext>
            </a:extLst>
          </p:cNvPr>
          <p:cNvSpPr>
            <a:spLocks xmlns:a="http://schemas.openxmlformats.org/drawingml/2006/main" noGrp="1"/>
          </p:cNvSpPr>
          <p:nvPr/>
        </p:nvSpPr>
        <p:spPr>
          <a:xfrm xmlns:a="http://schemas.openxmlformats.org/drawingml/2006/main">
            <a:off x="8315325" y="4686300"/>
            <a:ext cx="2971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Native MOCK / record</a:t>
            </a:r>
          </a:p>
        </p:txBody>
      </p:sp>
      <p:sp>
        <p:nvSpPr>
          <p:cNvPr id="32" name="">
            <a:extLst xmlns:a="http://schemas.openxmlformats.org/drawingml/2006/main">
              <a:ext uri="{FF2B5EF4-FFF2-40B4-BE49-F238E27FC236}">
                <a16:creationId xmlns:a16="http://schemas.microsoft.com/office/drawing/2014/main" id="{3A543C0A-F78F-46C3-B140-28CEBA583E71}"/>
              </a:ext>
            </a:extLst>
          </p:cNvPr>
          <p:cNvSpPr>
            <a:spLocks xmlns:a="http://schemas.openxmlformats.org/drawingml/2006/main" noGrp="1"/>
          </p:cNvSpPr>
          <p:nvPr/>
        </p:nvSpPr>
        <p:spPr>
          <a:xfrm xmlns:a="http://schemas.openxmlformats.org/drawingml/2006/main">
            <a:off x="2981325" y="4933950"/>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33" name="">
            <a:extLst xmlns:a="http://schemas.openxmlformats.org/drawingml/2006/main">
              <a:ext uri="{FF2B5EF4-FFF2-40B4-BE49-F238E27FC236}">
                <a16:creationId xmlns:a16="http://schemas.microsoft.com/office/drawing/2014/main" id="{6AF222F8-F17F-4B0C-9CBA-0352CEA517BC}"/>
              </a:ext>
            </a:extLst>
          </p:cNvPr>
          <p:cNvSpPr>
            <a:spLocks xmlns:a="http://schemas.openxmlformats.org/drawingml/2006/main" noGrp="1"/>
          </p:cNvSpPr>
          <p:nvPr/>
        </p:nvSpPr>
        <p:spPr>
          <a:xfrm xmlns:a="http://schemas.openxmlformats.org/drawingml/2006/main">
            <a:off x="3048000" y="486727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81357BE-8CA7-48B9-9283-C7EC7464E1AB}"/>
              </a:ext>
            </a:extLst>
          </p:cNvPr>
          <p:cNvSpPr>
            <a:spLocks xmlns:a="http://schemas.openxmlformats.org/drawingml/2006/main" noGrp="1"/>
          </p:cNvSpPr>
          <p:nvPr/>
        </p:nvSpPr>
        <p:spPr>
          <a:xfrm xmlns:a="http://schemas.openxmlformats.org/drawingml/2006/main">
            <a:off x="5610225" y="4933950"/>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35" name="">
            <a:extLst xmlns:a="http://schemas.openxmlformats.org/drawingml/2006/main">
              <a:ext uri="{FF2B5EF4-FFF2-40B4-BE49-F238E27FC236}">
                <a16:creationId xmlns:a16="http://schemas.microsoft.com/office/drawing/2014/main" id="{FC95D652-273B-4176-B7BD-06A44884CAEC}"/>
              </a:ext>
            </a:extLst>
          </p:cNvPr>
          <p:cNvSpPr>
            <a:spLocks xmlns:a="http://schemas.openxmlformats.org/drawingml/2006/main" noGrp="1"/>
          </p:cNvSpPr>
          <p:nvPr/>
        </p:nvSpPr>
        <p:spPr>
          <a:xfrm xmlns:a="http://schemas.openxmlformats.org/drawingml/2006/main">
            <a:off x="5676900" y="486727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FE66DF1-92E7-418A-9280-63AE6139B6FA}"/>
              </a:ext>
            </a:extLst>
          </p:cNvPr>
          <p:cNvSpPr>
            <a:spLocks xmlns:a="http://schemas.openxmlformats.org/drawingml/2006/main" noGrp="1"/>
          </p:cNvSpPr>
          <p:nvPr/>
        </p:nvSpPr>
        <p:spPr>
          <a:xfrm xmlns:a="http://schemas.openxmlformats.org/drawingml/2006/main">
            <a:off x="7896225" y="4933950"/>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37" name="">
            <a:extLst xmlns:a="http://schemas.openxmlformats.org/drawingml/2006/main">
              <a:ext uri="{FF2B5EF4-FFF2-40B4-BE49-F238E27FC236}">
                <a16:creationId xmlns:a16="http://schemas.microsoft.com/office/drawing/2014/main" id="{F75C6822-F7C7-40E1-B7B3-AAC7081E288D}"/>
              </a:ext>
            </a:extLst>
          </p:cNvPr>
          <p:cNvSpPr>
            <a:spLocks xmlns:a="http://schemas.openxmlformats.org/drawingml/2006/main" noGrp="1"/>
          </p:cNvSpPr>
          <p:nvPr/>
        </p:nvSpPr>
        <p:spPr>
          <a:xfrm xmlns:a="http://schemas.openxmlformats.org/drawingml/2006/main">
            <a:off x="7962900" y="486727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621AF08-EE0C-4A12-B55E-0060B618AEC9}"/>
              </a:ext>
            </a:extLst>
          </p:cNvPr>
          <p:cNvSpPr>
            <a:spLocks xmlns:a="http://schemas.openxmlformats.org/drawingml/2006/main" noGrp="1"/>
          </p:cNvSpPr>
          <p:nvPr/>
        </p:nvSpPr>
        <p:spPr>
          <a:xfrm xmlns:a="http://schemas.openxmlformats.org/drawingml/2006/main">
            <a:off x="704850" y="5591175"/>
            <a:ext cx="10734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6E6E73"/>
                </a:solidFill>
                <a:latin typeface="Inter"/>
                <a:ea typeface="Inter"/>
                <a:cs typeface="Inter"/>
              </a:defRPr>
            </a:pPr>
            <a:r>
              <a:rPr sz="1950" b="0">
                <a:solidFill>
                  <a:srgbClr val="6E6E73"/>
                </a:solidFill>
                <a:latin typeface="Inter"/>
                <a:ea typeface="Inter"/>
                <a:cs typeface="Inter"/>
              </a:rPr>
              <a:t>The running system did not discover, write and install its own football program.</a:t>
            </a:r>
          </a:p>
        </p:txBody>
      </p:sp>
    </p:spTree>
    <p:extLst>
      <p:ext uri="{BB962C8B-B14F-4D97-AF65-F5344CB8AC3E}">
        <p14:creationId xmlns:p14="http://schemas.microsoft.com/office/powerpoint/2010/main" val="3372046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2EE1B7-F87D-4251-AC33-6772330068ED}"/>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request was three training sessions</a:t>
            </a:r>
          </a:p>
        </p:txBody>
      </p:sp>
      <p:sp>
        <p:nvSpPr>
          <p:cNvPr id="2" name="">
            <a:extLst xmlns:a="http://schemas.openxmlformats.org/drawingml/2006/main">
              <a:ext uri="{FF2B5EF4-FFF2-40B4-BE49-F238E27FC236}">
                <a16:creationId xmlns:a16="http://schemas.microsoft.com/office/drawing/2014/main" id="{CEDCF950-2160-4572-8580-478B0D38F416}"/>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A real planning need supplied the story. The venue, inventory and prices are synthetic.</a:t>
            </a:r>
          </a:p>
        </p:txBody>
      </p:sp>
      <p:sp>
        <p:nvSpPr>
          <p:cNvPr id="3" name="">
            <a:extLst xmlns:a="http://schemas.openxmlformats.org/drawingml/2006/main">
              <a:ext uri="{FF2B5EF4-FFF2-40B4-BE49-F238E27FC236}">
                <a16:creationId xmlns:a16="http://schemas.microsoft.com/office/drawing/2014/main" id="{5F6D5518-9835-4326-84BB-7D39440BEC88}"/>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FF0DF2-C5E8-4EB5-9A7E-2CCC123C9AB6}"/>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84ff80246b2741dc"/>
              </a:rPr>
              <a:t>F / Request, calendar and inventory</a:t>
            </a:r>
          </a:p>
        </p:txBody>
      </p:sp>
      <p:sp>
        <p:nvSpPr>
          <p:cNvPr id="5" name="">
            <a:extLst xmlns:a="http://schemas.openxmlformats.org/drawingml/2006/main">
              <a:ext uri="{FF2B5EF4-FFF2-40B4-BE49-F238E27FC236}">
                <a16:creationId xmlns:a16="http://schemas.microsoft.com/office/drawing/2014/main" id="{B579DD22-E855-42CE-9EA8-C6F1A2891CCD}"/>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04</a:t>
            </a:r>
          </a:p>
        </p:txBody>
      </p:sp>
      <p:graphicFrame>
        <p:nvGraphicFramePr>
          <p:cNvPr id="15" name=""/>
          <p:cNvGraphicFramePr/>
          <p:nvPr/>
        </p:nvGraphicFramePr>
        <p:xfrm>
          <a:off xmlns:a="http://schemas.openxmlformats.org/drawingml/2006/main" x="704850" y="2514600"/>
          <a:ext xmlns:a="http://schemas.openxmlformats.org/drawingml/2006/main" cx="10744200" cy="2419350"/>
        </p:xfrm>
        <a:graphic xmlns:a="http://schemas.openxmlformats.org/drawingml/2006/main">
          <a:graphicData uri="http://schemas.openxmlformats.org/drawingml/2006/table">
            <a:tbl>
              <a:tblPr firstRow="1" bandRow="0"/>
              <a:tblGrid>
                <a:gridCol w="2714625"/>
                <a:gridCol w="4762500"/>
                <a:gridCol w="3267075"/>
              </a:tblGrid>
              <a:tr h="604838">
                <a:tc>
                  <a:txBody>
                    <a:bodyPr lIns="104775" tIns="85725" rIns="104775" bIns="85725">
                      <a:noAutofit/>
                    </a:bodyPr>
                    <a:lstStyle/>
                    <a:p>
                      <a:r>
                        <a:rPr sz="1500" b="1">
                          <a:solidFill>
                            <a:srgbClr val="6E6E73"/>
                          </a:solidFill>
                          <a:latin typeface="Inter"/>
                          <a:ea typeface="Inter"/>
                          <a:cs typeface="Inter"/>
                        </a:rPr>
                        <a:t>JANUARY 2027</a:t>
                      </a:r>
                    </a:p>
                  </a:txBody>
                  <a:tcPr marL="91440" marR="91440" marT="45720" marB="45720" anchor="ctr">
                    <a:solidFill>
                      <a:srgbClr val="F5F5F7"/>
                    </a:solidFill>
                  </a:tcPr>
                </a:tc>
                <a:tc>
                  <a:txBody>
                    <a:bodyPr lIns="104775" tIns="85725" rIns="104775" bIns="85725">
                      <a:noAutofit/>
                    </a:bodyPr>
                    <a:lstStyle/>
                    <a:p>
                      <a:r>
                        <a:rPr sz="1500" b="1">
                          <a:solidFill>
                            <a:srgbClr val="6E6E73"/>
                          </a:solidFill>
                          <a:latin typeface="Inter"/>
                          <a:ea typeface="Inter"/>
                          <a:cs typeface="Inter"/>
                        </a:rPr>
                        <a:t>REQUESTED TIME</a:t>
                      </a:r>
                    </a:p>
                  </a:txBody>
                  <a:tcPr marL="91440" marR="91440" marT="45720" marB="45720" anchor="ctr">
                    <a:solidFill>
                      <a:srgbClr val="F5F5F7"/>
                    </a:solidFill>
                  </a:tcPr>
                </a:tc>
                <a:tc>
                  <a:txBody>
                    <a:bodyPr lIns="104775" tIns="85725" rIns="104775" bIns="85725">
                      <a:noAutofit/>
                    </a:bodyPr>
                    <a:lstStyle/>
                    <a:p>
                      <a:r>
                        <a:rPr sz="1500" b="1">
                          <a:solidFill>
                            <a:srgbClr val="6E6E73"/>
                          </a:solidFill>
                          <a:latin typeface="Inter"/>
                          <a:ea typeface="Inter"/>
                          <a:cs typeface="Inter"/>
                        </a:rPr>
                        <a:t>DURATION</a:t>
                      </a:r>
                    </a:p>
                  </a:txBody>
                  <a:tcPr marL="91440" marR="91440" marT="45720" marB="45720" anchor="ctr">
                    <a:solidFill>
                      <a:srgbClr val="F5F5F7"/>
                    </a:solidFill>
                  </a:tcPr>
                </a:tc>
              </a:tr>
              <a:tr h="604838">
                <a:tc>
                  <a:txBody>
                    <a:bodyPr lIns="104775" tIns="85725" rIns="104775" bIns="85725">
                      <a:noAutofit/>
                    </a:bodyPr>
                    <a:lstStyle/>
                    <a:p>
                      <a:r>
                        <a:rPr sz="2175" b="0">
                          <a:solidFill>
                            <a:srgbClr val="1D1D1F"/>
                          </a:solidFill>
                          <a:latin typeface="Inter"/>
                          <a:ea typeface="Inter"/>
                          <a:cs typeface="Inter"/>
                        </a:rPr>
                        <a:t>7 January</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16:30–18:00</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90 minutes</a:t>
                      </a:r>
                    </a:p>
                  </a:txBody>
                  <a:tcPr marL="91440" marR="91440" marT="45720" marB="45720" anchor="ctr">
                    <a:solidFill>
                      <a:srgbClr val="FFFFFF"/>
                    </a:solidFill>
                  </a:tcPr>
                </a:tc>
              </a:tr>
              <a:tr h="604838">
                <a:tc>
                  <a:txBody>
                    <a:bodyPr lIns="104775" tIns="85725" rIns="104775" bIns="85725">
                      <a:noAutofit/>
                    </a:bodyPr>
                    <a:lstStyle/>
                    <a:p>
                      <a:r>
                        <a:rPr sz="2175" b="0">
                          <a:solidFill>
                            <a:srgbClr val="1D1D1F"/>
                          </a:solidFill>
                          <a:latin typeface="Inter"/>
                          <a:ea typeface="Inter"/>
                          <a:cs typeface="Inter"/>
                        </a:rPr>
                        <a:t>8 January</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11:00–12:30</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90 minutes</a:t>
                      </a:r>
                    </a:p>
                  </a:txBody>
                  <a:tcPr marL="91440" marR="91440" marT="45720" marB="45720" anchor="ctr">
                    <a:solidFill>
                      <a:srgbClr val="FFFFFF"/>
                    </a:solidFill>
                  </a:tcPr>
                </a:tc>
              </a:tr>
              <a:tr h="604838">
                <a:tc>
                  <a:txBody>
                    <a:bodyPr lIns="104775" tIns="85725" rIns="104775" bIns="85725">
                      <a:noAutofit/>
                    </a:bodyPr>
                    <a:lstStyle/>
                    <a:p>
                      <a:r>
                        <a:rPr sz="2175" b="0">
                          <a:solidFill>
                            <a:srgbClr val="1D1D1F"/>
                          </a:solidFill>
                          <a:latin typeface="Inter"/>
                          <a:ea typeface="Inter"/>
                          <a:cs typeface="Inter"/>
                        </a:rPr>
                        <a:t>9 January</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11:00–12:30</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90 minutes</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D135CFF-4638-4284-89B3-9D033FDEF4DB}"/>
              </a:ext>
            </a:extLst>
          </p:cNvPr>
          <p:cNvSpPr>
            <a:spLocks xmlns:a="http://schemas.openxmlformats.org/drawingml/2006/main" noGrp="1"/>
          </p:cNvSpPr>
          <p:nvPr/>
        </p:nvSpPr>
        <p:spPr>
          <a:xfrm xmlns:a="http://schemas.openxmlformats.org/drawingml/2006/main">
            <a:off x="704850" y="523875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75" b="1">
                <a:solidFill>
                  <a:srgbClr val="1D1D1F"/>
                </a:solidFill>
                <a:latin typeface="Inter"/>
                <a:ea typeface="Inter"/>
                <a:cs typeface="Inter"/>
              </a:defRPr>
            </a:pPr>
            <a:r>
              <a:rPr sz="2475" b="1">
                <a:solidFill>
                  <a:srgbClr val="1D1D1F"/>
                </a:solidFill>
                <a:latin typeface="Inter"/>
                <a:ea typeface="Inter"/>
                <a:cs typeface="Inter"/>
              </a:rPr>
              <a:t>Natural grass. Full-size pitch.</a:t>
            </a:r>
          </a:p>
        </p:txBody>
      </p:sp>
      <p:sp>
        <p:nvSpPr>
          <p:cNvPr id="8" name="">
            <a:extLst xmlns:a="http://schemas.openxmlformats.org/drawingml/2006/main">
              <a:ext uri="{FF2B5EF4-FFF2-40B4-BE49-F238E27FC236}">
                <a16:creationId xmlns:a16="http://schemas.microsoft.com/office/drawing/2014/main" id="{6B71F302-3BAC-46C1-9210-0BA8715E18A9}"/>
              </a:ext>
            </a:extLst>
          </p:cNvPr>
          <p:cNvSpPr>
            <a:spLocks xmlns:a="http://schemas.openxmlformats.org/drawingml/2006/main" noGrp="1"/>
          </p:cNvSpPr>
          <p:nvPr/>
        </p:nvSpPr>
        <p:spPr>
          <a:xfrm xmlns:a="http://schemas.openxmlformats.org/drawingml/2006/main">
            <a:off x="7962900" y="52387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475" b="1">
                <a:solidFill>
                  <a:srgbClr val="0071E3"/>
                </a:solidFill>
                <a:latin typeface="Inter"/>
                <a:ea typeface="Inter"/>
                <a:cs typeface="Inter"/>
              </a:defRPr>
            </a:pPr>
            <a:r>
              <a:rPr sz="2475" b="1">
                <a:solidFill>
                  <a:srgbClr val="0071E3"/>
                </a:solidFill>
                <a:latin typeface="Inter"/>
                <a:ea typeface="Inter"/>
                <a:cs typeface="Inter"/>
              </a:rPr>
              <a:t>€70.00 budget</a:t>
            </a:r>
          </a:p>
        </p:txBody>
      </p:sp>
      <p:sp>
        <p:nvSpPr>
          <p:cNvPr id="9" name="">
            <a:extLst xmlns:a="http://schemas.openxmlformats.org/drawingml/2006/main">
              <a:ext uri="{FF2B5EF4-FFF2-40B4-BE49-F238E27FC236}">
                <a16:creationId xmlns:a16="http://schemas.microsoft.com/office/drawing/2014/main" id="{C8FBEB54-6B8E-469D-961A-612CC9675616}"/>
              </a:ext>
            </a:extLst>
          </p:cNvPr>
          <p:cNvSpPr>
            <a:spLocks xmlns:a="http://schemas.openxmlformats.org/drawingml/2006/main" noGrp="1"/>
          </p:cNvSpPr>
          <p:nvPr/>
        </p:nvSpPr>
        <p:spPr>
          <a:xfrm xmlns:a="http://schemas.openxmlformats.org/drawingml/2006/main">
            <a:off x="704850" y="57531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6E6E73"/>
                </a:solidFill>
                <a:latin typeface="Inter"/>
                <a:ea typeface="Inter"/>
                <a:cs typeface="Inter"/>
              </a:defRPr>
            </a:pPr>
            <a:r>
              <a:rPr sz="1650" b="0">
                <a:solidFill>
                  <a:srgbClr val="6E6E73"/>
                </a:solidFill>
                <a:latin typeface="Inter"/>
                <a:ea typeface="Inter"/>
                <a:cs typeface="Inter"/>
              </a:rPr>
              <a:t>Europe/Tirane civil times. Budget: 7,000 minor EUR.</a:t>
            </a:r>
          </a:p>
        </p:txBody>
      </p:sp>
    </p:spTree>
    <p:extLst>
      <p:ext uri="{BB962C8B-B14F-4D97-AF65-F5344CB8AC3E}">
        <p14:creationId xmlns:p14="http://schemas.microsoft.com/office/powerpoint/2010/main" val="6087037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1D2863C-6F1C-418C-B283-C702E82BD174}"/>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exact request had no complete offer</a:t>
            </a:r>
          </a:p>
        </p:txBody>
      </p:sp>
      <p:sp>
        <p:nvSpPr>
          <p:cNvPr id="2" name="">
            <a:extLst xmlns:a="http://schemas.openxmlformats.org/drawingml/2006/main">
              <a:ext uri="{FF2B5EF4-FFF2-40B4-BE49-F238E27FC236}">
                <a16:creationId xmlns:a16="http://schemas.microsoft.com/office/drawing/2014/main" id="{B5CA0D26-95FF-46E6-9046-A88DD49FC312}"/>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program preserved all requested hours and reported the missing fit.</a:t>
            </a:r>
          </a:p>
        </p:txBody>
      </p:sp>
      <p:sp>
        <p:nvSpPr>
          <p:cNvPr id="3" name="">
            <a:extLst xmlns:a="http://schemas.openxmlformats.org/drawingml/2006/main">
              <a:ext uri="{FF2B5EF4-FFF2-40B4-BE49-F238E27FC236}">
                <a16:creationId xmlns:a16="http://schemas.microsoft.com/office/drawing/2014/main" id="{94534041-B184-42EA-BF1D-143D0369C4DD}"/>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5F97F9-A017-4B26-9285-C1254589627E}"/>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6060b0f2b65f4853"/>
              </a:rPr>
              <a:t>F / EXACT model response and native consumption</a:t>
            </a:r>
          </a:p>
        </p:txBody>
      </p:sp>
      <p:sp>
        <p:nvSpPr>
          <p:cNvPr id="5" name="">
            <a:extLst xmlns:a="http://schemas.openxmlformats.org/drawingml/2006/main">
              <a:ext uri="{FF2B5EF4-FFF2-40B4-BE49-F238E27FC236}">
                <a16:creationId xmlns:a16="http://schemas.microsoft.com/office/drawing/2014/main" id="{B78DC652-2230-4DCC-8C78-041A5CD5D113}"/>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05</a:t>
            </a:r>
          </a:p>
        </p:txBody>
      </p:sp>
      <p:sp>
        <p:nvSpPr>
          <p:cNvPr id="6" name="">
            <a:extLst xmlns:a="http://schemas.openxmlformats.org/drawingml/2006/main">
              <a:ext uri="{FF2B5EF4-FFF2-40B4-BE49-F238E27FC236}">
                <a16:creationId xmlns:a16="http://schemas.microsoft.com/office/drawing/2014/main" id="{BB463EE6-352B-418E-8C4C-13BCFA2507FE}"/>
              </a:ext>
            </a:extLst>
          </p:cNvPr>
          <p:cNvSpPr>
            <a:spLocks xmlns:a="http://schemas.openxmlformats.org/drawingml/2006/main" noGrp="1"/>
          </p:cNvSpPr>
          <p:nvPr/>
        </p:nvSpPr>
        <p:spPr>
          <a:xfrm xmlns:a="http://schemas.openxmlformats.org/drawingml/2006/main">
            <a:off x="7048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ACTUAL INTENT</a:t>
            </a:r>
          </a:p>
        </p:txBody>
      </p:sp>
      <p:sp>
        <p:nvSpPr>
          <p:cNvPr id="7" name="">
            <a:extLst xmlns:a="http://schemas.openxmlformats.org/drawingml/2006/main">
              <a:ext uri="{FF2B5EF4-FFF2-40B4-BE49-F238E27FC236}">
                <a16:creationId xmlns:a16="http://schemas.microsoft.com/office/drawing/2014/main" id="{C11AE5F5-806E-4997-8A4C-871E726813DF}"/>
              </a:ext>
            </a:extLst>
          </p:cNvPr>
          <p:cNvSpPr>
            <a:spLocks xmlns:a="http://schemas.openxmlformats.org/drawingml/2006/main" noGrp="1"/>
          </p:cNvSpPr>
          <p:nvPr/>
        </p:nvSpPr>
        <p:spPr>
          <a:xfrm xmlns:a="http://schemas.openxmlformats.org/drawingml/2006/main">
            <a:off x="704850" y="3000375"/>
            <a:ext cx="3327400" cy="11430"/>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B93C330-5426-40DC-8A82-AE5058084927}"/>
              </a:ext>
            </a:extLst>
          </p:cNvPr>
          <p:cNvSpPr>
            <a:spLocks xmlns:a="http://schemas.openxmlformats.org/drawingml/2006/main" noGrp="1"/>
          </p:cNvSpPr>
          <p:nvPr/>
        </p:nvSpPr>
        <p:spPr>
          <a:xfrm xmlns:a="http://schemas.openxmlformats.org/drawingml/2006/main">
            <a:off x="7048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D1D1F"/>
                </a:solidFill>
                <a:latin typeface="Inter"/>
                <a:ea typeface="Inter"/>
                <a:cs typeface="Inter"/>
              </a:defRPr>
            </a:pPr>
            <a:r>
              <a:rPr sz="2325" b="1">
                <a:solidFill>
                  <a:srgbClr val="1D1D1F"/>
                </a:solidFill>
                <a:latin typeface="Inter"/>
                <a:ea typeface="Inter"/>
                <a:cs typeface="Inter"/>
              </a:rPr>
              <a:t>Three sessions</a:t>
            </a:r>
          </a:p>
          <a:p xmlns:a="http://schemas.openxmlformats.org/drawingml/2006/main">
            <a:pPr algn="l">
              <a:lnSpc>
                <a:spcPct val="112000"/>
              </a:lnSpc>
              <a:buNone/>
              <a:defRPr sz="2325" b="1">
                <a:solidFill>
                  <a:srgbClr val="1D1D1F"/>
                </a:solidFill>
                <a:latin typeface="Inter"/>
                <a:ea typeface="Inter"/>
                <a:cs typeface="Inter"/>
              </a:defRPr>
            </a:pPr>
            <a:r>
              <a:rPr sz="2325" b="1">
                <a:solidFill>
                  <a:srgbClr val="1D1D1F"/>
                </a:solidFill>
                <a:latin typeface="Inter"/>
                <a:ea typeface="Inter"/>
                <a:cs typeface="Inter"/>
              </a:rPr>
              <a:t>at exact times</a:t>
            </a:r>
          </a:p>
        </p:txBody>
      </p:sp>
      <p:sp>
        <p:nvSpPr>
          <p:cNvPr id="9" name="">
            <a:extLst xmlns:a="http://schemas.openxmlformats.org/drawingml/2006/main">
              <a:ext uri="{FF2B5EF4-FFF2-40B4-BE49-F238E27FC236}">
                <a16:creationId xmlns:a16="http://schemas.microsoft.com/office/drawing/2014/main" id="{CEED10F2-A1DD-4C67-BEB7-FF2C6600544A}"/>
              </a:ext>
            </a:extLst>
          </p:cNvPr>
          <p:cNvSpPr>
            <a:spLocks xmlns:a="http://schemas.openxmlformats.org/drawingml/2006/main" noGrp="1"/>
          </p:cNvSpPr>
          <p:nvPr/>
        </p:nvSpPr>
        <p:spPr>
          <a:xfrm xmlns:a="http://schemas.openxmlformats.org/drawingml/2006/main">
            <a:off x="7048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The owner supplied the dates,</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duration and hard conditions.</a:t>
            </a:r>
          </a:p>
        </p:txBody>
      </p:sp>
      <p:sp>
        <p:nvSpPr>
          <p:cNvPr id="10" name="">
            <a:extLst xmlns:a="http://schemas.openxmlformats.org/drawingml/2006/main">
              <a:ext uri="{FF2B5EF4-FFF2-40B4-BE49-F238E27FC236}">
                <a16:creationId xmlns:a16="http://schemas.microsoft.com/office/drawing/2014/main" id="{E37FCF21-EC6F-4900-AB7A-AB91AB18CCDD}"/>
              </a:ext>
            </a:extLst>
          </p:cNvPr>
          <p:cNvSpPr>
            <a:spLocks xmlns:a="http://schemas.openxmlformats.org/drawingml/2006/main" noGrp="1"/>
          </p:cNvSpPr>
          <p:nvPr/>
        </p:nvSpPr>
        <p:spPr>
          <a:xfrm xmlns:a="http://schemas.openxmlformats.org/drawingml/2006/main">
            <a:off x="44132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ACTUAL JSON FIELDS</a:t>
            </a:r>
          </a:p>
        </p:txBody>
      </p:sp>
      <p:sp>
        <p:nvSpPr>
          <p:cNvPr id="11" name="">
            <a:extLst xmlns:a="http://schemas.openxmlformats.org/drawingml/2006/main">
              <a:ext uri="{FF2B5EF4-FFF2-40B4-BE49-F238E27FC236}">
                <a16:creationId xmlns:a16="http://schemas.microsoft.com/office/drawing/2014/main" id="{2CC9A7F3-0C19-4971-862A-D5F3FC63C761}"/>
              </a:ext>
            </a:extLst>
          </p:cNvPr>
          <p:cNvSpPr>
            <a:spLocks xmlns:a="http://schemas.openxmlformats.org/drawingml/2006/main" noGrp="1"/>
          </p:cNvSpPr>
          <p:nvPr/>
        </p:nvSpPr>
        <p:spPr>
          <a:xfrm xmlns:a="http://schemas.openxmlformats.org/drawingml/2006/main">
            <a:off x="44132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560BC39-C978-41BD-AD02-8EC64D7E783A}"/>
              </a:ext>
            </a:extLst>
          </p:cNvPr>
          <p:cNvSpPr>
            <a:spLocks xmlns:a="http://schemas.openxmlformats.org/drawingml/2006/main" noGrp="1"/>
          </p:cNvSpPr>
          <p:nvPr/>
        </p:nvSpPr>
        <p:spPr>
          <a:xfrm xmlns:a="http://schemas.openxmlformats.org/drawingml/2006/main">
            <a:off x="44132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D1D1F"/>
                </a:solidFill>
                <a:latin typeface="Inter"/>
                <a:ea typeface="Inter"/>
                <a:cs typeface="Inter"/>
              </a:defRPr>
            </a:pPr>
            <a:r>
              <a:rPr sz="2325" b="1">
                <a:solidFill>
                  <a:srgbClr val="1D1D1F"/>
                </a:solidFill>
                <a:latin typeface="Inter"/>
                <a:ea typeface="Inter"/>
                <a:cs typeface="Inter"/>
              </a:rPr>
              <a:t>FIND_OFFER</a:t>
            </a:r>
          </a:p>
          <a:p xmlns:a="http://schemas.openxmlformats.org/drawingml/2006/main">
            <a:pPr algn="l">
              <a:lnSpc>
                <a:spcPct val="112000"/>
              </a:lnSpc>
              <a:buNone/>
              <a:defRPr sz="2325" b="1">
                <a:solidFill>
                  <a:srgbClr val="1D1D1F"/>
                </a:solidFill>
                <a:latin typeface="Inter"/>
                <a:ea typeface="Inter"/>
                <a:cs typeface="Inter"/>
              </a:defRPr>
            </a:pPr>
            <a:r>
              <a:rPr sz="2325" b="1">
                <a:solidFill>
                  <a:srgbClr val="1D1D1F"/>
                </a:solidFill>
                <a:latin typeface="Inter"/>
                <a:ea typeface="Inter"/>
                <a:cs typeface="Inter"/>
              </a:rPr>
              <a:t>allowance [0, 0, 0]</a:t>
            </a:r>
          </a:p>
        </p:txBody>
      </p:sp>
      <p:sp>
        <p:nvSpPr>
          <p:cNvPr id="13" name="">
            <a:extLst xmlns:a="http://schemas.openxmlformats.org/drawingml/2006/main">
              <a:ext uri="{FF2B5EF4-FFF2-40B4-BE49-F238E27FC236}">
                <a16:creationId xmlns:a16="http://schemas.microsoft.com/office/drawing/2014/main" id="{8B241B6D-D346-4518-B7CD-F9758D9F9205}"/>
              </a:ext>
            </a:extLst>
          </p:cNvPr>
          <p:cNvSpPr>
            <a:spLocks xmlns:a="http://schemas.openxmlformats.org/drawingml/2006/main" noGrp="1"/>
          </p:cNvSpPr>
          <p:nvPr/>
        </p:nvSpPr>
        <p:spPr>
          <a:xfrm xmlns:a="http://schemas.openxmlformats.org/drawingml/2006/main">
            <a:off x="44132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gemini-2.5-flash returned</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parameters for the program.</a:t>
            </a:r>
          </a:p>
        </p:txBody>
      </p:sp>
      <p:sp>
        <p:nvSpPr>
          <p:cNvPr id="14" name="">
            <a:extLst xmlns:a="http://schemas.openxmlformats.org/drawingml/2006/main">
              <a:ext uri="{FF2B5EF4-FFF2-40B4-BE49-F238E27FC236}">
                <a16:creationId xmlns:a16="http://schemas.microsoft.com/office/drawing/2014/main" id="{C6E04DD5-4C29-47B3-883F-F18336B7BC0F}"/>
              </a:ext>
            </a:extLst>
          </p:cNvPr>
          <p:cNvSpPr>
            <a:spLocks xmlns:a="http://schemas.openxmlformats.org/drawingml/2006/main" noGrp="1"/>
          </p:cNvSpPr>
          <p:nvPr/>
        </p:nvSpPr>
        <p:spPr>
          <a:xfrm xmlns:a="http://schemas.openxmlformats.org/drawingml/2006/main">
            <a:off x="81216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OBSERVED RESULT</a:t>
            </a:r>
          </a:p>
        </p:txBody>
      </p:sp>
      <p:sp>
        <p:nvSpPr>
          <p:cNvPr id="15" name="">
            <a:extLst xmlns:a="http://schemas.openxmlformats.org/drawingml/2006/main">
              <a:ext uri="{FF2B5EF4-FFF2-40B4-BE49-F238E27FC236}">
                <a16:creationId xmlns:a16="http://schemas.microsoft.com/office/drawing/2014/main" id="{D0198B42-B3E0-4E05-BD8D-D7EE91612BEE}"/>
              </a:ext>
            </a:extLst>
          </p:cNvPr>
          <p:cNvSpPr>
            <a:spLocks xmlns:a="http://schemas.openxmlformats.org/drawingml/2006/main" noGrp="1"/>
          </p:cNvSpPr>
          <p:nvPr/>
        </p:nvSpPr>
        <p:spPr>
          <a:xfrm xmlns:a="http://schemas.openxmlformats.org/drawingml/2006/main">
            <a:off x="81216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7CC6DFD-95FD-49DA-A349-66B1AF71E0BA}"/>
              </a:ext>
            </a:extLst>
          </p:cNvPr>
          <p:cNvSpPr>
            <a:spLocks xmlns:a="http://schemas.openxmlformats.org/drawingml/2006/main" noGrp="1"/>
          </p:cNvSpPr>
          <p:nvPr/>
        </p:nvSpPr>
        <p:spPr>
          <a:xfrm xmlns:a="http://schemas.openxmlformats.org/drawingml/2006/main">
            <a:off x="81216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1D1D1F"/>
                </a:solidFill>
                <a:latin typeface="Inter"/>
                <a:ea typeface="Inter"/>
                <a:cs typeface="Inter"/>
              </a:defRPr>
            </a:pPr>
            <a:r>
              <a:rPr sz="2325" b="1">
                <a:solidFill>
                  <a:srgbClr val="1D1D1F"/>
                </a:solidFill>
                <a:latin typeface="Inter"/>
                <a:ea typeface="Inter"/>
                <a:cs typeface="Inter"/>
              </a:rPr>
              <a:t>No complete</a:t>
            </a:r>
          </a:p>
          <a:p xmlns:a="http://schemas.openxmlformats.org/drawingml/2006/main">
            <a:pPr algn="l">
              <a:lnSpc>
                <a:spcPct val="112000"/>
              </a:lnSpc>
              <a:buNone/>
              <a:defRPr sz="2325" b="1">
                <a:solidFill>
                  <a:srgbClr val="1D1D1F"/>
                </a:solidFill>
                <a:latin typeface="Inter"/>
                <a:ea typeface="Inter"/>
                <a:cs typeface="Inter"/>
              </a:defRPr>
            </a:pPr>
            <a:r>
              <a:rPr sz="2325" b="1">
                <a:solidFill>
                  <a:srgbClr val="1D1D1F"/>
                </a:solidFill>
                <a:latin typeface="Inter"/>
                <a:ea typeface="Inter"/>
                <a:cs typeface="Inter"/>
              </a:rPr>
              <a:t>offer</a:t>
            </a:r>
          </a:p>
        </p:txBody>
      </p:sp>
      <p:sp>
        <p:nvSpPr>
          <p:cNvPr id="17" name="">
            <a:extLst xmlns:a="http://schemas.openxmlformats.org/drawingml/2006/main">
              <a:ext uri="{FF2B5EF4-FFF2-40B4-BE49-F238E27FC236}">
                <a16:creationId xmlns:a16="http://schemas.microsoft.com/office/drawing/2014/main" id="{36AB54DB-2A25-4D6C-90DE-FF9AD9780A15}"/>
              </a:ext>
            </a:extLst>
          </p:cNvPr>
          <p:cNvSpPr>
            <a:spLocks xmlns:a="http://schemas.openxmlformats.org/drawingml/2006/main" noGrp="1"/>
          </p:cNvSpPr>
          <p:nvPr/>
        </p:nvSpPr>
        <p:spPr>
          <a:xfrm xmlns:a="http://schemas.openxmlformats.org/drawingml/2006/main">
            <a:off x="81216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Producer and consumer Work</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completed the same request.</a:t>
            </a:r>
          </a:p>
        </p:txBody>
      </p:sp>
    </p:spTree>
    <p:extLst>
      <p:ext uri="{BB962C8B-B14F-4D97-AF65-F5344CB8AC3E}">
        <p14:creationId xmlns:p14="http://schemas.microsoft.com/office/powerpoint/2010/main" val="586438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FFE18F2-1948-478C-A1A1-E4EAD4552DCC}"/>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One permitted change opened a valid offer</a:t>
            </a:r>
          </a:p>
        </p:txBody>
      </p:sp>
      <p:sp>
        <p:nvSpPr>
          <p:cNvPr id="2" name="">
            <a:extLst xmlns:a="http://schemas.openxmlformats.org/drawingml/2006/main">
              <a:ext uri="{FF2B5EF4-FFF2-40B4-BE49-F238E27FC236}">
                <a16:creationId xmlns:a16="http://schemas.microsoft.com/office/drawing/2014/main" id="{6D4D1D64-F749-402F-BC7A-C65BB16C3522}"/>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Only 8 January received a 30-minute allowance. Other conditions stayed fixed.</a:t>
            </a:r>
          </a:p>
        </p:txBody>
      </p:sp>
      <p:sp>
        <p:nvSpPr>
          <p:cNvPr id="3" name="">
            <a:extLst xmlns:a="http://schemas.openxmlformats.org/drawingml/2006/main">
              <a:ext uri="{FF2B5EF4-FFF2-40B4-BE49-F238E27FC236}">
                <a16:creationId xmlns:a16="http://schemas.microsoft.com/office/drawing/2014/main" id="{E6490EA4-D761-4026-984D-4D0DC31C3C42}"/>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6F2733-44B0-48F9-90C1-D3A328A9F4A4}"/>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f53d4617285348a0"/>
              </a:rPr>
              <a:t>F / SHIFT input, selected offer and arithmetic</a:t>
            </a:r>
          </a:p>
        </p:txBody>
      </p:sp>
      <p:sp>
        <p:nvSpPr>
          <p:cNvPr id="5" name="">
            <a:extLst xmlns:a="http://schemas.openxmlformats.org/drawingml/2006/main">
              <a:ext uri="{FF2B5EF4-FFF2-40B4-BE49-F238E27FC236}">
                <a16:creationId xmlns:a16="http://schemas.microsoft.com/office/drawing/2014/main" id="{BAD63216-5386-4001-A87A-9A1B3F12D74A}"/>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06</a:t>
            </a:r>
          </a:p>
        </p:txBody>
      </p:sp>
      <p:graphicFrame>
        <p:nvGraphicFramePr>
          <p:cNvPr id="15" name=""/>
          <p:cNvGraphicFramePr/>
          <p:nvPr/>
        </p:nvGraphicFramePr>
        <p:xfrm>
          <a:off xmlns:a="http://schemas.openxmlformats.org/drawingml/2006/main" x="704850" y="2533650"/>
          <a:ext xmlns:a="http://schemas.openxmlformats.org/drawingml/2006/main" cx="10744200" cy="2324100"/>
        </p:xfrm>
        <a:graphic xmlns:a="http://schemas.openxmlformats.org/drawingml/2006/main">
          <a:graphicData uri="http://schemas.openxmlformats.org/drawingml/2006/table">
            <a:tbl>
              <a:tblPr firstRow="1" bandRow="0"/>
              <a:tblGrid>
                <a:gridCol w="2571750"/>
                <a:gridCol w="3886200"/>
                <a:gridCol w="4286250"/>
              </a:tblGrid>
              <a:tr h="581025">
                <a:tc>
                  <a:txBody>
                    <a:bodyPr lIns="104775" tIns="85725" rIns="104775" bIns="85725">
                      <a:noAutofit/>
                    </a:bodyPr>
                    <a:lstStyle/>
                    <a:p>
                      <a:r>
                        <a:rPr sz="1500" b="1">
                          <a:solidFill>
                            <a:srgbClr val="6E6E73"/>
                          </a:solidFill>
                          <a:latin typeface="Inter"/>
                          <a:ea typeface="Inter"/>
                          <a:cs typeface="Inter"/>
                        </a:rPr>
                        <a:t>DATE</a:t>
                      </a:r>
                    </a:p>
                  </a:txBody>
                  <a:tcPr marL="91440" marR="91440" marT="45720" marB="45720" anchor="ctr">
                    <a:solidFill>
                      <a:srgbClr val="F5F5F7"/>
                    </a:solidFill>
                  </a:tcPr>
                </a:tc>
                <a:tc>
                  <a:txBody>
                    <a:bodyPr lIns="104775" tIns="85725" rIns="104775" bIns="85725">
                      <a:noAutofit/>
                    </a:bodyPr>
                    <a:lstStyle/>
                    <a:p>
                      <a:r>
                        <a:rPr sz="1500" b="1">
                          <a:solidFill>
                            <a:srgbClr val="6E6E73"/>
                          </a:solidFill>
                          <a:latin typeface="Inter"/>
                          <a:ea typeface="Inter"/>
                          <a:cs typeface="Inter"/>
                        </a:rPr>
                        <a:t>REQUESTED</a:t>
                      </a:r>
                    </a:p>
                  </a:txBody>
                  <a:tcPr marL="91440" marR="91440" marT="45720" marB="45720" anchor="ctr">
                    <a:solidFill>
                      <a:srgbClr val="F5F5F7"/>
                    </a:solidFill>
                  </a:tcPr>
                </a:tc>
                <a:tc>
                  <a:txBody>
                    <a:bodyPr lIns="104775" tIns="85725" rIns="104775" bIns="85725">
                      <a:noAutofit/>
                    </a:bodyPr>
                    <a:lstStyle/>
                    <a:p>
                      <a:r>
                        <a:rPr sz="1500" b="1">
                          <a:solidFill>
                            <a:srgbClr val="6E6E73"/>
                          </a:solidFill>
                          <a:latin typeface="Inter"/>
                          <a:ea typeface="Inter"/>
                          <a:cs typeface="Inter"/>
                        </a:rPr>
                        <a:t>ACCEPTED OFFER</a:t>
                      </a:r>
                    </a:p>
                  </a:txBody>
                  <a:tcPr marL="91440" marR="91440" marT="45720" marB="45720" anchor="ctr">
                    <a:solidFill>
                      <a:srgbClr val="F5F5F7"/>
                    </a:solidFill>
                  </a:tcPr>
                </a:tc>
              </a:tr>
              <a:tr h="581025">
                <a:tc>
                  <a:txBody>
                    <a:bodyPr lIns="104775" tIns="85725" rIns="104775" bIns="85725">
                      <a:noAutofit/>
                    </a:bodyPr>
                    <a:lstStyle/>
                    <a:p>
                      <a:r>
                        <a:rPr sz="2175" b="0">
                          <a:solidFill>
                            <a:srgbClr val="1D1D1F"/>
                          </a:solidFill>
                          <a:latin typeface="Inter"/>
                          <a:ea typeface="Inter"/>
                          <a:cs typeface="Inter"/>
                        </a:rPr>
                        <a:t>7 January</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16:30–18:00</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16:30–18:00</a:t>
                      </a:r>
                    </a:p>
                  </a:txBody>
                  <a:tcPr marL="91440" marR="91440" marT="45720" marB="45720" anchor="ctr">
                    <a:solidFill>
                      <a:srgbClr val="FFFFFF"/>
                    </a:solidFill>
                  </a:tcPr>
                </a:tc>
              </a:tr>
              <a:tr h="581025">
                <a:tc>
                  <a:txBody>
                    <a:bodyPr lIns="104775" tIns="85725" rIns="104775" bIns="85725">
                      <a:noAutofit/>
                    </a:bodyPr>
                    <a:lstStyle/>
                    <a:p>
                      <a:r>
                        <a:rPr sz="2175" b="0">
                          <a:solidFill>
                            <a:srgbClr val="1D1D1F"/>
                          </a:solidFill>
                          <a:latin typeface="Inter"/>
                          <a:ea typeface="Inter"/>
                          <a:cs typeface="Inter"/>
                        </a:rPr>
                        <a:t>8 January</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11:00–12:30</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11:30–13:00</a:t>
                      </a:r>
                    </a:p>
                  </a:txBody>
                  <a:tcPr marL="91440" marR="91440" marT="45720" marB="45720" anchor="ctr">
                    <a:solidFill>
                      <a:srgbClr val="FFFFFF"/>
                    </a:solidFill>
                  </a:tcPr>
                </a:tc>
              </a:tr>
              <a:tr h="581025">
                <a:tc>
                  <a:txBody>
                    <a:bodyPr lIns="104775" tIns="85725" rIns="104775" bIns="85725">
                      <a:noAutofit/>
                    </a:bodyPr>
                    <a:lstStyle/>
                    <a:p>
                      <a:r>
                        <a:rPr sz="2175" b="0">
                          <a:solidFill>
                            <a:srgbClr val="1D1D1F"/>
                          </a:solidFill>
                          <a:latin typeface="Inter"/>
                          <a:ea typeface="Inter"/>
                          <a:cs typeface="Inter"/>
                        </a:rPr>
                        <a:t>9 January</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11:00–12:30</a:t>
                      </a:r>
                    </a:p>
                  </a:txBody>
                  <a:tcPr marL="91440" marR="91440" marT="45720" marB="45720" anchor="ctr">
                    <a:solidFill>
                      <a:srgbClr val="FFFFFF"/>
                    </a:solidFill>
                  </a:tcPr>
                </a:tc>
                <a:tc>
                  <a:txBody>
                    <a:bodyPr lIns="104775" tIns="85725" rIns="104775" bIns="85725">
                      <a:noAutofit/>
                    </a:bodyPr>
                    <a:lstStyle/>
                    <a:p>
                      <a:r>
                        <a:rPr sz="2175" b="0">
                          <a:solidFill>
                            <a:srgbClr val="1D1D1F"/>
                          </a:solidFill>
                          <a:latin typeface="Inter"/>
                          <a:ea typeface="Inter"/>
                          <a:cs typeface="Inter"/>
                        </a:rPr>
                        <a:t>11:00–12:30</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3B2078E-F76B-419B-9251-F030DEEB16AC}"/>
              </a:ext>
            </a:extLst>
          </p:cNvPr>
          <p:cNvSpPr>
            <a:spLocks xmlns:a="http://schemas.openxmlformats.org/drawingml/2006/main" noGrp="1"/>
          </p:cNvSpPr>
          <p:nvPr/>
        </p:nvSpPr>
        <p:spPr>
          <a:xfrm xmlns:a="http://schemas.openxmlformats.org/drawingml/2006/main">
            <a:off x="704850" y="5200650"/>
            <a:ext cx="609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0071E3"/>
                </a:solidFill>
                <a:latin typeface="Inter"/>
                <a:ea typeface="Inter"/>
                <a:cs typeface="Inter"/>
              </a:defRPr>
            </a:pPr>
            <a:r>
              <a:rPr sz="2700" b="1">
                <a:solidFill>
                  <a:srgbClr val="0071E3"/>
                </a:solidFill>
                <a:latin typeface="Inter"/>
                <a:ea typeface="Inter"/>
                <a:cs typeface="Inter"/>
              </a:rPr>
              <a:t>allowance [0, 30, 0]</a:t>
            </a:r>
          </a:p>
        </p:txBody>
      </p:sp>
      <p:sp>
        <p:nvSpPr>
          <p:cNvPr id="8" name="">
            <a:extLst xmlns:a="http://schemas.openxmlformats.org/drawingml/2006/main">
              <a:ext uri="{FF2B5EF4-FFF2-40B4-BE49-F238E27FC236}">
                <a16:creationId xmlns:a16="http://schemas.microsoft.com/office/drawing/2014/main" id="{DD711D44-B049-4C97-949F-247F82B8C216}"/>
              </a:ext>
            </a:extLst>
          </p:cNvPr>
          <p:cNvSpPr>
            <a:spLocks xmlns:a="http://schemas.openxmlformats.org/drawingml/2006/main" noGrp="1"/>
          </p:cNvSpPr>
          <p:nvPr/>
        </p:nvSpPr>
        <p:spPr>
          <a:xfrm xmlns:a="http://schemas.openxmlformats.org/drawingml/2006/main">
            <a:off x="7705725" y="5181600"/>
            <a:ext cx="37433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2700" b="1">
                <a:solidFill>
                  <a:srgbClr val="1D1D1F"/>
                </a:solidFill>
                <a:latin typeface="Inter"/>
                <a:ea typeface="Inter"/>
                <a:cs typeface="Inter"/>
              </a:defRPr>
            </a:pPr>
            <a:r>
              <a:rPr sz="2700" b="1">
                <a:solidFill>
                  <a:srgbClr val="1D1D1F"/>
                </a:solidFill>
                <a:latin typeface="Inter"/>
                <a:ea typeface="Inter"/>
                <a:cs typeface="Inter"/>
              </a:rPr>
              <a:t>€63.00 / €70.00</a:t>
            </a:r>
          </a:p>
        </p:txBody>
      </p:sp>
      <p:sp>
        <p:nvSpPr>
          <p:cNvPr id="9" name="">
            <a:extLst xmlns:a="http://schemas.openxmlformats.org/drawingml/2006/main">
              <a:ext uri="{FF2B5EF4-FFF2-40B4-BE49-F238E27FC236}">
                <a16:creationId xmlns:a16="http://schemas.microsoft.com/office/drawing/2014/main" id="{EC6DF6F0-C2CA-46D7-A1A5-10BF40CC032C}"/>
              </a:ext>
            </a:extLst>
          </p:cNvPr>
          <p:cNvSpPr>
            <a:spLocks xmlns:a="http://schemas.openxmlformats.org/drawingml/2006/main" noGrp="1"/>
          </p:cNvSpPr>
          <p:nvPr/>
        </p:nvSpPr>
        <p:spPr>
          <a:xfrm xmlns:a="http://schemas.openxmlformats.org/drawingml/2006/main">
            <a:off x="704850" y="5772150"/>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E6E73"/>
                </a:solidFill>
                <a:latin typeface="Inter"/>
                <a:ea typeface="Inter"/>
                <a:cs typeface="Inter"/>
              </a:defRPr>
            </a:pPr>
            <a:r>
              <a:rPr sz="1725" b="0">
                <a:solidFill>
                  <a:srgbClr val="6E6E73"/>
                </a:solidFill>
                <a:latin typeface="Inter"/>
                <a:ea typeface="Inter"/>
                <a:cs typeface="Inter"/>
              </a:rPr>
              <a:t>3 × 2,100 = 6,300 minor EUR. Permission to shift did not authorize booking.</a:t>
            </a:r>
          </a:p>
        </p:txBody>
      </p:sp>
    </p:spTree>
    <p:extLst>
      <p:ext uri="{BB962C8B-B14F-4D97-AF65-F5344CB8AC3E}">
        <p14:creationId xmlns:p14="http://schemas.microsoft.com/office/powerpoint/2010/main" val="5459241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6AD3861-64B5-434C-A91D-AAA15ABD8924}"/>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One owner produced the offer; another used it</a:t>
            </a:r>
          </a:p>
        </p:txBody>
      </p:sp>
      <p:sp>
        <p:nvSpPr>
          <p:cNvPr id="2" name="">
            <a:extLst xmlns:a="http://schemas.openxmlformats.org/drawingml/2006/main">
              <a:ext uri="{FF2B5EF4-FFF2-40B4-BE49-F238E27FC236}">
                <a16:creationId xmlns:a16="http://schemas.microsoft.com/office/drawing/2014/main" id="{89B51667-D98F-4E27-8F2B-26FB71CECBCE}"/>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Two native Work results are joined by an external, source-bound exchange.</a:t>
            </a:r>
          </a:p>
        </p:txBody>
      </p:sp>
      <p:sp>
        <p:nvSpPr>
          <p:cNvPr id="3" name="">
            <a:extLst xmlns:a="http://schemas.openxmlformats.org/drawingml/2006/main">
              <a:ext uri="{FF2B5EF4-FFF2-40B4-BE49-F238E27FC236}">
                <a16:creationId xmlns:a16="http://schemas.microsoft.com/office/drawing/2014/main" id="{972448B3-1245-446F-9E3A-9AC79900F7F4}"/>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47BB64-53C2-4CE8-9827-8E5ABF8E0DD7}"/>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298d670fdcb04c57"/>
              </a:rPr>
              <a:t>F / Producer, publication and actual consumer</a:t>
            </a:r>
          </a:p>
        </p:txBody>
      </p:sp>
      <p:sp>
        <p:nvSpPr>
          <p:cNvPr id="5" name="">
            <a:extLst xmlns:a="http://schemas.openxmlformats.org/drawingml/2006/main">
              <a:ext uri="{FF2B5EF4-FFF2-40B4-BE49-F238E27FC236}">
                <a16:creationId xmlns:a16="http://schemas.microsoft.com/office/drawing/2014/main" id="{03D04F0B-B66F-4612-AF04-D1CB3144CF9E}"/>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07</a:t>
            </a:r>
          </a:p>
        </p:txBody>
      </p:sp>
      <p:sp>
        <p:nvSpPr>
          <p:cNvPr id="6" name="">
            <a:extLst xmlns:a="http://schemas.openxmlformats.org/drawingml/2006/main">
              <a:ext uri="{FF2B5EF4-FFF2-40B4-BE49-F238E27FC236}">
                <a16:creationId xmlns:a16="http://schemas.microsoft.com/office/drawing/2014/main" id="{1B72F326-88AA-48FD-BE48-1D76C9757281}"/>
              </a:ext>
            </a:extLst>
          </p:cNvPr>
          <p:cNvSpPr>
            <a:spLocks xmlns:a="http://schemas.openxmlformats.org/drawingml/2006/main" noGrp="1"/>
          </p:cNvSpPr>
          <p:nvPr/>
        </p:nvSpPr>
        <p:spPr>
          <a:xfrm xmlns:a="http://schemas.openxmlformats.org/drawingml/2006/main">
            <a:off x="704850" y="253365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VENUE ROOT</a:t>
            </a:r>
          </a:p>
        </p:txBody>
      </p:sp>
      <p:sp>
        <p:nvSpPr>
          <p:cNvPr id="7" name="">
            <a:extLst xmlns:a="http://schemas.openxmlformats.org/drawingml/2006/main">
              <a:ext uri="{FF2B5EF4-FFF2-40B4-BE49-F238E27FC236}">
                <a16:creationId xmlns:a16="http://schemas.microsoft.com/office/drawing/2014/main" id="{C7165322-DFD7-4F29-86EE-F7279F7B206C}"/>
              </a:ext>
            </a:extLst>
          </p:cNvPr>
          <p:cNvSpPr>
            <a:spLocks xmlns:a="http://schemas.openxmlformats.org/drawingml/2006/main" noGrp="1"/>
          </p:cNvSpPr>
          <p:nvPr/>
        </p:nvSpPr>
        <p:spPr>
          <a:xfrm xmlns:a="http://schemas.openxmlformats.org/drawingml/2006/main">
            <a:off x="4552950" y="253365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EXTERNAL DRS</a:t>
            </a:r>
          </a:p>
        </p:txBody>
      </p:sp>
      <p:sp>
        <p:nvSpPr>
          <p:cNvPr id="8" name="">
            <a:extLst xmlns:a="http://schemas.openxmlformats.org/drawingml/2006/main">
              <a:ext uri="{FF2B5EF4-FFF2-40B4-BE49-F238E27FC236}">
                <a16:creationId xmlns:a16="http://schemas.microsoft.com/office/drawing/2014/main" id="{B08A7D8B-80F7-4F7C-B51A-879635069FDA}"/>
              </a:ext>
            </a:extLst>
          </p:cNvPr>
          <p:cNvSpPr>
            <a:spLocks xmlns:a="http://schemas.openxmlformats.org/drawingml/2006/main" noGrp="1"/>
          </p:cNvSpPr>
          <p:nvPr/>
        </p:nvSpPr>
        <p:spPr>
          <a:xfrm xmlns:a="http://schemas.openxmlformats.org/drawingml/2006/main">
            <a:off x="8410575" y="25336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REQUESTER ROOT</a:t>
            </a:r>
          </a:p>
        </p:txBody>
      </p:sp>
      <p:sp>
        <p:nvSpPr>
          <p:cNvPr id="9" name="">
            <a:extLst xmlns:a="http://schemas.openxmlformats.org/drawingml/2006/main">
              <a:ext uri="{FF2B5EF4-FFF2-40B4-BE49-F238E27FC236}">
                <a16:creationId xmlns:a16="http://schemas.microsoft.com/office/drawing/2014/main" id="{60FE11AE-7C1D-4C7E-AA6C-E8819FFBDC3F}"/>
              </a:ext>
            </a:extLst>
          </p:cNvPr>
          <p:cNvSpPr>
            <a:spLocks xmlns:a="http://schemas.openxmlformats.org/drawingml/2006/main" noGrp="1"/>
          </p:cNvSpPr>
          <p:nvPr/>
        </p:nvSpPr>
        <p:spPr>
          <a:xfrm xmlns:a="http://schemas.openxmlformats.org/drawingml/2006/main">
            <a:off x="704850" y="2933700"/>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7A58F92-5C67-4B8F-B257-65E55B1F74CB}"/>
              </a:ext>
            </a:extLst>
          </p:cNvPr>
          <p:cNvSpPr>
            <a:spLocks xmlns:a="http://schemas.openxmlformats.org/drawingml/2006/main" noGrp="1"/>
          </p:cNvSpPr>
          <p:nvPr/>
        </p:nvSpPr>
        <p:spPr>
          <a:xfrm xmlns:a="http://schemas.openxmlformats.org/drawingml/2006/main">
            <a:off x="704850" y="3238500"/>
            <a:ext cx="3086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1D1D1F"/>
                </a:solidFill>
                <a:latin typeface="Inter"/>
                <a:ea typeface="Inter"/>
                <a:cs typeface="Inter"/>
              </a:defRPr>
            </a:pPr>
            <a:r>
              <a:rPr sz="2700" b="1">
                <a:solidFill>
                  <a:srgbClr val="1D1D1F"/>
                </a:solidFill>
                <a:latin typeface="Inter"/>
                <a:ea typeface="Inter"/>
                <a:cs typeface="Inter"/>
              </a:rPr>
              <a:t>Venue Work</a:t>
            </a:r>
          </a:p>
        </p:txBody>
      </p:sp>
      <p:sp>
        <p:nvSpPr>
          <p:cNvPr id="11" name="">
            <a:extLst xmlns:a="http://schemas.openxmlformats.org/drawingml/2006/main">
              <a:ext uri="{FF2B5EF4-FFF2-40B4-BE49-F238E27FC236}">
                <a16:creationId xmlns:a16="http://schemas.microsoft.com/office/drawing/2014/main" id="{37F83B56-4840-4454-B07C-03092D7BC901}"/>
              </a:ext>
            </a:extLst>
          </p:cNvPr>
          <p:cNvSpPr>
            <a:spLocks xmlns:a="http://schemas.openxmlformats.org/drawingml/2006/main" noGrp="1"/>
          </p:cNvSpPr>
          <p:nvPr/>
        </p:nvSpPr>
        <p:spPr>
          <a:xfrm xmlns:a="http://schemas.openxmlformats.org/drawingml/2006/main">
            <a:off x="704850" y="3952875"/>
            <a:ext cx="3114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0">
                <a:solidFill>
                  <a:srgbClr val="6E6E73"/>
                </a:solidFill>
                <a:latin typeface="Inter"/>
                <a:ea typeface="Inter"/>
                <a:cs typeface="Inter"/>
              </a:defRPr>
            </a:pPr>
            <a:r>
              <a:rPr sz="2325" b="0">
                <a:solidFill>
                  <a:srgbClr val="6E6E73"/>
                </a:solidFill>
                <a:latin typeface="Inter"/>
                <a:ea typeface="Inter"/>
                <a:cs typeface="Inter"/>
              </a:rPr>
              <a:t>Computes an offer</a:t>
            </a:r>
          </a:p>
          <a:p xmlns:a="http://schemas.openxmlformats.org/drawingml/2006/main">
            <a:pPr algn="l">
              <a:lnSpc>
                <a:spcPct val="108000"/>
              </a:lnSpc>
              <a:buNone/>
              <a:defRPr sz="2325" b="0">
                <a:solidFill>
                  <a:srgbClr val="6E6E73"/>
                </a:solidFill>
                <a:latin typeface="Inter"/>
                <a:ea typeface="Inter"/>
                <a:cs typeface="Inter"/>
              </a:defRPr>
            </a:pPr>
            <a:r>
              <a:rPr sz="2325" b="0">
                <a:solidFill>
                  <a:srgbClr val="6E6E73"/>
                </a:solidFill>
                <a:latin typeface="Inter"/>
                <a:ea typeface="Inter"/>
                <a:cs typeface="Inter"/>
              </a:rPr>
              <a:t>from its inventory</a:t>
            </a:r>
          </a:p>
        </p:txBody>
      </p:sp>
      <p:sp>
        <p:nvSpPr>
          <p:cNvPr id="12" name="">
            <a:extLst xmlns:a="http://schemas.openxmlformats.org/drawingml/2006/main">
              <a:ext uri="{FF2B5EF4-FFF2-40B4-BE49-F238E27FC236}">
                <a16:creationId xmlns:a16="http://schemas.microsoft.com/office/drawing/2014/main" id="{D336D3D8-E4A3-4907-876B-4D7752F18975}"/>
              </a:ext>
            </a:extLst>
          </p:cNvPr>
          <p:cNvSpPr>
            <a:spLocks xmlns:a="http://schemas.openxmlformats.org/drawingml/2006/main" noGrp="1"/>
          </p:cNvSpPr>
          <p:nvPr/>
        </p:nvSpPr>
        <p:spPr>
          <a:xfrm xmlns:a="http://schemas.openxmlformats.org/drawingml/2006/main">
            <a:off x="3600450" y="3571875"/>
            <a:ext cx="62865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3" name="">
            <a:extLst xmlns:a="http://schemas.openxmlformats.org/drawingml/2006/main">
              <a:ext uri="{FF2B5EF4-FFF2-40B4-BE49-F238E27FC236}">
                <a16:creationId xmlns:a16="http://schemas.microsoft.com/office/drawing/2014/main" id="{0EEF4610-C4C0-467C-A770-7B50DD9790F8}"/>
              </a:ext>
            </a:extLst>
          </p:cNvPr>
          <p:cNvSpPr>
            <a:spLocks xmlns:a="http://schemas.openxmlformats.org/drawingml/2006/main" noGrp="1"/>
          </p:cNvSpPr>
          <p:nvPr/>
        </p:nvSpPr>
        <p:spPr>
          <a:xfrm xmlns:a="http://schemas.openxmlformats.org/drawingml/2006/main">
            <a:off x="4191000" y="350520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85F10ED-B6C5-4926-95FC-96968F872F8E}"/>
              </a:ext>
            </a:extLst>
          </p:cNvPr>
          <p:cNvSpPr>
            <a:spLocks xmlns:a="http://schemas.openxmlformats.org/drawingml/2006/main" noGrp="1"/>
          </p:cNvSpPr>
          <p:nvPr/>
        </p:nvSpPr>
        <p:spPr>
          <a:xfrm xmlns:a="http://schemas.openxmlformats.org/drawingml/2006/main">
            <a:off x="4552950" y="3238500"/>
            <a:ext cx="3057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1D1D1F"/>
                </a:solidFill>
                <a:latin typeface="Inter"/>
                <a:ea typeface="Inter"/>
                <a:cs typeface="Inter"/>
              </a:defRPr>
            </a:pPr>
            <a:r>
              <a:rPr sz="2550" b="1">
                <a:solidFill>
                  <a:srgbClr val="1D1D1F"/>
                </a:solidFill>
                <a:latin typeface="Inter"/>
                <a:ea typeface="Inter"/>
                <a:cs typeface="Inter"/>
              </a:rPr>
              <a:t>Signed exchange</a:t>
            </a:r>
          </a:p>
        </p:txBody>
      </p:sp>
      <p:sp>
        <p:nvSpPr>
          <p:cNvPr id="15" name="">
            <a:extLst xmlns:a="http://schemas.openxmlformats.org/drawingml/2006/main">
              <a:ext uri="{FF2B5EF4-FFF2-40B4-BE49-F238E27FC236}">
                <a16:creationId xmlns:a16="http://schemas.microsoft.com/office/drawing/2014/main" id="{24436D91-72A6-43A2-8A1F-A1EC2FB9A998}"/>
              </a:ext>
            </a:extLst>
          </p:cNvPr>
          <p:cNvSpPr>
            <a:spLocks xmlns:a="http://schemas.openxmlformats.org/drawingml/2006/main" noGrp="1"/>
          </p:cNvSpPr>
          <p:nvPr/>
        </p:nvSpPr>
        <p:spPr>
          <a:xfrm xmlns:a="http://schemas.openxmlformats.org/drawingml/2006/main">
            <a:off x="4552950" y="3952875"/>
            <a:ext cx="312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0">
                <a:solidFill>
                  <a:srgbClr val="6E6E73"/>
                </a:solidFill>
                <a:latin typeface="Inter"/>
                <a:ea typeface="Inter"/>
                <a:cs typeface="Inter"/>
              </a:defRPr>
            </a:pPr>
            <a:r>
              <a:rPr sz="2325" b="0">
                <a:solidFill>
                  <a:srgbClr val="6E6E73"/>
                </a:solidFill>
                <a:latin typeface="Inter"/>
                <a:ea typeface="Inter"/>
                <a:cs typeface="Inter"/>
              </a:rPr>
              <a:t>Offer body and</a:t>
            </a:r>
          </a:p>
          <a:p xmlns:a="http://schemas.openxmlformats.org/drawingml/2006/main">
            <a:pPr algn="l">
              <a:lnSpc>
                <a:spcPct val="108000"/>
              </a:lnSpc>
              <a:buNone/>
              <a:defRPr sz="2325" b="0">
                <a:solidFill>
                  <a:srgbClr val="6E6E73"/>
                </a:solidFill>
                <a:latin typeface="Inter"/>
                <a:ea typeface="Inter"/>
                <a:cs typeface="Inter"/>
              </a:defRPr>
            </a:pPr>
            <a:r>
              <a:rPr sz="2325" b="0">
                <a:solidFill>
                  <a:srgbClr val="6E6E73"/>
                </a:solidFill>
                <a:latin typeface="Inter"/>
                <a:ea typeface="Inter"/>
                <a:cs typeface="Inter"/>
              </a:rPr>
              <a:t>current source status</a:t>
            </a:r>
          </a:p>
        </p:txBody>
      </p:sp>
      <p:sp>
        <p:nvSpPr>
          <p:cNvPr id="16" name="">
            <a:extLst xmlns:a="http://schemas.openxmlformats.org/drawingml/2006/main">
              <a:ext uri="{FF2B5EF4-FFF2-40B4-BE49-F238E27FC236}">
                <a16:creationId xmlns:a16="http://schemas.microsoft.com/office/drawing/2014/main" id="{B80AED4B-47C5-419E-9B6A-0FD80FE6FF94}"/>
              </a:ext>
            </a:extLst>
          </p:cNvPr>
          <p:cNvSpPr>
            <a:spLocks xmlns:a="http://schemas.openxmlformats.org/drawingml/2006/main" noGrp="1"/>
          </p:cNvSpPr>
          <p:nvPr/>
        </p:nvSpPr>
        <p:spPr>
          <a:xfrm xmlns:a="http://schemas.openxmlformats.org/drawingml/2006/main">
            <a:off x="7448550" y="3571875"/>
            <a:ext cx="62865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7" name="">
            <a:extLst xmlns:a="http://schemas.openxmlformats.org/drawingml/2006/main">
              <a:ext uri="{FF2B5EF4-FFF2-40B4-BE49-F238E27FC236}">
                <a16:creationId xmlns:a16="http://schemas.microsoft.com/office/drawing/2014/main" id="{BB04F42C-E61D-47CC-B571-F69F656082FE}"/>
              </a:ext>
            </a:extLst>
          </p:cNvPr>
          <p:cNvSpPr>
            <a:spLocks xmlns:a="http://schemas.openxmlformats.org/drawingml/2006/main" noGrp="1"/>
          </p:cNvSpPr>
          <p:nvPr/>
        </p:nvSpPr>
        <p:spPr>
          <a:xfrm xmlns:a="http://schemas.openxmlformats.org/drawingml/2006/main">
            <a:off x="8039100" y="350520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93DBF8F-E6B9-4FB3-B63F-3FF67038531B}"/>
              </a:ext>
            </a:extLst>
          </p:cNvPr>
          <p:cNvSpPr>
            <a:spLocks xmlns:a="http://schemas.openxmlformats.org/drawingml/2006/main" noGrp="1"/>
          </p:cNvSpPr>
          <p:nvPr/>
        </p:nvSpPr>
        <p:spPr>
          <a:xfrm xmlns:a="http://schemas.openxmlformats.org/drawingml/2006/main">
            <a:off x="8410575" y="3238500"/>
            <a:ext cx="3019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1D1D1F"/>
                </a:solidFill>
                <a:latin typeface="Inter"/>
                <a:ea typeface="Inter"/>
                <a:cs typeface="Inter"/>
              </a:defRPr>
            </a:pPr>
            <a:r>
              <a:rPr sz="2550" b="1">
                <a:solidFill>
                  <a:srgbClr val="1D1D1F"/>
                </a:solidFill>
                <a:latin typeface="Inter"/>
                <a:ea typeface="Inter"/>
                <a:cs typeface="Inter"/>
              </a:rPr>
              <a:t>Requester Work</a:t>
            </a:r>
          </a:p>
        </p:txBody>
      </p:sp>
      <p:sp>
        <p:nvSpPr>
          <p:cNvPr id="19" name="">
            <a:extLst xmlns:a="http://schemas.openxmlformats.org/drawingml/2006/main">
              <a:ext uri="{FF2B5EF4-FFF2-40B4-BE49-F238E27FC236}">
                <a16:creationId xmlns:a16="http://schemas.microsoft.com/office/drawing/2014/main" id="{32FE388A-1287-4B58-AB35-07591B3E1C58}"/>
              </a:ext>
            </a:extLst>
          </p:cNvPr>
          <p:cNvSpPr>
            <a:spLocks xmlns:a="http://schemas.openxmlformats.org/drawingml/2006/main" noGrp="1"/>
          </p:cNvSpPr>
          <p:nvPr/>
        </p:nvSpPr>
        <p:spPr>
          <a:xfrm xmlns:a="http://schemas.openxmlformats.org/drawingml/2006/main">
            <a:off x="8410575" y="3952875"/>
            <a:ext cx="30194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0">
                <a:solidFill>
                  <a:srgbClr val="6E6E73"/>
                </a:solidFill>
                <a:latin typeface="Inter"/>
                <a:ea typeface="Inter"/>
                <a:cs typeface="Inter"/>
              </a:defRPr>
            </a:pPr>
            <a:r>
              <a:rPr sz="2325" b="0">
                <a:solidFill>
                  <a:srgbClr val="6E6E73"/>
                </a:solidFill>
                <a:latin typeface="Inter"/>
                <a:ea typeface="Inter"/>
                <a:cs typeface="Inter"/>
              </a:rPr>
              <a:t>Consumes the</a:t>
            </a:r>
          </a:p>
          <a:p xmlns:a="http://schemas.openxmlformats.org/drawingml/2006/main">
            <a:pPr algn="l">
              <a:lnSpc>
                <a:spcPct val="108000"/>
              </a:lnSpc>
              <a:buNone/>
              <a:defRPr sz="2325" b="0">
                <a:solidFill>
                  <a:srgbClr val="6E6E73"/>
                </a:solidFill>
                <a:latin typeface="Inter"/>
                <a:ea typeface="Inter"/>
                <a:cs typeface="Inter"/>
              </a:defRPr>
            </a:pPr>
            <a:r>
              <a:rPr sz="2325" b="0">
                <a:solidFill>
                  <a:srgbClr val="6E6E73"/>
                </a:solidFill>
                <a:latin typeface="Inter"/>
                <a:ea typeface="Inter"/>
                <a:cs typeface="Inter"/>
              </a:rPr>
              <a:t>verified context</a:t>
            </a:r>
          </a:p>
        </p:txBody>
      </p:sp>
      <p:sp>
        <p:nvSpPr>
          <p:cNvPr id="20" name="">
            <a:extLst xmlns:a="http://schemas.openxmlformats.org/drawingml/2006/main">
              <a:ext uri="{FF2B5EF4-FFF2-40B4-BE49-F238E27FC236}">
                <a16:creationId xmlns:a16="http://schemas.microsoft.com/office/drawing/2014/main" id="{5572B974-43BB-4DCF-AE2B-6FCBB6DFF554}"/>
              </a:ext>
            </a:extLst>
          </p:cNvPr>
          <p:cNvSpPr>
            <a:spLocks xmlns:a="http://schemas.openxmlformats.org/drawingml/2006/main" noGrp="1"/>
          </p:cNvSpPr>
          <p:nvPr/>
        </p:nvSpPr>
        <p:spPr>
          <a:xfrm xmlns:a="http://schemas.openxmlformats.org/drawingml/2006/main">
            <a:off x="704850" y="555307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0071E3"/>
                </a:solidFill>
                <a:latin typeface="Inter"/>
                <a:ea typeface="Inter"/>
                <a:cs typeface="Inter"/>
              </a:defRPr>
            </a:pPr>
            <a:r>
              <a:rPr sz="2175" b="1">
                <a:solidFill>
                  <a:srgbClr val="0071E3"/>
                </a:solidFill>
                <a:latin typeface="Inter"/>
                <a:ea typeface="Inter"/>
                <a:cs typeface="Inter"/>
              </a:rPr>
              <a:t>Each local Root retains its own decision. The exchange carries evidence.</a:t>
            </a:r>
          </a:p>
        </p:txBody>
      </p:sp>
    </p:spTree>
    <p:extLst>
      <p:ext uri="{BB962C8B-B14F-4D97-AF65-F5344CB8AC3E}">
        <p14:creationId xmlns:p14="http://schemas.microsoft.com/office/powerpoint/2010/main" val="17367953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0E9450D-D739-4C80-8A4C-1A27D1C17F6F}"/>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Separate consent created one recorded booking</a:t>
            </a:r>
          </a:p>
        </p:txBody>
      </p:sp>
      <p:sp>
        <p:nvSpPr>
          <p:cNvPr id="2" name="">
            <a:extLst xmlns:a="http://schemas.openxmlformats.org/drawingml/2006/main">
              <a:ext uri="{FF2B5EF4-FFF2-40B4-BE49-F238E27FC236}">
                <a16:creationId xmlns:a16="http://schemas.microsoft.com/office/drawing/2014/main" id="{D97A76AF-42FE-4004-8C1A-C335E217600C}"/>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registry owner executed one native MOCK action for all three accepted slots.</a:t>
            </a:r>
          </a:p>
        </p:txBody>
      </p:sp>
      <p:sp>
        <p:nvSpPr>
          <p:cNvPr id="3" name="">
            <a:extLst xmlns:a="http://schemas.openxmlformats.org/drawingml/2006/main">
              <a:ext uri="{FF2B5EF4-FFF2-40B4-BE49-F238E27FC236}">
                <a16:creationId xmlns:a16="http://schemas.microsoft.com/office/drawing/2014/main" id="{B35626BE-1D50-4513-A80E-225540804CF2}"/>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00B32A-F447-4031-A528-4A151A91EEB7}"/>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c2b72a7a0f8245e1"/>
              </a:rPr>
              <a:t>F / Owner confirmation, receipt and independent readback</a:t>
            </a:r>
          </a:p>
        </p:txBody>
      </p:sp>
      <p:sp>
        <p:nvSpPr>
          <p:cNvPr id="5" name="">
            <a:extLst xmlns:a="http://schemas.openxmlformats.org/drawingml/2006/main">
              <a:ext uri="{FF2B5EF4-FFF2-40B4-BE49-F238E27FC236}">
                <a16:creationId xmlns:a16="http://schemas.microsoft.com/office/drawing/2014/main" id="{8C3292B3-E927-4C71-BCDF-AABAE703456D}"/>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08</a:t>
            </a:r>
          </a:p>
        </p:txBody>
      </p:sp>
      <p:sp>
        <p:nvSpPr>
          <p:cNvPr id="6" name="">
            <a:extLst xmlns:a="http://schemas.openxmlformats.org/drawingml/2006/main">
              <a:ext uri="{FF2B5EF4-FFF2-40B4-BE49-F238E27FC236}">
                <a16:creationId xmlns:a16="http://schemas.microsoft.com/office/drawing/2014/main" id="{9681B020-633C-4055-A096-21CCD9D251CE}"/>
              </a:ext>
            </a:extLst>
          </p:cNvPr>
          <p:cNvSpPr>
            <a:spLocks xmlns:a="http://schemas.openxmlformats.org/drawingml/2006/main" noGrp="1"/>
          </p:cNvSpPr>
          <p:nvPr/>
        </p:nvSpPr>
        <p:spPr>
          <a:xfrm xmlns:a="http://schemas.openxmlformats.org/drawingml/2006/main">
            <a:off x="704850" y="2609850"/>
            <a:ext cx="21907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7" name="">
            <a:extLst xmlns:a="http://schemas.openxmlformats.org/drawingml/2006/main">
              <a:ext uri="{FF2B5EF4-FFF2-40B4-BE49-F238E27FC236}">
                <a16:creationId xmlns:a16="http://schemas.microsoft.com/office/drawing/2014/main" id="{647F33F0-73FB-4D70-8831-5C38CFC09A2A}"/>
              </a:ext>
            </a:extLst>
          </p:cNvPr>
          <p:cNvSpPr>
            <a:spLocks xmlns:a="http://schemas.openxmlformats.org/drawingml/2006/main" noGrp="1"/>
          </p:cNvSpPr>
          <p:nvPr/>
        </p:nvSpPr>
        <p:spPr>
          <a:xfrm xmlns:a="http://schemas.openxmlformats.org/drawingml/2006/main">
            <a:off x="847725" y="2733675"/>
            <a:ext cx="1905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Owner consent</a:t>
            </a:r>
          </a:p>
        </p:txBody>
      </p:sp>
      <p:sp>
        <p:nvSpPr>
          <p:cNvPr id="8" name="">
            <a:extLst xmlns:a="http://schemas.openxmlformats.org/drawingml/2006/main">
              <a:ext uri="{FF2B5EF4-FFF2-40B4-BE49-F238E27FC236}">
                <a16:creationId xmlns:a16="http://schemas.microsoft.com/office/drawing/2014/main" id="{C53D808F-D745-4F81-9DF1-163F573806F6}"/>
              </a:ext>
            </a:extLst>
          </p:cNvPr>
          <p:cNvSpPr>
            <a:spLocks xmlns:a="http://schemas.openxmlformats.org/drawingml/2006/main" noGrp="1"/>
          </p:cNvSpPr>
          <p:nvPr/>
        </p:nvSpPr>
        <p:spPr>
          <a:xfrm xmlns:a="http://schemas.openxmlformats.org/drawingml/2006/main">
            <a:off x="3238500" y="2609850"/>
            <a:ext cx="2105025"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9" name="">
            <a:extLst xmlns:a="http://schemas.openxmlformats.org/drawingml/2006/main">
              <a:ext uri="{FF2B5EF4-FFF2-40B4-BE49-F238E27FC236}">
                <a16:creationId xmlns:a16="http://schemas.microsoft.com/office/drawing/2014/main" id="{19DC870E-7296-4A3B-BC19-8A6645B40D8E}"/>
              </a:ext>
            </a:extLst>
          </p:cNvPr>
          <p:cNvSpPr>
            <a:spLocks xmlns:a="http://schemas.openxmlformats.org/drawingml/2006/main" noGrp="1"/>
          </p:cNvSpPr>
          <p:nvPr/>
        </p:nvSpPr>
        <p:spPr>
          <a:xfrm xmlns:a="http://schemas.openxmlformats.org/drawingml/2006/main">
            <a:off x="3381375" y="2733675"/>
            <a:ext cx="1819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Current Root</a:t>
            </a:r>
          </a:p>
        </p:txBody>
      </p:sp>
      <p:sp>
        <p:nvSpPr>
          <p:cNvPr id="10" name="">
            <a:extLst xmlns:a="http://schemas.openxmlformats.org/drawingml/2006/main">
              <a:ext uri="{FF2B5EF4-FFF2-40B4-BE49-F238E27FC236}">
                <a16:creationId xmlns:a16="http://schemas.microsoft.com/office/drawing/2014/main" id="{8508334B-0912-4072-A0EF-5DAC7E92A6A4}"/>
              </a:ext>
            </a:extLst>
          </p:cNvPr>
          <p:cNvSpPr>
            <a:spLocks xmlns:a="http://schemas.openxmlformats.org/drawingml/2006/main" noGrp="1"/>
          </p:cNvSpPr>
          <p:nvPr/>
        </p:nvSpPr>
        <p:spPr>
          <a:xfrm xmlns:a="http://schemas.openxmlformats.org/drawingml/2006/main">
            <a:off x="5705475" y="2609850"/>
            <a:ext cx="25336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1" name="">
            <a:extLst xmlns:a="http://schemas.openxmlformats.org/drawingml/2006/main">
              <a:ext uri="{FF2B5EF4-FFF2-40B4-BE49-F238E27FC236}">
                <a16:creationId xmlns:a16="http://schemas.microsoft.com/office/drawing/2014/main" id="{E456DFC4-3B68-4F92-9E6B-BB4C5EC12123}"/>
              </a:ext>
            </a:extLst>
          </p:cNvPr>
          <p:cNvSpPr>
            <a:spLocks xmlns:a="http://schemas.openxmlformats.org/drawingml/2006/main" noGrp="1"/>
          </p:cNvSpPr>
          <p:nvPr/>
        </p:nvSpPr>
        <p:spPr>
          <a:xfrm xmlns:a="http://schemas.openxmlformats.org/drawingml/2006/main">
            <a:off x="5848350" y="2733675"/>
            <a:ext cx="2247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Host / Firewall</a:t>
            </a:r>
          </a:p>
        </p:txBody>
      </p:sp>
      <p:sp>
        <p:nvSpPr>
          <p:cNvPr id="12" name="">
            <a:extLst xmlns:a="http://schemas.openxmlformats.org/drawingml/2006/main">
              <a:ext uri="{FF2B5EF4-FFF2-40B4-BE49-F238E27FC236}">
                <a16:creationId xmlns:a16="http://schemas.microsoft.com/office/drawing/2014/main" id="{6F45A3F9-80F2-44F6-9568-8046FF37766F}"/>
              </a:ext>
            </a:extLst>
          </p:cNvPr>
          <p:cNvSpPr>
            <a:spLocks xmlns:a="http://schemas.openxmlformats.org/drawingml/2006/main" noGrp="1"/>
          </p:cNvSpPr>
          <p:nvPr/>
        </p:nvSpPr>
        <p:spPr>
          <a:xfrm xmlns:a="http://schemas.openxmlformats.org/drawingml/2006/main">
            <a:off x="8610600" y="2609850"/>
            <a:ext cx="2828925"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3" name="">
            <a:extLst xmlns:a="http://schemas.openxmlformats.org/drawingml/2006/main">
              <a:ext uri="{FF2B5EF4-FFF2-40B4-BE49-F238E27FC236}">
                <a16:creationId xmlns:a16="http://schemas.microsoft.com/office/drawing/2014/main" id="{9F07B9EC-654D-4D6B-A763-1DFD70A96A49}"/>
              </a:ext>
            </a:extLst>
          </p:cNvPr>
          <p:cNvSpPr>
            <a:spLocks xmlns:a="http://schemas.openxmlformats.org/drawingml/2006/main" noGrp="1"/>
          </p:cNvSpPr>
          <p:nvPr/>
        </p:nvSpPr>
        <p:spPr>
          <a:xfrm xmlns:a="http://schemas.openxmlformats.org/drawingml/2006/main">
            <a:off x="8753475" y="2733675"/>
            <a:ext cx="25431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Native MOCK</a:t>
            </a:r>
          </a:p>
        </p:txBody>
      </p:sp>
      <p:sp>
        <p:nvSpPr>
          <p:cNvPr id="14" name="">
            <a:extLst xmlns:a="http://schemas.openxmlformats.org/drawingml/2006/main">
              <a:ext uri="{FF2B5EF4-FFF2-40B4-BE49-F238E27FC236}">
                <a16:creationId xmlns:a16="http://schemas.microsoft.com/office/drawing/2014/main" id="{52F681A0-C574-43FD-ABAC-2C97E78B4B49}"/>
              </a:ext>
            </a:extLst>
          </p:cNvPr>
          <p:cNvSpPr>
            <a:spLocks xmlns:a="http://schemas.openxmlformats.org/drawingml/2006/main" noGrp="1"/>
          </p:cNvSpPr>
          <p:nvPr/>
        </p:nvSpPr>
        <p:spPr>
          <a:xfrm xmlns:a="http://schemas.openxmlformats.org/drawingml/2006/main">
            <a:off x="2924175" y="2971800"/>
            <a:ext cx="12382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5" name="">
            <a:extLst xmlns:a="http://schemas.openxmlformats.org/drawingml/2006/main">
              <a:ext uri="{FF2B5EF4-FFF2-40B4-BE49-F238E27FC236}">
                <a16:creationId xmlns:a16="http://schemas.microsoft.com/office/drawing/2014/main" id="{064D9A14-31E4-4D49-A915-0D96AE2F2083}"/>
              </a:ext>
            </a:extLst>
          </p:cNvPr>
          <p:cNvSpPr>
            <a:spLocks xmlns:a="http://schemas.openxmlformats.org/drawingml/2006/main" noGrp="1"/>
          </p:cNvSpPr>
          <p:nvPr/>
        </p:nvSpPr>
        <p:spPr>
          <a:xfrm xmlns:a="http://schemas.openxmlformats.org/drawingml/2006/main">
            <a:off x="3009900" y="290512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9247BA4-8531-4B36-B811-E59D3AC112DC}"/>
              </a:ext>
            </a:extLst>
          </p:cNvPr>
          <p:cNvSpPr>
            <a:spLocks xmlns:a="http://schemas.openxmlformats.org/drawingml/2006/main" noGrp="1"/>
          </p:cNvSpPr>
          <p:nvPr/>
        </p:nvSpPr>
        <p:spPr>
          <a:xfrm xmlns:a="http://schemas.openxmlformats.org/drawingml/2006/main">
            <a:off x="5381625" y="2971800"/>
            <a:ext cx="12382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7" name="">
            <a:extLst xmlns:a="http://schemas.openxmlformats.org/drawingml/2006/main">
              <a:ext uri="{FF2B5EF4-FFF2-40B4-BE49-F238E27FC236}">
                <a16:creationId xmlns:a16="http://schemas.microsoft.com/office/drawing/2014/main" id="{19AE54CC-A840-4BA5-B99B-9530F43ACEC8}"/>
              </a:ext>
            </a:extLst>
          </p:cNvPr>
          <p:cNvSpPr>
            <a:spLocks xmlns:a="http://schemas.openxmlformats.org/drawingml/2006/main" noGrp="1"/>
          </p:cNvSpPr>
          <p:nvPr/>
        </p:nvSpPr>
        <p:spPr>
          <a:xfrm xmlns:a="http://schemas.openxmlformats.org/drawingml/2006/main">
            <a:off x="5467350" y="290512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D4B6DCA-5F91-46E7-A3FD-7D28E0B4CAF2}"/>
              </a:ext>
            </a:extLst>
          </p:cNvPr>
          <p:cNvSpPr>
            <a:spLocks xmlns:a="http://schemas.openxmlformats.org/drawingml/2006/main" noGrp="1"/>
          </p:cNvSpPr>
          <p:nvPr/>
        </p:nvSpPr>
        <p:spPr>
          <a:xfrm xmlns:a="http://schemas.openxmlformats.org/drawingml/2006/main">
            <a:off x="8277225" y="2971800"/>
            <a:ext cx="12382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9" name="">
            <a:extLst xmlns:a="http://schemas.openxmlformats.org/drawingml/2006/main">
              <a:ext uri="{FF2B5EF4-FFF2-40B4-BE49-F238E27FC236}">
                <a16:creationId xmlns:a16="http://schemas.microsoft.com/office/drawing/2014/main" id="{2EAD0B97-A5D8-43CA-8B0A-B3AB699FCB04}"/>
              </a:ext>
            </a:extLst>
          </p:cNvPr>
          <p:cNvSpPr>
            <a:spLocks xmlns:a="http://schemas.openxmlformats.org/drawingml/2006/main" noGrp="1"/>
          </p:cNvSpPr>
          <p:nvPr/>
        </p:nvSpPr>
        <p:spPr>
          <a:xfrm xmlns:a="http://schemas.openxmlformats.org/drawingml/2006/main">
            <a:off x="8362950" y="290512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4B29FAA-3457-4C41-81A7-25E074EB9731}"/>
              </a:ext>
            </a:extLst>
          </p:cNvPr>
          <p:cNvSpPr>
            <a:spLocks xmlns:a="http://schemas.openxmlformats.org/drawingml/2006/main" noGrp="1"/>
          </p:cNvSpPr>
          <p:nvPr/>
        </p:nvSpPr>
        <p:spPr>
          <a:xfrm xmlns:a="http://schemas.openxmlformats.org/drawingml/2006/main">
            <a:off x="704850" y="3733800"/>
            <a:ext cx="2552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225" b="1">
                <a:solidFill>
                  <a:srgbClr val="0071E3"/>
                </a:solidFill>
                <a:latin typeface="Inter"/>
                <a:ea typeface="Inter"/>
                <a:cs typeface="Inter"/>
              </a:defRPr>
            </a:pPr>
            <a:r>
              <a:rPr sz="6225" b="1">
                <a:solidFill>
                  <a:srgbClr val="0071E3"/>
                </a:solidFill>
                <a:latin typeface="Inter"/>
                <a:ea typeface="Inter"/>
                <a:cs typeface="Inter"/>
              </a:rPr>
              <a:t>3</a:t>
            </a:r>
          </a:p>
        </p:txBody>
      </p:sp>
      <p:sp>
        <p:nvSpPr>
          <p:cNvPr id="21" name="">
            <a:extLst xmlns:a="http://schemas.openxmlformats.org/drawingml/2006/main">
              <a:ext uri="{FF2B5EF4-FFF2-40B4-BE49-F238E27FC236}">
                <a16:creationId xmlns:a16="http://schemas.microsoft.com/office/drawing/2014/main" id="{A456FEB6-DAD7-4301-AAF4-E905C7E694EE}"/>
              </a:ext>
            </a:extLst>
          </p:cNvPr>
          <p:cNvSpPr>
            <a:spLocks xmlns:a="http://schemas.openxmlformats.org/drawingml/2006/main" noGrp="1"/>
          </p:cNvSpPr>
          <p:nvPr/>
        </p:nvSpPr>
        <p:spPr>
          <a:xfrm xmlns:a="http://schemas.openxmlformats.org/drawingml/2006/main">
            <a:off x="704850" y="4762500"/>
            <a:ext cx="28479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reservations</a:t>
            </a:r>
          </a:p>
        </p:txBody>
      </p:sp>
      <p:sp>
        <p:nvSpPr>
          <p:cNvPr id="22" name="">
            <a:extLst xmlns:a="http://schemas.openxmlformats.org/drawingml/2006/main">
              <a:ext uri="{FF2B5EF4-FFF2-40B4-BE49-F238E27FC236}">
                <a16:creationId xmlns:a16="http://schemas.microsoft.com/office/drawing/2014/main" id="{71EED7A6-3A32-4AD6-8940-51D2ADCA0107}"/>
              </a:ext>
            </a:extLst>
          </p:cNvPr>
          <p:cNvSpPr>
            <a:spLocks xmlns:a="http://schemas.openxmlformats.org/drawingml/2006/main" noGrp="1"/>
          </p:cNvSpPr>
          <p:nvPr/>
        </p:nvSpPr>
        <p:spPr>
          <a:xfrm xmlns:a="http://schemas.openxmlformats.org/drawingml/2006/main">
            <a:off x="4705350" y="3733800"/>
            <a:ext cx="2552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225" b="1">
                <a:solidFill>
                  <a:srgbClr val="0071E3"/>
                </a:solidFill>
                <a:latin typeface="Inter"/>
                <a:ea typeface="Inter"/>
                <a:cs typeface="Inter"/>
              </a:defRPr>
            </a:pPr>
            <a:r>
              <a:rPr sz="6225" b="1">
                <a:solidFill>
                  <a:srgbClr val="0071E3"/>
                </a:solidFill>
                <a:latin typeface="Inter"/>
                <a:ea typeface="Inter"/>
                <a:cs typeface="Inter"/>
              </a:rPr>
              <a:t>1</a:t>
            </a:r>
          </a:p>
        </p:txBody>
      </p:sp>
      <p:sp>
        <p:nvSpPr>
          <p:cNvPr id="23" name="">
            <a:extLst xmlns:a="http://schemas.openxmlformats.org/drawingml/2006/main">
              <a:ext uri="{FF2B5EF4-FFF2-40B4-BE49-F238E27FC236}">
                <a16:creationId xmlns:a16="http://schemas.microsoft.com/office/drawing/2014/main" id="{FBC89799-53D2-4623-9C8F-5C041B2651BA}"/>
              </a:ext>
            </a:extLst>
          </p:cNvPr>
          <p:cNvSpPr>
            <a:spLocks xmlns:a="http://schemas.openxmlformats.org/drawingml/2006/main" noGrp="1"/>
          </p:cNvSpPr>
          <p:nvPr/>
        </p:nvSpPr>
        <p:spPr>
          <a:xfrm xmlns:a="http://schemas.openxmlformats.org/drawingml/2006/main">
            <a:off x="4705350" y="4762500"/>
            <a:ext cx="28479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idempotency entry</a:t>
            </a:r>
          </a:p>
        </p:txBody>
      </p:sp>
      <p:sp>
        <p:nvSpPr>
          <p:cNvPr id="24" name="">
            <a:extLst xmlns:a="http://schemas.openxmlformats.org/drawingml/2006/main">
              <a:ext uri="{FF2B5EF4-FFF2-40B4-BE49-F238E27FC236}">
                <a16:creationId xmlns:a16="http://schemas.microsoft.com/office/drawing/2014/main" id="{56D93075-5FCC-4459-A623-593B57473947}"/>
              </a:ext>
            </a:extLst>
          </p:cNvPr>
          <p:cNvSpPr>
            <a:spLocks xmlns:a="http://schemas.openxmlformats.org/drawingml/2006/main" noGrp="1"/>
          </p:cNvSpPr>
          <p:nvPr/>
        </p:nvSpPr>
        <p:spPr>
          <a:xfrm xmlns:a="http://schemas.openxmlformats.org/drawingml/2006/main">
            <a:off x="8705850" y="3733800"/>
            <a:ext cx="2552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225" b="1">
                <a:solidFill>
                  <a:srgbClr val="0071E3"/>
                </a:solidFill>
                <a:latin typeface="Inter"/>
                <a:ea typeface="Inter"/>
                <a:cs typeface="Inter"/>
              </a:defRPr>
            </a:pPr>
            <a:r>
              <a:rPr sz="6225" b="1">
                <a:solidFill>
                  <a:srgbClr val="0071E3"/>
                </a:solidFill>
                <a:latin typeface="Inter"/>
                <a:ea typeface="Inter"/>
                <a:cs typeface="Inter"/>
              </a:rPr>
              <a:t>1</a:t>
            </a:r>
          </a:p>
        </p:txBody>
      </p:sp>
      <p:sp>
        <p:nvSpPr>
          <p:cNvPr id="25" name="">
            <a:extLst xmlns:a="http://schemas.openxmlformats.org/drawingml/2006/main">
              <a:ext uri="{FF2B5EF4-FFF2-40B4-BE49-F238E27FC236}">
                <a16:creationId xmlns:a16="http://schemas.microsoft.com/office/drawing/2014/main" id="{448B256D-A10C-42E9-A2EB-D27895862F3F}"/>
              </a:ext>
            </a:extLst>
          </p:cNvPr>
          <p:cNvSpPr>
            <a:spLocks xmlns:a="http://schemas.openxmlformats.org/drawingml/2006/main" noGrp="1"/>
          </p:cNvSpPr>
          <p:nvPr/>
        </p:nvSpPr>
        <p:spPr>
          <a:xfrm xmlns:a="http://schemas.openxmlformats.org/drawingml/2006/main">
            <a:off x="8705850" y="4762500"/>
            <a:ext cx="28479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mock execution</a:t>
            </a:r>
          </a:p>
        </p:txBody>
      </p:sp>
      <p:sp>
        <p:nvSpPr>
          <p:cNvPr id="26" name="">
            <a:extLst xmlns:a="http://schemas.openxmlformats.org/drawingml/2006/main">
              <a:ext uri="{FF2B5EF4-FFF2-40B4-BE49-F238E27FC236}">
                <a16:creationId xmlns:a16="http://schemas.microsoft.com/office/drawing/2014/main" id="{2903B5BA-E9A9-41F5-9560-14E921BC07E5}"/>
              </a:ext>
            </a:extLst>
          </p:cNvPr>
          <p:cNvSpPr>
            <a:spLocks xmlns:a="http://schemas.openxmlformats.org/drawingml/2006/main" noGrp="1"/>
          </p:cNvSpPr>
          <p:nvPr/>
        </p:nvSpPr>
        <p:spPr>
          <a:xfrm xmlns:a="http://schemas.openxmlformats.org/drawingml/2006/main">
            <a:off x="704850" y="5676900"/>
            <a:ext cx="10715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The saved receipt agrees with an independent read of the registry.</a:t>
            </a:r>
          </a:p>
        </p:txBody>
      </p:sp>
    </p:spTree>
    <p:extLst>
      <p:ext uri="{BB962C8B-B14F-4D97-AF65-F5344CB8AC3E}">
        <p14:creationId xmlns:p14="http://schemas.microsoft.com/office/powerpoint/2010/main" val="19129616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5CD108B-D630-42EC-97CD-80B5905CB5D2}"/>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Repeating confirmation preserved the same result</a:t>
            </a:r>
          </a:p>
        </p:txBody>
      </p:sp>
      <p:sp>
        <p:nvSpPr>
          <p:cNvPr id="2" name="">
            <a:extLst xmlns:a="http://schemas.openxmlformats.org/drawingml/2006/main">
              <a:ext uri="{FF2B5EF4-FFF2-40B4-BE49-F238E27FC236}">
                <a16:creationId xmlns:a16="http://schemas.microsoft.com/office/drawing/2014/main" id="{A391211E-F00E-4BE1-9DCC-95AF0340CD93}"/>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A second confirmation returned the existing receipt without another effect.</a:t>
            </a:r>
          </a:p>
        </p:txBody>
      </p:sp>
      <p:sp>
        <p:nvSpPr>
          <p:cNvPr id="3" name="">
            <a:extLst xmlns:a="http://schemas.openxmlformats.org/drawingml/2006/main">
              <a:ext uri="{FF2B5EF4-FFF2-40B4-BE49-F238E27FC236}">
                <a16:creationId xmlns:a16="http://schemas.microsoft.com/office/drawing/2014/main" id="{CF5B6C5D-808B-4A73-AFE4-96A1BB8D7DC2}"/>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F4602D-5BE3-4FE9-A46B-2CB19E7F026F}"/>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f7807bf103c44b9f"/>
              </a:rPr>
              <a:t>F / Main five-event history</a:t>
            </a:r>
          </a:p>
        </p:txBody>
      </p:sp>
      <p:sp>
        <p:nvSpPr>
          <p:cNvPr id="5" name="">
            <a:extLst xmlns:a="http://schemas.openxmlformats.org/drawingml/2006/main">
              <a:ext uri="{FF2B5EF4-FFF2-40B4-BE49-F238E27FC236}">
                <a16:creationId xmlns:a16="http://schemas.microsoft.com/office/drawing/2014/main" id="{66CCF882-75E4-40D1-B2CB-27CFEB2DDF11}"/>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09</a:t>
            </a:r>
          </a:p>
        </p:txBody>
      </p:sp>
      <p:sp>
        <p:nvSpPr>
          <p:cNvPr id="6" name="">
            <a:extLst xmlns:a="http://schemas.openxmlformats.org/drawingml/2006/main">
              <a:ext uri="{FF2B5EF4-FFF2-40B4-BE49-F238E27FC236}">
                <a16:creationId xmlns:a16="http://schemas.microsoft.com/office/drawing/2014/main" id="{4122D11F-7976-47CB-BB69-94E759F0B3B0}"/>
              </a:ext>
            </a:extLst>
          </p:cNvPr>
          <p:cNvSpPr>
            <a:spLocks xmlns:a="http://schemas.openxmlformats.org/drawingml/2006/main" noGrp="1"/>
          </p:cNvSpPr>
          <p:nvPr/>
        </p:nvSpPr>
        <p:spPr>
          <a:xfrm xmlns:a="http://schemas.openxmlformats.org/drawingml/2006/main">
            <a:off x="704850" y="2771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EXACT</a:t>
            </a:r>
          </a:p>
        </p:txBody>
      </p:sp>
      <p:sp>
        <p:nvSpPr>
          <p:cNvPr id="7" name="">
            <a:extLst xmlns:a="http://schemas.openxmlformats.org/drawingml/2006/main">
              <a:ext uri="{FF2B5EF4-FFF2-40B4-BE49-F238E27FC236}">
                <a16:creationId xmlns:a16="http://schemas.microsoft.com/office/drawing/2014/main" id="{C4285EB6-D4EA-4B59-A6FA-6F272DB063FE}"/>
              </a:ext>
            </a:extLst>
          </p:cNvPr>
          <p:cNvSpPr>
            <a:spLocks xmlns:a="http://schemas.openxmlformats.org/drawingml/2006/main" noGrp="1"/>
          </p:cNvSpPr>
          <p:nvPr/>
        </p:nvSpPr>
        <p:spPr>
          <a:xfrm xmlns:a="http://schemas.openxmlformats.org/drawingml/2006/main">
            <a:off x="704850" y="3152775"/>
            <a:ext cx="1943100" cy="1905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5955DE-0AC3-44F1-A685-A1CF61CA1206}"/>
              </a:ext>
            </a:extLst>
          </p:cNvPr>
          <p:cNvSpPr>
            <a:spLocks xmlns:a="http://schemas.openxmlformats.org/drawingml/2006/main" noGrp="1"/>
          </p:cNvSpPr>
          <p:nvPr/>
        </p:nvSpPr>
        <p:spPr>
          <a:xfrm xmlns:a="http://schemas.openxmlformats.org/drawingml/2006/main">
            <a:off x="704850" y="3476625"/>
            <a:ext cx="190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No complete offer</a:t>
            </a:r>
          </a:p>
        </p:txBody>
      </p:sp>
      <p:sp>
        <p:nvSpPr>
          <p:cNvPr id="9" name="">
            <a:extLst xmlns:a="http://schemas.openxmlformats.org/drawingml/2006/main">
              <a:ext uri="{FF2B5EF4-FFF2-40B4-BE49-F238E27FC236}">
                <a16:creationId xmlns:a16="http://schemas.microsoft.com/office/drawing/2014/main" id="{036BB48D-18A9-4BD0-8676-303F871F10AB}"/>
              </a:ext>
            </a:extLst>
          </p:cNvPr>
          <p:cNvSpPr>
            <a:spLocks xmlns:a="http://schemas.openxmlformats.org/drawingml/2006/main" noGrp="1"/>
          </p:cNvSpPr>
          <p:nvPr/>
        </p:nvSpPr>
        <p:spPr>
          <a:xfrm xmlns:a="http://schemas.openxmlformats.org/drawingml/2006/main">
            <a:off x="704850" y="461962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6E6E73"/>
                </a:solidFill>
                <a:latin typeface="Inter"/>
                <a:ea typeface="Inter"/>
                <a:cs typeface="Inter"/>
              </a:defRPr>
            </a:pPr>
            <a:r>
              <a:rPr sz="1950" b="0">
                <a:solidFill>
                  <a:srgbClr val="6E6E73"/>
                </a:solidFill>
                <a:latin typeface="Inter"/>
                <a:ea typeface="Inter"/>
                <a:cs typeface="Inter"/>
              </a:rPr>
              <a:t>0 new effects</a:t>
            </a:r>
          </a:p>
        </p:txBody>
      </p:sp>
      <p:sp>
        <p:nvSpPr>
          <p:cNvPr id="10" name="">
            <a:extLst xmlns:a="http://schemas.openxmlformats.org/drawingml/2006/main">
              <a:ext uri="{FF2B5EF4-FFF2-40B4-BE49-F238E27FC236}">
                <a16:creationId xmlns:a16="http://schemas.microsoft.com/office/drawing/2014/main" id="{05B6D82F-CDCB-4E47-A66B-8F6DE4CA4C4D}"/>
              </a:ext>
            </a:extLst>
          </p:cNvPr>
          <p:cNvSpPr>
            <a:spLocks xmlns:a="http://schemas.openxmlformats.org/drawingml/2006/main" noGrp="1"/>
          </p:cNvSpPr>
          <p:nvPr/>
        </p:nvSpPr>
        <p:spPr>
          <a:xfrm xmlns:a="http://schemas.openxmlformats.org/drawingml/2006/main">
            <a:off x="2895600" y="2771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SHIFT</a:t>
            </a:r>
          </a:p>
        </p:txBody>
      </p:sp>
      <p:sp>
        <p:nvSpPr>
          <p:cNvPr id="11" name="">
            <a:extLst xmlns:a="http://schemas.openxmlformats.org/drawingml/2006/main">
              <a:ext uri="{FF2B5EF4-FFF2-40B4-BE49-F238E27FC236}">
                <a16:creationId xmlns:a16="http://schemas.microsoft.com/office/drawing/2014/main" id="{BAC08C7D-C460-440F-83E0-6D3408EDC555}"/>
              </a:ext>
            </a:extLst>
          </p:cNvPr>
          <p:cNvSpPr>
            <a:spLocks xmlns:a="http://schemas.openxmlformats.org/drawingml/2006/main" noGrp="1"/>
          </p:cNvSpPr>
          <p:nvPr/>
        </p:nvSpPr>
        <p:spPr>
          <a:xfrm xmlns:a="http://schemas.openxmlformats.org/drawingml/2006/main">
            <a:off x="2895600" y="3152775"/>
            <a:ext cx="1943100" cy="1905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365CA7-D5A9-4F38-BA66-3F4166430EC8}"/>
              </a:ext>
            </a:extLst>
          </p:cNvPr>
          <p:cNvSpPr>
            <a:spLocks xmlns:a="http://schemas.openxmlformats.org/drawingml/2006/main" noGrp="1"/>
          </p:cNvSpPr>
          <p:nvPr/>
        </p:nvSpPr>
        <p:spPr>
          <a:xfrm xmlns:a="http://schemas.openxmlformats.org/drawingml/2006/main">
            <a:off x="2895600" y="3476625"/>
            <a:ext cx="190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Offer ready</a:t>
            </a:r>
          </a:p>
        </p:txBody>
      </p:sp>
      <p:sp>
        <p:nvSpPr>
          <p:cNvPr id="13" name="">
            <a:extLst xmlns:a="http://schemas.openxmlformats.org/drawingml/2006/main">
              <a:ext uri="{FF2B5EF4-FFF2-40B4-BE49-F238E27FC236}">
                <a16:creationId xmlns:a16="http://schemas.microsoft.com/office/drawing/2014/main" id="{14BE854A-42AA-44C6-B35B-DB671E835638}"/>
              </a:ext>
            </a:extLst>
          </p:cNvPr>
          <p:cNvSpPr>
            <a:spLocks xmlns:a="http://schemas.openxmlformats.org/drawingml/2006/main" noGrp="1"/>
          </p:cNvSpPr>
          <p:nvPr/>
        </p:nvSpPr>
        <p:spPr>
          <a:xfrm xmlns:a="http://schemas.openxmlformats.org/drawingml/2006/main">
            <a:off x="2895600" y="461962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6E6E73"/>
                </a:solidFill>
                <a:latin typeface="Inter"/>
                <a:ea typeface="Inter"/>
                <a:cs typeface="Inter"/>
              </a:defRPr>
            </a:pPr>
            <a:r>
              <a:rPr sz="1950" b="0">
                <a:solidFill>
                  <a:srgbClr val="6E6E73"/>
                </a:solidFill>
                <a:latin typeface="Inter"/>
                <a:ea typeface="Inter"/>
                <a:cs typeface="Inter"/>
              </a:rPr>
              <a:t>0 new effects</a:t>
            </a:r>
          </a:p>
        </p:txBody>
      </p:sp>
      <p:sp>
        <p:nvSpPr>
          <p:cNvPr id="14" name="">
            <a:extLst xmlns:a="http://schemas.openxmlformats.org/drawingml/2006/main">
              <a:ext uri="{FF2B5EF4-FFF2-40B4-BE49-F238E27FC236}">
                <a16:creationId xmlns:a16="http://schemas.microsoft.com/office/drawing/2014/main" id="{C3B232A2-0FE1-45C1-8455-30AC27B2B9FB}"/>
              </a:ext>
            </a:extLst>
          </p:cNvPr>
          <p:cNvSpPr>
            <a:spLocks xmlns:a="http://schemas.openxmlformats.org/drawingml/2006/main" noGrp="1"/>
          </p:cNvSpPr>
          <p:nvPr/>
        </p:nvSpPr>
        <p:spPr>
          <a:xfrm xmlns:a="http://schemas.openxmlformats.org/drawingml/2006/main">
            <a:off x="5086350" y="2771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CONFIRM</a:t>
            </a:r>
          </a:p>
        </p:txBody>
      </p:sp>
      <p:sp>
        <p:nvSpPr>
          <p:cNvPr id="15" name="">
            <a:extLst xmlns:a="http://schemas.openxmlformats.org/drawingml/2006/main">
              <a:ext uri="{FF2B5EF4-FFF2-40B4-BE49-F238E27FC236}">
                <a16:creationId xmlns:a16="http://schemas.microsoft.com/office/drawing/2014/main" id="{F42B83B9-3FDC-476E-8123-5EC8C7F781E4}"/>
              </a:ext>
            </a:extLst>
          </p:cNvPr>
          <p:cNvSpPr>
            <a:spLocks xmlns:a="http://schemas.openxmlformats.org/drawingml/2006/main" noGrp="1"/>
          </p:cNvSpPr>
          <p:nvPr/>
        </p:nvSpPr>
        <p:spPr>
          <a:xfrm xmlns:a="http://schemas.openxmlformats.org/drawingml/2006/main">
            <a:off x="5086350" y="3152775"/>
            <a:ext cx="1943100" cy="19050"/>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3295777-D1A3-4090-A5E3-1CBB22125FE3}"/>
              </a:ext>
            </a:extLst>
          </p:cNvPr>
          <p:cNvSpPr>
            <a:spLocks xmlns:a="http://schemas.openxmlformats.org/drawingml/2006/main" noGrp="1"/>
          </p:cNvSpPr>
          <p:nvPr/>
        </p:nvSpPr>
        <p:spPr>
          <a:xfrm xmlns:a="http://schemas.openxmlformats.org/drawingml/2006/main">
            <a:off x="5086350" y="3476625"/>
            <a:ext cx="190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Book three slots</a:t>
            </a:r>
          </a:p>
        </p:txBody>
      </p:sp>
      <p:sp>
        <p:nvSpPr>
          <p:cNvPr id="17" name="">
            <a:extLst xmlns:a="http://schemas.openxmlformats.org/drawingml/2006/main">
              <a:ext uri="{FF2B5EF4-FFF2-40B4-BE49-F238E27FC236}">
                <a16:creationId xmlns:a16="http://schemas.microsoft.com/office/drawing/2014/main" id="{E818BB95-A38D-4F7C-8CBB-FABD9BBB752A}"/>
              </a:ext>
            </a:extLst>
          </p:cNvPr>
          <p:cNvSpPr>
            <a:spLocks xmlns:a="http://schemas.openxmlformats.org/drawingml/2006/main" noGrp="1"/>
          </p:cNvSpPr>
          <p:nvPr/>
        </p:nvSpPr>
        <p:spPr>
          <a:xfrm xmlns:a="http://schemas.openxmlformats.org/drawingml/2006/main">
            <a:off x="5086350" y="461962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0071E3"/>
                </a:solidFill>
                <a:latin typeface="Inter"/>
                <a:ea typeface="Inter"/>
                <a:cs typeface="Inter"/>
              </a:defRPr>
            </a:pPr>
            <a:r>
              <a:rPr sz="1950" b="1">
                <a:solidFill>
                  <a:srgbClr val="0071E3"/>
                </a:solidFill>
                <a:latin typeface="Inter"/>
                <a:ea typeface="Inter"/>
                <a:cs typeface="Inter"/>
              </a:rPr>
              <a:t>1 effect</a:t>
            </a:r>
          </a:p>
        </p:txBody>
      </p:sp>
      <p:sp>
        <p:nvSpPr>
          <p:cNvPr id="18" name="">
            <a:extLst xmlns:a="http://schemas.openxmlformats.org/drawingml/2006/main">
              <a:ext uri="{FF2B5EF4-FFF2-40B4-BE49-F238E27FC236}">
                <a16:creationId xmlns:a16="http://schemas.microsoft.com/office/drawing/2014/main" id="{64877CD5-9017-46F3-AF9B-E4E84E38EAE4}"/>
              </a:ext>
            </a:extLst>
          </p:cNvPr>
          <p:cNvSpPr>
            <a:spLocks xmlns:a="http://schemas.openxmlformats.org/drawingml/2006/main" noGrp="1"/>
          </p:cNvSpPr>
          <p:nvPr/>
        </p:nvSpPr>
        <p:spPr>
          <a:xfrm xmlns:a="http://schemas.openxmlformats.org/drawingml/2006/main">
            <a:off x="7277100" y="2771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REPEAT</a:t>
            </a:r>
          </a:p>
        </p:txBody>
      </p:sp>
      <p:sp>
        <p:nvSpPr>
          <p:cNvPr id="19" name="">
            <a:extLst xmlns:a="http://schemas.openxmlformats.org/drawingml/2006/main">
              <a:ext uri="{FF2B5EF4-FFF2-40B4-BE49-F238E27FC236}">
                <a16:creationId xmlns:a16="http://schemas.microsoft.com/office/drawing/2014/main" id="{2E030039-564C-4B1A-BD5E-722562CC2429}"/>
              </a:ext>
            </a:extLst>
          </p:cNvPr>
          <p:cNvSpPr>
            <a:spLocks xmlns:a="http://schemas.openxmlformats.org/drawingml/2006/main" noGrp="1"/>
          </p:cNvSpPr>
          <p:nvPr/>
        </p:nvSpPr>
        <p:spPr>
          <a:xfrm xmlns:a="http://schemas.openxmlformats.org/drawingml/2006/main">
            <a:off x="7277100" y="3152775"/>
            <a:ext cx="1943100" cy="1905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AFF57E-746B-42B0-A70B-31F8C1B1AD9F}"/>
              </a:ext>
            </a:extLst>
          </p:cNvPr>
          <p:cNvSpPr>
            <a:spLocks xmlns:a="http://schemas.openxmlformats.org/drawingml/2006/main" noGrp="1"/>
          </p:cNvSpPr>
          <p:nvPr/>
        </p:nvSpPr>
        <p:spPr>
          <a:xfrm xmlns:a="http://schemas.openxmlformats.org/drawingml/2006/main">
            <a:off x="7277100" y="3476625"/>
            <a:ext cx="190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Same receipt</a:t>
            </a:r>
          </a:p>
        </p:txBody>
      </p:sp>
      <p:sp>
        <p:nvSpPr>
          <p:cNvPr id="21" name="">
            <a:extLst xmlns:a="http://schemas.openxmlformats.org/drawingml/2006/main">
              <a:ext uri="{FF2B5EF4-FFF2-40B4-BE49-F238E27FC236}">
                <a16:creationId xmlns:a16="http://schemas.microsoft.com/office/drawing/2014/main" id="{DE68E5BD-B20C-4393-9104-1C8866485817}"/>
              </a:ext>
            </a:extLst>
          </p:cNvPr>
          <p:cNvSpPr>
            <a:spLocks xmlns:a="http://schemas.openxmlformats.org/drawingml/2006/main" noGrp="1"/>
          </p:cNvSpPr>
          <p:nvPr/>
        </p:nvSpPr>
        <p:spPr>
          <a:xfrm xmlns:a="http://schemas.openxmlformats.org/drawingml/2006/main">
            <a:off x="7277100" y="461962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6E6E73"/>
                </a:solidFill>
                <a:latin typeface="Inter"/>
                <a:ea typeface="Inter"/>
                <a:cs typeface="Inter"/>
              </a:defRPr>
            </a:pPr>
            <a:r>
              <a:rPr sz="1950" b="0">
                <a:solidFill>
                  <a:srgbClr val="6E6E73"/>
                </a:solidFill>
                <a:latin typeface="Inter"/>
                <a:ea typeface="Inter"/>
                <a:cs typeface="Inter"/>
              </a:rPr>
              <a:t>0 new effects</a:t>
            </a:r>
          </a:p>
        </p:txBody>
      </p:sp>
      <p:sp>
        <p:nvSpPr>
          <p:cNvPr id="22" name="">
            <a:extLst xmlns:a="http://schemas.openxmlformats.org/drawingml/2006/main">
              <a:ext uri="{FF2B5EF4-FFF2-40B4-BE49-F238E27FC236}">
                <a16:creationId xmlns:a16="http://schemas.microsoft.com/office/drawing/2014/main" id="{1055C5B3-CE48-4B7C-B52B-B38B78DEBDAB}"/>
              </a:ext>
            </a:extLst>
          </p:cNvPr>
          <p:cNvSpPr>
            <a:spLocks xmlns:a="http://schemas.openxmlformats.org/drawingml/2006/main" noGrp="1"/>
          </p:cNvSpPr>
          <p:nvPr/>
        </p:nvSpPr>
        <p:spPr>
          <a:xfrm xmlns:a="http://schemas.openxmlformats.org/drawingml/2006/main">
            <a:off x="9467850" y="2771775"/>
            <a:ext cx="205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VERIFY</a:t>
            </a:r>
          </a:p>
        </p:txBody>
      </p:sp>
      <p:sp>
        <p:nvSpPr>
          <p:cNvPr id="23" name="">
            <a:extLst xmlns:a="http://schemas.openxmlformats.org/drawingml/2006/main">
              <a:ext uri="{FF2B5EF4-FFF2-40B4-BE49-F238E27FC236}">
                <a16:creationId xmlns:a16="http://schemas.microsoft.com/office/drawing/2014/main" id="{32D2EBFC-7E3D-46F9-9D80-E7BE2D669E89}"/>
              </a:ext>
            </a:extLst>
          </p:cNvPr>
          <p:cNvSpPr>
            <a:spLocks xmlns:a="http://schemas.openxmlformats.org/drawingml/2006/main" noGrp="1"/>
          </p:cNvSpPr>
          <p:nvPr/>
        </p:nvSpPr>
        <p:spPr>
          <a:xfrm xmlns:a="http://schemas.openxmlformats.org/drawingml/2006/main">
            <a:off x="9467850" y="3152775"/>
            <a:ext cx="1943100" cy="1905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049F83E-4AF3-4BF3-A126-9521F64975A1}"/>
              </a:ext>
            </a:extLst>
          </p:cNvPr>
          <p:cNvSpPr>
            <a:spLocks xmlns:a="http://schemas.openxmlformats.org/drawingml/2006/main" noGrp="1"/>
          </p:cNvSpPr>
          <p:nvPr/>
        </p:nvSpPr>
        <p:spPr>
          <a:xfrm xmlns:a="http://schemas.openxmlformats.org/drawingml/2006/main">
            <a:off x="9467850" y="3476625"/>
            <a:ext cx="190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History verified</a:t>
            </a:r>
          </a:p>
        </p:txBody>
      </p:sp>
      <p:sp>
        <p:nvSpPr>
          <p:cNvPr id="25" name="">
            <a:extLst xmlns:a="http://schemas.openxmlformats.org/drawingml/2006/main">
              <a:ext uri="{FF2B5EF4-FFF2-40B4-BE49-F238E27FC236}">
                <a16:creationId xmlns:a16="http://schemas.microsoft.com/office/drawing/2014/main" id="{E4DCC5D1-F782-4AE2-8088-DBBECCC888E1}"/>
              </a:ext>
            </a:extLst>
          </p:cNvPr>
          <p:cNvSpPr>
            <a:spLocks xmlns:a="http://schemas.openxmlformats.org/drawingml/2006/main" noGrp="1"/>
          </p:cNvSpPr>
          <p:nvPr/>
        </p:nvSpPr>
        <p:spPr>
          <a:xfrm xmlns:a="http://schemas.openxmlformats.org/drawingml/2006/main">
            <a:off x="9467850" y="461962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6E6E73"/>
                </a:solidFill>
                <a:latin typeface="Inter"/>
                <a:ea typeface="Inter"/>
                <a:cs typeface="Inter"/>
              </a:defRPr>
            </a:pPr>
            <a:r>
              <a:rPr sz="1950" b="0">
                <a:solidFill>
                  <a:srgbClr val="6E6E73"/>
                </a:solidFill>
                <a:latin typeface="Inter"/>
                <a:ea typeface="Inter"/>
                <a:cs typeface="Inter"/>
              </a:rPr>
              <a:t>0 new effects</a:t>
            </a:r>
          </a:p>
        </p:txBody>
      </p:sp>
      <p:sp>
        <p:nvSpPr>
          <p:cNvPr id="26" name="">
            <a:extLst xmlns:a="http://schemas.openxmlformats.org/drawingml/2006/main">
              <a:ext uri="{FF2B5EF4-FFF2-40B4-BE49-F238E27FC236}">
                <a16:creationId xmlns:a16="http://schemas.microsoft.com/office/drawing/2014/main" id="{2F170D45-37FD-42AE-9DFB-E8AC31B193E6}"/>
              </a:ext>
            </a:extLst>
          </p:cNvPr>
          <p:cNvSpPr>
            <a:spLocks xmlns:a="http://schemas.openxmlformats.org/drawingml/2006/main" noGrp="1"/>
          </p:cNvSpPr>
          <p:nvPr/>
        </p:nvSpPr>
        <p:spPr>
          <a:xfrm xmlns:a="http://schemas.openxmlformats.org/drawingml/2006/main">
            <a:off x="704850" y="5629275"/>
            <a:ext cx="107346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0071E3"/>
                </a:solidFill>
                <a:latin typeface="Inter"/>
                <a:ea typeface="Inter"/>
                <a:cs typeface="Inter"/>
              </a:defRPr>
            </a:pPr>
            <a:r>
              <a:rPr sz="2325" b="1">
                <a:solidFill>
                  <a:srgbClr val="0071E3"/>
                </a:solidFill>
                <a:latin typeface="Inter"/>
                <a:ea typeface="Inter"/>
                <a:cs typeface="Inter"/>
              </a:rPr>
              <a:t>One dispatch and one execution across this five-event main story.</a:t>
            </a:r>
          </a:p>
        </p:txBody>
      </p:sp>
    </p:spTree>
    <p:extLst>
      <p:ext uri="{BB962C8B-B14F-4D97-AF65-F5344CB8AC3E}">
        <p14:creationId xmlns:p14="http://schemas.microsoft.com/office/powerpoint/2010/main" val="14040853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3B7B81-2E11-46E2-B048-43B13CCA2C8B}"/>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Verification selected a different operation</a:t>
            </a:r>
          </a:p>
        </p:txBody>
      </p:sp>
      <p:sp>
        <p:nvSpPr>
          <p:cNvPr id="2" name="">
            <a:extLst xmlns:a="http://schemas.openxmlformats.org/drawingml/2006/main">
              <a:ext uri="{FF2B5EF4-FFF2-40B4-BE49-F238E27FC236}">
                <a16:creationId xmlns:a16="http://schemas.microsoft.com/office/drawing/2014/main" id="{E33591F4-29C2-4D87-B2DE-3E1C42335BAE}"/>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consumed proposal requested existing history and readback.</a:t>
            </a:r>
          </a:p>
        </p:txBody>
      </p:sp>
      <p:sp>
        <p:nvSpPr>
          <p:cNvPr id="3" name="">
            <a:extLst xmlns:a="http://schemas.openxmlformats.org/drawingml/2006/main">
              <a:ext uri="{FF2B5EF4-FFF2-40B4-BE49-F238E27FC236}">
                <a16:creationId xmlns:a16="http://schemas.microsoft.com/office/drawing/2014/main" id="{CBD02013-4C65-4F39-B588-F01C7689478B}"/>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F92357-8AED-4889-BD61-FE144F630B07}"/>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520ad2208f904100"/>
              </a:rPr>
              <a:t>F / Precollected VERIFY proposal, later native use</a:t>
            </a:r>
          </a:p>
        </p:txBody>
      </p:sp>
      <p:sp>
        <p:nvSpPr>
          <p:cNvPr id="5" name="">
            <a:extLst xmlns:a="http://schemas.openxmlformats.org/drawingml/2006/main">
              <a:ext uri="{FF2B5EF4-FFF2-40B4-BE49-F238E27FC236}">
                <a16:creationId xmlns:a16="http://schemas.microsoft.com/office/drawing/2014/main" id="{99B6B4FB-AB40-46C8-A0A8-DF0EF4F2273D}"/>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10</a:t>
            </a:r>
          </a:p>
        </p:txBody>
      </p:sp>
      <p:sp>
        <p:nvSpPr>
          <p:cNvPr id="6" name="">
            <a:extLst xmlns:a="http://schemas.openxmlformats.org/drawingml/2006/main">
              <a:ext uri="{FF2B5EF4-FFF2-40B4-BE49-F238E27FC236}">
                <a16:creationId xmlns:a16="http://schemas.microsoft.com/office/drawing/2014/main" id="{E75F7FCC-F649-4744-9A8B-5C801AA3DB41}"/>
              </a:ext>
            </a:extLst>
          </p:cNvPr>
          <p:cNvSpPr>
            <a:spLocks xmlns:a="http://schemas.openxmlformats.org/drawingml/2006/main" noGrp="1"/>
          </p:cNvSpPr>
          <p:nvPr/>
        </p:nvSpPr>
        <p:spPr>
          <a:xfrm xmlns:a="http://schemas.openxmlformats.org/drawingml/2006/main">
            <a:off x="704850" y="26003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ACTUAL RETURNED OPERATION</a:t>
            </a:r>
          </a:p>
        </p:txBody>
      </p:sp>
      <p:sp>
        <p:nvSpPr>
          <p:cNvPr id="7" name="">
            <a:extLst xmlns:a="http://schemas.openxmlformats.org/drawingml/2006/main">
              <a:ext uri="{FF2B5EF4-FFF2-40B4-BE49-F238E27FC236}">
                <a16:creationId xmlns:a16="http://schemas.microsoft.com/office/drawing/2014/main" id="{57A85D0C-C709-48B5-8F37-BC39F1BC0723}"/>
              </a:ext>
            </a:extLst>
          </p:cNvPr>
          <p:cNvSpPr>
            <a:spLocks xmlns:a="http://schemas.openxmlformats.org/drawingml/2006/main" noGrp="1"/>
          </p:cNvSpPr>
          <p:nvPr/>
        </p:nvSpPr>
        <p:spPr>
          <a:xfrm xmlns:a="http://schemas.openxmlformats.org/drawingml/2006/main">
            <a:off x="704850" y="3019425"/>
            <a:ext cx="107061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800" b="1">
                <a:solidFill>
                  <a:srgbClr val="0071E3"/>
                </a:solidFill>
                <a:latin typeface="Inter"/>
                <a:ea typeface="Inter"/>
                <a:cs typeface="Inter"/>
              </a:defRPr>
            </a:pPr>
            <a:r>
              <a:rPr sz="4800" b="1">
                <a:solidFill>
                  <a:srgbClr val="0071E3"/>
                </a:solidFill>
                <a:latin typeface="Inter"/>
                <a:ea typeface="Inter"/>
                <a:cs typeface="Inter"/>
              </a:rPr>
              <a:t>VERIFY_EXISTING</a:t>
            </a:r>
          </a:p>
        </p:txBody>
      </p:sp>
      <p:sp>
        <p:nvSpPr>
          <p:cNvPr id="8" name="">
            <a:extLst xmlns:a="http://schemas.openxmlformats.org/drawingml/2006/main">
              <a:ext uri="{FF2B5EF4-FFF2-40B4-BE49-F238E27FC236}">
                <a16:creationId xmlns:a16="http://schemas.microsoft.com/office/drawing/2014/main" id="{1B1D0BF6-9B90-4595-8753-C9B5A8691A03}"/>
              </a:ext>
            </a:extLst>
          </p:cNvPr>
          <p:cNvSpPr>
            <a:spLocks xmlns:a="http://schemas.openxmlformats.org/drawingml/2006/main" noGrp="1"/>
          </p:cNvSpPr>
          <p:nvPr/>
        </p:nvSpPr>
        <p:spPr>
          <a:xfrm xmlns:a="http://schemas.openxmlformats.org/drawingml/2006/main">
            <a:off x="704850" y="4029075"/>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DFE115-9DE0-45B4-8B5C-DE32AD8F42B3}"/>
              </a:ext>
            </a:extLst>
          </p:cNvPr>
          <p:cNvSpPr>
            <a:spLocks xmlns:a="http://schemas.openxmlformats.org/drawingml/2006/main" noGrp="1"/>
          </p:cNvSpPr>
          <p:nvPr/>
        </p:nvSpPr>
        <p:spPr>
          <a:xfrm xmlns:a="http://schemas.openxmlformats.org/drawingml/2006/main">
            <a:off x="704850" y="43053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Prepared first</a:t>
            </a:r>
          </a:p>
        </p:txBody>
      </p:sp>
      <p:sp>
        <p:nvSpPr>
          <p:cNvPr id="10" name="">
            <a:extLst xmlns:a="http://schemas.openxmlformats.org/drawingml/2006/main">
              <a:ext uri="{FF2B5EF4-FFF2-40B4-BE49-F238E27FC236}">
                <a16:creationId xmlns:a16="http://schemas.microsoft.com/office/drawing/2014/main" id="{806E4A37-0FC1-4A3F-8FFC-4D81CFD90AF3}"/>
              </a:ext>
            </a:extLst>
          </p:cNvPr>
          <p:cNvSpPr>
            <a:spLocks xmlns:a="http://schemas.openxmlformats.org/drawingml/2006/main" noGrp="1"/>
          </p:cNvSpPr>
          <p:nvPr/>
        </p:nvSpPr>
        <p:spPr>
          <a:xfrm xmlns:a="http://schemas.openxmlformats.org/drawingml/2006/main">
            <a:off x="6324600" y="4305300"/>
            <a:ext cx="4714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Consumed later</a:t>
            </a:r>
          </a:p>
        </p:txBody>
      </p:sp>
      <p:sp>
        <p:nvSpPr>
          <p:cNvPr id="11" name="">
            <a:extLst xmlns:a="http://schemas.openxmlformats.org/drawingml/2006/main">
              <a:ext uri="{FF2B5EF4-FFF2-40B4-BE49-F238E27FC236}">
                <a16:creationId xmlns:a16="http://schemas.microsoft.com/office/drawing/2014/main" id="{F639A0A7-F910-4063-BCC4-022C36E5148E}"/>
              </a:ext>
            </a:extLst>
          </p:cNvPr>
          <p:cNvSpPr>
            <a:spLocks xmlns:a="http://schemas.openxmlformats.org/drawingml/2006/main" noGrp="1"/>
          </p:cNvSpPr>
          <p:nvPr/>
        </p:nvSpPr>
        <p:spPr>
          <a:xfrm xmlns:a="http://schemas.openxmlformats.org/drawingml/2006/main">
            <a:off x="704850" y="4867275"/>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All three model proposals</a:t>
            </a:r>
          </a:p>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preceded native booking.</a:t>
            </a:r>
          </a:p>
        </p:txBody>
      </p:sp>
      <p:sp>
        <p:nvSpPr>
          <p:cNvPr id="12" name="">
            <a:extLst xmlns:a="http://schemas.openxmlformats.org/drawingml/2006/main">
              <a:ext uri="{FF2B5EF4-FFF2-40B4-BE49-F238E27FC236}">
                <a16:creationId xmlns:a16="http://schemas.microsoft.com/office/drawing/2014/main" id="{083F1DC5-3ACC-4013-A082-01E11F6BB087}"/>
              </a:ext>
            </a:extLst>
          </p:cNvPr>
          <p:cNvSpPr>
            <a:spLocks xmlns:a="http://schemas.openxmlformats.org/drawingml/2006/main" noGrp="1"/>
          </p:cNvSpPr>
          <p:nvPr/>
        </p:nvSpPr>
        <p:spPr>
          <a:xfrm xmlns:a="http://schemas.openxmlformats.org/drawingml/2006/main">
            <a:off x="6324600" y="4867275"/>
            <a:ext cx="5019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The program read the actual</a:t>
            </a:r>
          </a:p>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existing result. No new booking.</a:t>
            </a:r>
          </a:p>
        </p:txBody>
      </p:sp>
      <p:sp>
        <p:nvSpPr>
          <p:cNvPr id="13" name="">
            <a:extLst xmlns:a="http://schemas.openxmlformats.org/drawingml/2006/main">
              <a:ext uri="{FF2B5EF4-FFF2-40B4-BE49-F238E27FC236}">
                <a16:creationId xmlns:a16="http://schemas.microsoft.com/office/drawing/2014/main" id="{BF56E7FF-C53A-4491-B0A4-E4E4F091291F}"/>
              </a:ext>
            </a:extLst>
          </p:cNvPr>
          <p:cNvSpPr>
            <a:spLocks xmlns:a="http://schemas.openxmlformats.org/drawingml/2006/main" noGrp="1"/>
          </p:cNvSpPr>
          <p:nvPr/>
        </p:nvSpPr>
        <p:spPr>
          <a:xfrm xmlns:a="http://schemas.openxmlformats.org/drawingml/2006/main">
            <a:off x="5076825" y="4524375"/>
            <a:ext cx="7143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4" name="">
            <a:extLst xmlns:a="http://schemas.openxmlformats.org/drawingml/2006/main">
              <a:ext uri="{FF2B5EF4-FFF2-40B4-BE49-F238E27FC236}">
                <a16:creationId xmlns:a16="http://schemas.microsoft.com/office/drawing/2014/main" id="{B5AD43F9-ADCD-4D42-BF52-A18048C8067B}"/>
              </a:ext>
            </a:extLst>
          </p:cNvPr>
          <p:cNvSpPr>
            <a:spLocks xmlns:a="http://schemas.openxmlformats.org/drawingml/2006/main" noGrp="1"/>
          </p:cNvSpPr>
          <p:nvPr/>
        </p:nvSpPr>
        <p:spPr>
          <a:xfrm xmlns:a="http://schemas.openxmlformats.org/drawingml/2006/main">
            <a:off x="5753100" y="445770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Tree>
    <p:extLst>
      <p:ext uri="{BB962C8B-B14F-4D97-AF65-F5344CB8AC3E}">
        <p14:creationId xmlns:p14="http://schemas.microsoft.com/office/powerpoint/2010/main" val="8709880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7C80C0E-F193-4345-8B8D-96B78A572008}"/>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Sixteen native cases used the same final program</a:t>
            </a:r>
          </a:p>
        </p:txBody>
      </p:sp>
      <p:sp>
        <p:nvSpPr>
          <p:cNvPr id="2" name="">
            <a:extLst xmlns:a="http://schemas.openxmlformats.org/drawingml/2006/main">
              <a:ext uri="{FF2B5EF4-FFF2-40B4-BE49-F238E27FC236}">
                <a16:creationId xmlns:a16="http://schemas.microsoft.com/office/drawing/2014/main" id="{14E2A059-AB7E-45B4-838F-3488D507744E}"/>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cases vary useful work, rights, source state and history.</a:t>
            </a:r>
          </a:p>
        </p:txBody>
      </p:sp>
      <p:sp>
        <p:nvSpPr>
          <p:cNvPr id="3" name="">
            <a:extLst xmlns:a="http://schemas.openxmlformats.org/drawingml/2006/main">
              <a:ext uri="{FF2B5EF4-FFF2-40B4-BE49-F238E27FC236}">
                <a16:creationId xmlns:a16="http://schemas.microsoft.com/office/drawing/2014/main" id="{43A6DA52-998D-49B9-88B5-0358F2F0D4EA}"/>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195199-03D3-42A7-BBF3-BFC542C817BE}"/>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78ba6586018140a7"/>
              </a:rPr>
              <a:t>F / Full native case table and separate live series</a:t>
            </a:r>
          </a:p>
        </p:txBody>
      </p:sp>
      <p:sp>
        <p:nvSpPr>
          <p:cNvPr id="5" name="">
            <a:extLst xmlns:a="http://schemas.openxmlformats.org/drawingml/2006/main">
              <a:ext uri="{FF2B5EF4-FFF2-40B4-BE49-F238E27FC236}">
                <a16:creationId xmlns:a16="http://schemas.microsoft.com/office/drawing/2014/main" id="{071583EE-C652-4C9D-9432-511D95CB2E50}"/>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11</a:t>
            </a:r>
          </a:p>
        </p:txBody>
      </p:sp>
      <p:sp>
        <p:nvSpPr>
          <p:cNvPr id="6" name="">
            <a:extLst xmlns:a="http://schemas.openxmlformats.org/drawingml/2006/main">
              <a:ext uri="{FF2B5EF4-FFF2-40B4-BE49-F238E27FC236}">
                <a16:creationId xmlns:a16="http://schemas.microsoft.com/office/drawing/2014/main" id="{91799324-BCC3-484B-9490-353DB2B3D7CC}"/>
              </a:ext>
            </a:extLst>
          </p:cNvPr>
          <p:cNvSpPr>
            <a:spLocks xmlns:a="http://schemas.openxmlformats.org/drawingml/2006/main" noGrp="1"/>
          </p:cNvSpPr>
          <p:nvPr/>
        </p:nvSpPr>
        <p:spPr>
          <a:xfrm xmlns:a="http://schemas.openxmlformats.org/drawingml/2006/main">
            <a:off x="704850" y="255270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Useful work</a:t>
            </a:r>
          </a:p>
        </p:txBody>
      </p:sp>
      <p:sp>
        <p:nvSpPr>
          <p:cNvPr id="7" name="">
            <a:extLst xmlns:a="http://schemas.openxmlformats.org/drawingml/2006/main">
              <a:ext uri="{FF2B5EF4-FFF2-40B4-BE49-F238E27FC236}">
                <a16:creationId xmlns:a16="http://schemas.microsoft.com/office/drawing/2014/main" id="{771FD7DA-D3CE-44C6-BF43-DB12B697B434}"/>
              </a:ext>
            </a:extLst>
          </p:cNvPr>
          <p:cNvSpPr>
            <a:spLocks xmlns:a="http://schemas.openxmlformats.org/drawingml/2006/main" noGrp="1"/>
          </p:cNvSpPr>
          <p:nvPr/>
        </p:nvSpPr>
        <p:spPr>
          <a:xfrm xmlns:a="http://schemas.openxmlformats.org/drawingml/2006/main">
            <a:off x="4505325" y="2571750"/>
            <a:ext cx="6829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Main and low budget</a:t>
            </a:r>
          </a:p>
        </p:txBody>
      </p:sp>
      <p:sp>
        <p:nvSpPr>
          <p:cNvPr id="8" name="">
            <a:extLst xmlns:a="http://schemas.openxmlformats.org/drawingml/2006/main">
              <a:ext uri="{FF2B5EF4-FFF2-40B4-BE49-F238E27FC236}">
                <a16:creationId xmlns:a16="http://schemas.microsoft.com/office/drawing/2014/main" id="{11E3DA7D-EE37-4470-B008-E3DA76005834}"/>
              </a:ext>
            </a:extLst>
          </p:cNvPr>
          <p:cNvSpPr>
            <a:spLocks xmlns:a="http://schemas.openxmlformats.org/drawingml/2006/main" noGrp="1"/>
          </p:cNvSpPr>
          <p:nvPr/>
        </p:nvSpPr>
        <p:spPr>
          <a:xfrm xmlns:a="http://schemas.openxmlformats.org/drawingml/2006/main">
            <a:off x="704850" y="3057525"/>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94407E-0489-4876-A799-B2CFEF469025}"/>
              </a:ext>
            </a:extLst>
          </p:cNvPr>
          <p:cNvSpPr>
            <a:spLocks xmlns:a="http://schemas.openxmlformats.org/drawingml/2006/main" noGrp="1"/>
          </p:cNvSpPr>
          <p:nvPr/>
        </p:nvSpPr>
        <p:spPr>
          <a:xfrm xmlns:a="http://schemas.openxmlformats.org/drawingml/2006/main">
            <a:off x="704850" y="318135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Rights</a:t>
            </a:r>
          </a:p>
        </p:txBody>
      </p:sp>
      <p:sp>
        <p:nvSpPr>
          <p:cNvPr id="10" name="">
            <a:extLst xmlns:a="http://schemas.openxmlformats.org/drawingml/2006/main">
              <a:ext uri="{FF2B5EF4-FFF2-40B4-BE49-F238E27FC236}">
                <a16:creationId xmlns:a16="http://schemas.microsoft.com/office/drawing/2014/main" id="{6E6D4E48-0E6A-4970-8796-2F7C95A03D27}"/>
              </a:ext>
            </a:extLst>
          </p:cNvPr>
          <p:cNvSpPr>
            <a:spLocks xmlns:a="http://schemas.openxmlformats.org/drawingml/2006/main" noGrp="1"/>
          </p:cNvSpPr>
          <p:nvPr/>
        </p:nvSpPr>
        <p:spPr>
          <a:xfrm xmlns:a="http://schemas.openxmlformats.org/drawingml/2006/main">
            <a:off x="4505325" y="3200400"/>
            <a:ext cx="6829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BOOK, history and release</a:t>
            </a:r>
          </a:p>
        </p:txBody>
      </p:sp>
      <p:sp>
        <p:nvSpPr>
          <p:cNvPr id="11" name="">
            <a:extLst xmlns:a="http://schemas.openxmlformats.org/drawingml/2006/main">
              <a:ext uri="{FF2B5EF4-FFF2-40B4-BE49-F238E27FC236}">
                <a16:creationId xmlns:a16="http://schemas.microsoft.com/office/drawing/2014/main" id="{476A5B86-FA02-4496-95B4-962C7A18AF62}"/>
              </a:ext>
            </a:extLst>
          </p:cNvPr>
          <p:cNvSpPr>
            <a:spLocks xmlns:a="http://schemas.openxmlformats.org/drawingml/2006/main" noGrp="1"/>
          </p:cNvSpPr>
          <p:nvPr/>
        </p:nvSpPr>
        <p:spPr>
          <a:xfrm xmlns:a="http://schemas.openxmlformats.org/drawingml/2006/main">
            <a:off x="704850" y="3686175"/>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F3ABF9-A15E-47B3-97D9-0F51C3883B4B}"/>
              </a:ext>
            </a:extLst>
          </p:cNvPr>
          <p:cNvSpPr>
            <a:spLocks xmlns:a="http://schemas.openxmlformats.org/drawingml/2006/main" noGrp="1"/>
          </p:cNvSpPr>
          <p:nvPr/>
        </p:nvSpPr>
        <p:spPr>
          <a:xfrm xmlns:a="http://schemas.openxmlformats.org/drawingml/2006/main">
            <a:off x="704850" y="381000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Current source</a:t>
            </a:r>
          </a:p>
        </p:txBody>
      </p:sp>
      <p:sp>
        <p:nvSpPr>
          <p:cNvPr id="13" name="">
            <a:extLst xmlns:a="http://schemas.openxmlformats.org/drawingml/2006/main">
              <a:ext uri="{FF2B5EF4-FFF2-40B4-BE49-F238E27FC236}">
                <a16:creationId xmlns:a16="http://schemas.microsoft.com/office/drawing/2014/main" id="{F3412D8A-8A2A-4582-AB57-A549DC39D6E2}"/>
              </a:ext>
            </a:extLst>
          </p:cNvPr>
          <p:cNvSpPr>
            <a:spLocks xmlns:a="http://schemas.openxmlformats.org/drawingml/2006/main" noGrp="1"/>
          </p:cNvSpPr>
          <p:nvPr/>
        </p:nvSpPr>
        <p:spPr>
          <a:xfrm xmlns:a="http://schemas.openxmlformats.org/drawingml/2006/main">
            <a:off x="4505325" y="3829050"/>
            <a:ext cx="6829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Revocation, audience and revision</a:t>
            </a:r>
          </a:p>
        </p:txBody>
      </p:sp>
      <p:sp>
        <p:nvSpPr>
          <p:cNvPr id="14" name="">
            <a:extLst xmlns:a="http://schemas.openxmlformats.org/drawingml/2006/main">
              <a:ext uri="{FF2B5EF4-FFF2-40B4-BE49-F238E27FC236}">
                <a16:creationId xmlns:a16="http://schemas.microsoft.com/office/drawing/2014/main" id="{E7C10DED-1EA5-4193-ACD3-29DB61AFF7FB}"/>
              </a:ext>
            </a:extLst>
          </p:cNvPr>
          <p:cNvSpPr>
            <a:spLocks xmlns:a="http://schemas.openxmlformats.org/drawingml/2006/main" noGrp="1"/>
          </p:cNvSpPr>
          <p:nvPr/>
        </p:nvSpPr>
        <p:spPr>
          <a:xfrm xmlns:a="http://schemas.openxmlformats.org/drawingml/2006/main">
            <a:off x="704850" y="4314825"/>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BF90B0C-EDB1-47B6-AE29-BDED103C69D3}"/>
              </a:ext>
            </a:extLst>
          </p:cNvPr>
          <p:cNvSpPr>
            <a:spLocks xmlns:a="http://schemas.openxmlformats.org/drawingml/2006/main" noGrp="1"/>
          </p:cNvSpPr>
          <p:nvPr/>
        </p:nvSpPr>
        <p:spPr>
          <a:xfrm xmlns:a="http://schemas.openxmlformats.org/drawingml/2006/main">
            <a:off x="704850" y="4438650"/>
            <a:ext cx="3581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Variation / history</a:t>
            </a:r>
          </a:p>
        </p:txBody>
      </p:sp>
      <p:sp>
        <p:nvSpPr>
          <p:cNvPr id="16" name="">
            <a:extLst xmlns:a="http://schemas.openxmlformats.org/drawingml/2006/main">
              <a:ext uri="{FF2B5EF4-FFF2-40B4-BE49-F238E27FC236}">
                <a16:creationId xmlns:a16="http://schemas.microsoft.com/office/drawing/2014/main" id="{92AC65BF-C22B-4427-9252-8E1266B92D7D}"/>
              </a:ext>
            </a:extLst>
          </p:cNvPr>
          <p:cNvSpPr>
            <a:spLocks xmlns:a="http://schemas.openxmlformats.org/drawingml/2006/main" noGrp="1"/>
          </p:cNvSpPr>
          <p:nvPr/>
        </p:nvSpPr>
        <p:spPr>
          <a:xfrm xmlns:a="http://schemas.openxmlformats.org/drawingml/2006/main">
            <a:off x="4505325" y="4457700"/>
            <a:ext cx="6829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Other team, order, occupancy, continuation</a:t>
            </a:r>
          </a:p>
        </p:txBody>
      </p:sp>
      <p:sp>
        <p:nvSpPr>
          <p:cNvPr id="17" name="">
            <a:extLst xmlns:a="http://schemas.openxmlformats.org/drawingml/2006/main">
              <a:ext uri="{FF2B5EF4-FFF2-40B4-BE49-F238E27FC236}">
                <a16:creationId xmlns:a16="http://schemas.microsoft.com/office/drawing/2014/main" id="{58E98E0F-E9D4-4789-BC3D-F0C443F5ACC5}"/>
              </a:ext>
            </a:extLst>
          </p:cNvPr>
          <p:cNvSpPr>
            <a:spLocks xmlns:a="http://schemas.openxmlformats.org/drawingml/2006/main" noGrp="1"/>
          </p:cNvSpPr>
          <p:nvPr/>
        </p:nvSpPr>
        <p:spPr>
          <a:xfrm xmlns:a="http://schemas.openxmlformats.org/drawingml/2006/main">
            <a:off x="704850" y="5219700"/>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48F1F69-6296-4D01-967A-E1FE30AD4033}"/>
              </a:ext>
            </a:extLst>
          </p:cNvPr>
          <p:cNvSpPr>
            <a:spLocks xmlns:a="http://schemas.openxmlformats.org/drawingml/2006/main" noGrp="1"/>
          </p:cNvSpPr>
          <p:nvPr/>
        </p:nvSpPr>
        <p:spPr>
          <a:xfrm xmlns:a="http://schemas.openxmlformats.org/drawingml/2006/main">
            <a:off x="704850" y="5467350"/>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NATIVE</a:t>
            </a:r>
          </a:p>
        </p:txBody>
      </p:sp>
      <p:sp>
        <p:nvSpPr>
          <p:cNvPr id="19" name="">
            <a:extLst xmlns:a="http://schemas.openxmlformats.org/drawingml/2006/main">
              <a:ext uri="{FF2B5EF4-FFF2-40B4-BE49-F238E27FC236}">
                <a16:creationId xmlns:a16="http://schemas.microsoft.com/office/drawing/2014/main" id="{C8C049A7-0D50-4AD3-9F21-19103770F6F4}"/>
              </a:ext>
            </a:extLst>
          </p:cNvPr>
          <p:cNvSpPr>
            <a:spLocks xmlns:a="http://schemas.openxmlformats.org/drawingml/2006/main" noGrp="1"/>
          </p:cNvSpPr>
          <p:nvPr/>
        </p:nvSpPr>
        <p:spPr>
          <a:xfrm xmlns:a="http://schemas.openxmlformats.org/drawingml/2006/main">
            <a:off x="2228850" y="5362575"/>
            <a:ext cx="9191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16 cases / 56 events / 7 mock starts</a:t>
            </a:r>
          </a:p>
        </p:txBody>
      </p:sp>
      <p:sp>
        <p:nvSpPr>
          <p:cNvPr id="20" name="">
            <a:extLst xmlns:a="http://schemas.openxmlformats.org/drawingml/2006/main">
              <a:ext uri="{FF2B5EF4-FFF2-40B4-BE49-F238E27FC236}">
                <a16:creationId xmlns:a16="http://schemas.microsoft.com/office/drawing/2014/main" id="{02E47194-26B6-4A86-B3FF-605DEA71987D}"/>
              </a:ext>
            </a:extLst>
          </p:cNvPr>
          <p:cNvSpPr>
            <a:spLocks xmlns:a="http://schemas.openxmlformats.org/drawingml/2006/main" noGrp="1"/>
          </p:cNvSpPr>
          <p:nvPr/>
        </p:nvSpPr>
        <p:spPr>
          <a:xfrm xmlns:a="http://schemas.openxmlformats.org/drawingml/2006/main">
            <a:off x="704850" y="5886450"/>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LIVE</a:t>
            </a:r>
          </a:p>
        </p:txBody>
      </p:sp>
      <p:sp>
        <p:nvSpPr>
          <p:cNvPr id="21" name="">
            <a:extLst xmlns:a="http://schemas.openxmlformats.org/drawingml/2006/main">
              <a:ext uri="{FF2B5EF4-FFF2-40B4-BE49-F238E27FC236}">
                <a16:creationId xmlns:a16="http://schemas.microsoft.com/office/drawing/2014/main" id="{C3CFD417-A17D-4BD3-884A-8987682E1F1C}"/>
              </a:ext>
            </a:extLst>
          </p:cNvPr>
          <p:cNvSpPr>
            <a:spLocks xmlns:a="http://schemas.openxmlformats.org/drawingml/2006/main" noGrp="1"/>
          </p:cNvSpPr>
          <p:nvPr/>
        </p:nvSpPr>
        <p:spPr>
          <a:xfrm xmlns:a="http://schemas.openxmlformats.org/drawingml/2006/main">
            <a:off x="2228850" y="5800725"/>
            <a:ext cx="9191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6E6E73"/>
                </a:solidFill>
                <a:latin typeface="Inter"/>
                <a:ea typeface="Inter"/>
                <a:cs typeface="Inter"/>
              </a:defRPr>
            </a:pPr>
            <a:r>
              <a:rPr sz="1875" b="0">
                <a:solidFill>
                  <a:srgbClr val="6E6E73"/>
                </a:solidFill>
                <a:latin typeface="Inter"/>
                <a:ea typeface="Inter"/>
                <a:cs typeface="Inter"/>
              </a:rPr>
              <a:t>3 provider calls / 5 events / 1 additional mock start</a:t>
            </a:r>
          </a:p>
        </p:txBody>
      </p:sp>
    </p:spTree>
    <p:extLst>
      <p:ext uri="{BB962C8B-B14F-4D97-AF65-F5344CB8AC3E}">
        <p14:creationId xmlns:p14="http://schemas.microsoft.com/office/powerpoint/2010/main" val="17126069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7F29944-A370-4F24-89C9-6BE2EA9B8241}"/>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An address travels without the whole memory</a:t>
            </a:r>
          </a:p>
        </p:txBody>
      </p:sp>
      <p:sp>
        <p:nvSpPr>
          <p:cNvPr id="2" name="">
            <a:extLst xmlns:a="http://schemas.openxmlformats.org/drawingml/2006/main">
              <a:ext uri="{FF2B5EF4-FFF2-40B4-BE49-F238E27FC236}">
                <a16:creationId xmlns:a16="http://schemas.microsoft.com/office/drawing/2014/main" id="{62B851B6-1BD6-40E7-B486-F68E9A9D4156}"/>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External DRS connects a limited descriptor to material that stays with its owner.</a:t>
            </a:r>
          </a:p>
        </p:txBody>
      </p:sp>
      <p:sp>
        <p:nvSpPr>
          <p:cNvPr id="3" name="">
            <a:extLst xmlns:a="http://schemas.openxmlformats.org/drawingml/2006/main">
              <a:ext uri="{FF2B5EF4-FFF2-40B4-BE49-F238E27FC236}">
                <a16:creationId xmlns:a16="http://schemas.microsoft.com/office/drawing/2014/main" id="{6D83026C-A495-42CE-8C36-06ED356834A8}"/>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6E9C80-94DF-47AC-AD84-7EF071F9F275}"/>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11df22892026408d"/>
              </a:rPr>
              <a:t>D / Address, material and local use</a:t>
            </a:r>
          </a:p>
        </p:txBody>
      </p:sp>
      <p:sp>
        <p:nvSpPr>
          <p:cNvPr id="5" name="">
            <a:extLst xmlns:a="http://schemas.openxmlformats.org/drawingml/2006/main">
              <a:ext uri="{FF2B5EF4-FFF2-40B4-BE49-F238E27FC236}">
                <a16:creationId xmlns:a16="http://schemas.microsoft.com/office/drawing/2014/main" id="{1E0042EB-A4C0-4902-8F63-F6C3CE1F0CAA}"/>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12</a:t>
            </a:r>
          </a:p>
        </p:txBody>
      </p:sp>
      <p:sp>
        <p:nvSpPr>
          <p:cNvPr id="6" name="">
            <a:extLst xmlns:a="http://schemas.openxmlformats.org/drawingml/2006/main">
              <a:ext uri="{FF2B5EF4-FFF2-40B4-BE49-F238E27FC236}">
                <a16:creationId xmlns:a16="http://schemas.microsoft.com/office/drawing/2014/main" id="{ECBFD7CB-0DDD-494E-A551-3738FBD6F813}"/>
              </a:ext>
            </a:extLst>
          </p:cNvPr>
          <p:cNvSpPr>
            <a:spLocks xmlns:a="http://schemas.openxmlformats.org/drawingml/2006/main" noGrp="1"/>
          </p:cNvSpPr>
          <p:nvPr/>
        </p:nvSpPr>
        <p:spPr>
          <a:xfrm xmlns:a="http://schemas.openxmlformats.org/drawingml/2006/main">
            <a:off x="7048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OWNER A</a:t>
            </a:r>
          </a:p>
        </p:txBody>
      </p:sp>
      <p:sp>
        <p:nvSpPr>
          <p:cNvPr id="7" name="">
            <a:extLst xmlns:a="http://schemas.openxmlformats.org/drawingml/2006/main">
              <a:ext uri="{FF2B5EF4-FFF2-40B4-BE49-F238E27FC236}">
                <a16:creationId xmlns:a16="http://schemas.microsoft.com/office/drawing/2014/main" id="{CA5F1075-08F8-4294-8361-A5B5E768FC6E}"/>
              </a:ext>
            </a:extLst>
          </p:cNvPr>
          <p:cNvSpPr>
            <a:spLocks xmlns:a="http://schemas.openxmlformats.org/drawingml/2006/main" noGrp="1"/>
          </p:cNvSpPr>
          <p:nvPr/>
        </p:nvSpPr>
        <p:spPr>
          <a:xfrm xmlns:a="http://schemas.openxmlformats.org/drawingml/2006/main">
            <a:off x="704850" y="3000375"/>
            <a:ext cx="3327400" cy="11430"/>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D4E8D8-D598-4F4C-AB16-E6AC55D71D68}"/>
              </a:ext>
            </a:extLst>
          </p:cNvPr>
          <p:cNvSpPr>
            <a:spLocks xmlns:a="http://schemas.openxmlformats.org/drawingml/2006/main" noGrp="1"/>
          </p:cNvSpPr>
          <p:nvPr/>
        </p:nvSpPr>
        <p:spPr>
          <a:xfrm xmlns:a="http://schemas.openxmlformats.org/drawingml/2006/main">
            <a:off x="7048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D1D1F"/>
                </a:solidFill>
                <a:latin typeface="Inter"/>
                <a:ea typeface="Inter"/>
                <a:cs typeface="Inter"/>
              </a:defRPr>
            </a:pPr>
            <a:r>
              <a:rPr sz="2400" b="1">
                <a:solidFill>
                  <a:srgbClr val="1D1D1F"/>
                </a:solidFill>
                <a:latin typeface="Inter"/>
                <a:ea typeface="Inter"/>
                <a:cs typeface="Inter"/>
              </a:rPr>
              <a:t>Rich local material</a:t>
            </a:r>
          </a:p>
        </p:txBody>
      </p:sp>
      <p:sp>
        <p:nvSpPr>
          <p:cNvPr id="9" name="">
            <a:extLst xmlns:a="http://schemas.openxmlformats.org/drawingml/2006/main">
              <a:ext uri="{FF2B5EF4-FFF2-40B4-BE49-F238E27FC236}">
                <a16:creationId xmlns:a16="http://schemas.microsoft.com/office/drawing/2014/main" id="{9470C866-C502-42A2-9C36-D6E4EEFA291B}"/>
              </a:ext>
            </a:extLst>
          </p:cNvPr>
          <p:cNvSpPr>
            <a:spLocks xmlns:a="http://schemas.openxmlformats.org/drawingml/2006/main" noGrp="1"/>
          </p:cNvSpPr>
          <p:nvPr/>
        </p:nvSpPr>
        <p:spPr>
          <a:xfrm xmlns:a="http://schemas.openxmlformats.org/drawingml/2006/main">
            <a:off x="7048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Traces, results and source</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history stay under its policy.</a:t>
            </a:r>
          </a:p>
        </p:txBody>
      </p:sp>
      <p:sp>
        <p:nvSpPr>
          <p:cNvPr id="10" name="">
            <a:extLst xmlns:a="http://schemas.openxmlformats.org/drawingml/2006/main">
              <a:ext uri="{FF2B5EF4-FFF2-40B4-BE49-F238E27FC236}">
                <a16:creationId xmlns:a16="http://schemas.microsoft.com/office/drawing/2014/main" id="{3E7879A0-869E-4E00-BE9B-7D85F8254CED}"/>
              </a:ext>
            </a:extLst>
          </p:cNvPr>
          <p:cNvSpPr>
            <a:spLocks xmlns:a="http://schemas.openxmlformats.org/drawingml/2006/main" noGrp="1"/>
          </p:cNvSpPr>
          <p:nvPr/>
        </p:nvSpPr>
        <p:spPr>
          <a:xfrm xmlns:a="http://schemas.openxmlformats.org/drawingml/2006/main">
            <a:off x="44132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ADDRESS / INDEX</a:t>
            </a:r>
          </a:p>
        </p:txBody>
      </p:sp>
      <p:sp>
        <p:nvSpPr>
          <p:cNvPr id="11" name="">
            <a:extLst xmlns:a="http://schemas.openxmlformats.org/drawingml/2006/main">
              <a:ext uri="{FF2B5EF4-FFF2-40B4-BE49-F238E27FC236}">
                <a16:creationId xmlns:a16="http://schemas.microsoft.com/office/drawing/2014/main" id="{FC1F145F-1CCC-4538-9DF8-F243884BB0F9}"/>
              </a:ext>
            </a:extLst>
          </p:cNvPr>
          <p:cNvSpPr>
            <a:spLocks xmlns:a="http://schemas.openxmlformats.org/drawingml/2006/main" noGrp="1"/>
          </p:cNvSpPr>
          <p:nvPr/>
        </p:nvSpPr>
        <p:spPr>
          <a:xfrm xmlns:a="http://schemas.openxmlformats.org/drawingml/2006/main">
            <a:off x="44132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D158DD-A36E-40F0-83B6-3964BFD6F7FB}"/>
              </a:ext>
            </a:extLst>
          </p:cNvPr>
          <p:cNvSpPr>
            <a:spLocks xmlns:a="http://schemas.openxmlformats.org/drawingml/2006/main" noGrp="1"/>
          </p:cNvSpPr>
          <p:nvPr/>
        </p:nvSpPr>
        <p:spPr>
          <a:xfrm xmlns:a="http://schemas.openxmlformats.org/drawingml/2006/main">
            <a:off x="44132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D1D1F"/>
                </a:solidFill>
                <a:latin typeface="Inter"/>
                <a:ea typeface="Inter"/>
                <a:cs typeface="Inter"/>
              </a:defRPr>
            </a:pPr>
            <a:r>
              <a:rPr sz="2400" b="1">
                <a:solidFill>
                  <a:srgbClr val="1D1D1F"/>
                </a:solidFill>
                <a:latin typeface="Inter"/>
                <a:ea typeface="Inter"/>
                <a:cs typeface="Inter"/>
              </a:rPr>
              <a:t>Bounded descriptor</a:t>
            </a:r>
          </a:p>
        </p:txBody>
      </p:sp>
      <p:sp>
        <p:nvSpPr>
          <p:cNvPr id="13" name="">
            <a:extLst xmlns:a="http://schemas.openxmlformats.org/drawingml/2006/main">
              <a:ext uri="{FF2B5EF4-FFF2-40B4-BE49-F238E27FC236}">
                <a16:creationId xmlns:a16="http://schemas.microsoft.com/office/drawing/2014/main" id="{C3D029B3-B0A6-4AF7-A0E8-13612F13CE00}"/>
              </a:ext>
            </a:extLst>
          </p:cNvPr>
          <p:cNvSpPr>
            <a:spLocks xmlns:a="http://schemas.openxmlformats.org/drawingml/2006/main" noGrp="1"/>
          </p:cNvSpPr>
          <p:nvPr/>
        </p:nvSpPr>
        <p:spPr>
          <a:xfrm xmlns:a="http://schemas.openxmlformats.org/drawingml/2006/main">
            <a:off x="44132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Type, provenance, time, scope</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and allowed metadata.</a:t>
            </a:r>
          </a:p>
        </p:txBody>
      </p:sp>
      <p:sp>
        <p:nvSpPr>
          <p:cNvPr id="14" name="">
            <a:extLst xmlns:a="http://schemas.openxmlformats.org/drawingml/2006/main">
              <a:ext uri="{FF2B5EF4-FFF2-40B4-BE49-F238E27FC236}">
                <a16:creationId xmlns:a16="http://schemas.microsoft.com/office/drawing/2014/main" id="{4A8C9940-2712-40E5-80F6-B8C6B18B3F70}"/>
              </a:ext>
            </a:extLst>
          </p:cNvPr>
          <p:cNvSpPr>
            <a:spLocks xmlns:a="http://schemas.openxmlformats.org/drawingml/2006/main" noGrp="1"/>
          </p:cNvSpPr>
          <p:nvPr/>
        </p:nvSpPr>
        <p:spPr>
          <a:xfrm xmlns:a="http://schemas.openxmlformats.org/drawingml/2006/main">
            <a:off x="81216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OWNER B</a:t>
            </a:r>
          </a:p>
        </p:txBody>
      </p:sp>
      <p:sp>
        <p:nvSpPr>
          <p:cNvPr id="15" name="">
            <a:extLst xmlns:a="http://schemas.openxmlformats.org/drawingml/2006/main">
              <a:ext uri="{FF2B5EF4-FFF2-40B4-BE49-F238E27FC236}">
                <a16:creationId xmlns:a16="http://schemas.microsoft.com/office/drawing/2014/main" id="{7C530D89-83FB-45DC-9371-2D13BEE9FBE8}"/>
              </a:ext>
            </a:extLst>
          </p:cNvPr>
          <p:cNvSpPr>
            <a:spLocks xmlns:a="http://schemas.openxmlformats.org/drawingml/2006/main" noGrp="1"/>
          </p:cNvSpPr>
          <p:nvPr/>
        </p:nvSpPr>
        <p:spPr>
          <a:xfrm xmlns:a="http://schemas.openxmlformats.org/drawingml/2006/main">
            <a:off x="81216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9A6D01-223F-4B21-B606-D3233D76019B}"/>
              </a:ext>
            </a:extLst>
          </p:cNvPr>
          <p:cNvSpPr>
            <a:spLocks xmlns:a="http://schemas.openxmlformats.org/drawingml/2006/main" noGrp="1"/>
          </p:cNvSpPr>
          <p:nvPr/>
        </p:nvSpPr>
        <p:spPr>
          <a:xfrm xmlns:a="http://schemas.openxmlformats.org/drawingml/2006/main">
            <a:off x="81216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D1D1F"/>
                </a:solidFill>
                <a:latin typeface="Inter"/>
                <a:ea typeface="Inter"/>
                <a:cs typeface="Inter"/>
              </a:defRPr>
            </a:pPr>
            <a:r>
              <a:rPr sz="2400" b="1">
                <a:solidFill>
                  <a:srgbClr val="1D1D1F"/>
                </a:solidFill>
                <a:latin typeface="Inter"/>
                <a:ea typeface="Inter"/>
                <a:cs typeface="Inter"/>
              </a:rPr>
              <a:t>Permitted fragment</a:t>
            </a:r>
          </a:p>
        </p:txBody>
      </p:sp>
      <p:sp>
        <p:nvSpPr>
          <p:cNvPr id="17" name="">
            <a:extLst xmlns:a="http://schemas.openxmlformats.org/drawingml/2006/main">
              <a:ext uri="{FF2B5EF4-FFF2-40B4-BE49-F238E27FC236}">
                <a16:creationId xmlns:a16="http://schemas.microsoft.com/office/drawing/2014/main" id="{CDD49BB5-BB0C-4051-910A-5895E5E50B6D}"/>
              </a:ext>
            </a:extLst>
          </p:cNvPr>
          <p:cNvSpPr>
            <a:spLocks xmlns:a="http://schemas.openxmlformats.org/drawingml/2006/main" noGrp="1"/>
          </p:cNvSpPr>
          <p:nvPr/>
        </p:nvSpPr>
        <p:spPr>
          <a:xfrm xmlns:a="http://schemas.openxmlformats.org/drawingml/2006/main">
            <a:off x="81216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A local Work consumes</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a checked source context.</a:t>
            </a:r>
          </a:p>
        </p:txBody>
      </p:sp>
      <p:sp>
        <p:nvSpPr>
          <p:cNvPr id="18" name="">
            <a:extLst xmlns:a="http://schemas.openxmlformats.org/drawingml/2006/main">
              <a:ext uri="{FF2B5EF4-FFF2-40B4-BE49-F238E27FC236}">
                <a16:creationId xmlns:a16="http://schemas.microsoft.com/office/drawing/2014/main" id="{8753941E-79D5-4040-BC32-19E15B72C7A1}"/>
              </a:ext>
            </a:extLst>
          </p:cNvPr>
          <p:cNvSpPr>
            <a:spLocks xmlns:a="http://schemas.openxmlformats.org/drawingml/2006/main" noGrp="1"/>
          </p:cNvSpPr>
          <p:nvPr/>
        </p:nvSpPr>
        <p:spPr>
          <a:xfrm xmlns:a="http://schemas.openxmlformats.org/drawingml/2006/main">
            <a:off x="3609975" y="4219575"/>
            <a:ext cx="61912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9" name="">
            <a:extLst xmlns:a="http://schemas.openxmlformats.org/drawingml/2006/main">
              <a:ext uri="{FF2B5EF4-FFF2-40B4-BE49-F238E27FC236}">
                <a16:creationId xmlns:a16="http://schemas.microsoft.com/office/drawing/2014/main" id="{056C3C13-1A80-4D7A-82B7-D098A525C98C}"/>
              </a:ext>
            </a:extLst>
          </p:cNvPr>
          <p:cNvSpPr>
            <a:spLocks xmlns:a="http://schemas.openxmlformats.org/drawingml/2006/main" noGrp="1"/>
          </p:cNvSpPr>
          <p:nvPr/>
        </p:nvSpPr>
        <p:spPr>
          <a:xfrm xmlns:a="http://schemas.openxmlformats.org/drawingml/2006/main">
            <a:off x="4191000" y="415290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FE14BCB-D2E3-42BF-90F4-8C423DFF0C6A}"/>
              </a:ext>
            </a:extLst>
          </p:cNvPr>
          <p:cNvSpPr>
            <a:spLocks xmlns:a="http://schemas.openxmlformats.org/drawingml/2006/main" noGrp="1"/>
          </p:cNvSpPr>
          <p:nvPr/>
        </p:nvSpPr>
        <p:spPr>
          <a:xfrm xmlns:a="http://schemas.openxmlformats.org/drawingml/2006/main">
            <a:off x="7458075" y="4219575"/>
            <a:ext cx="61912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21" name="">
            <a:extLst xmlns:a="http://schemas.openxmlformats.org/drawingml/2006/main">
              <a:ext uri="{FF2B5EF4-FFF2-40B4-BE49-F238E27FC236}">
                <a16:creationId xmlns:a16="http://schemas.microsoft.com/office/drawing/2014/main" id="{4FE051BB-5E72-4B3D-AB11-02A7ACA5DBF3}"/>
              </a:ext>
            </a:extLst>
          </p:cNvPr>
          <p:cNvSpPr>
            <a:spLocks xmlns:a="http://schemas.openxmlformats.org/drawingml/2006/main" noGrp="1"/>
          </p:cNvSpPr>
          <p:nvPr/>
        </p:nvSpPr>
        <p:spPr>
          <a:xfrm xmlns:a="http://schemas.openxmlformats.org/drawingml/2006/main">
            <a:off x="8039100" y="415290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CF75AD9-B81B-4637-B794-3CDD6E85367B}"/>
              </a:ext>
            </a:extLst>
          </p:cNvPr>
          <p:cNvSpPr>
            <a:spLocks xmlns:a="http://schemas.openxmlformats.org/drawingml/2006/main" noGrp="1"/>
          </p:cNvSpPr>
          <p:nvPr/>
        </p:nvSpPr>
        <p:spPr>
          <a:xfrm xmlns:a="http://schemas.openxmlformats.org/drawingml/2006/main">
            <a:off x="704850" y="5753100"/>
            <a:ext cx="10734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E6E73"/>
                </a:solidFill>
                <a:latin typeface="Inter"/>
                <a:ea typeface="Inter"/>
                <a:cs typeface="Inter"/>
              </a:defRPr>
            </a:pPr>
            <a:r>
              <a:rPr sz="1725" b="0">
                <a:solidFill>
                  <a:srgbClr val="6E6E73"/>
                </a:solidFill>
                <a:latin typeface="Inter"/>
                <a:ea typeface="Inter"/>
                <a:cs typeface="Inter"/>
              </a:rPr>
              <a:t>DNS is an analogy for addressing, not a claim of DNS wire compatibility.</a:t>
            </a:r>
          </a:p>
        </p:txBody>
      </p:sp>
    </p:spTree>
    <p:extLst>
      <p:ext uri="{BB962C8B-B14F-4D97-AF65-F5344CB8AC3E}">
        <p14:creationId xmlns:p14="http://schemas.microsoft.com/office/powerpoint/2010/main" val="14732213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8FD4BC2-90D3-46EB-9B08-8CD70FFD04D4}"/>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Discovery, disclosure and use are distinct decisions</a:t>
            </a:r>
          </a:p>
        </p:txBody>
      </p:sp>
      <p:sp>
        <p:nvSpPr>
          <p:cNvPr id="2" name="">
            <a:extLst xmlns:a="http://schemas.openxmlformats.org/drawingml/2006/main">
              <a:ext uri="{FF2B5EF4-FFF2-40B4-BE49-F238E27FC236}">
                <a16:creationId xmlns:a16="http://schemas.microsoft.com/office/drawing/2014/main" id="{A6E10C17-20F2-4D1F-B2B9-E35A2992DB40}"/>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A found address carries neither a disclosure grant nor a local decision.</a:t>
            </a:r>
          </a:p>
        </p:txBody>
      </p:sp>
      <p:sp>
        <p:nvSpPr>
          <p:cNvPr id="3" name="">
            <a:extLst xmlns:a="http://schemas.openxmlformats.org/drawingml/2006/main">
              <a:ext uri="{FF2B5EF4-FFF2-40B4-BE49-F238E27FC236}">
                <a16:creationId xmlns:a16="http://schemas.microsoft.com/office/drawing/2014/main" id="{9F0685F3-B4DD-4186-BC0B-842351669ACA}"/>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1B394FF-B6E2-429C-977F-31330E39E0A3}"/>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1fa49442bbf94d31"/>
              </a:rPr>
              <a:t>D / Local ownership and exchange decisions</a:t>
            </a:r>
          </a:p>
        </p:txBody>
      </p:sp>
      <p:sp>
        <p:nvSpPr>
          <p:cNvPr id="5" name="">
            <a:extLst xmlns:a="http://schemas.openxmlformats.org/drawingml/2006/main">
              <a:ext uri="{FF2B5EF4-FFF2-40B4-BE49-F238E27FC236}">
                <a16:creationId xmlns:a16="http://schemas.microsoft.com/office/drawing/2014/main" id="{A4BA06A9-9027-4369-8F09-C3513F10F7CD}"/>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13</a:t>
            </a:r>
          </a:p>
        </p:txBody>
      </p:sp>
      <p:sp>
        <p:nvSpPr>
          <p:cNvPr id="6" name="">
            <a:extLst xmlns:a="http://schemas.openxmlformats.org/drawingml/2006/main">
              <a:ext uri="{FF2B5EF4-FFF2-40B4-BE49-F238E27FC236}">
                <a16:creationId xmlns:a16="http://schemas.microsoft.com/office/drawing/2014/main" id="{E587DD20-37F7-4002-9CF9-7A9EAAA66783}"/>
              </a:ext>
            </a:extLst>
          </p:cNvPr>
          <p:cNvSpPr>
            <a:spLocks xmlns:a="http://schemas.openxmlformats.org/drawingml/2006/main" noGrp="1"/>
          </p:cNvSpPr>
          <p:nvPr/>
        </p:nvSpPr>
        <p:spPr>
          <a:xfrm xmlns:a="http://schemas.openxmlformats.org/drawingml/2006/main">
            <a:off x="704850" y="26193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01</a:t>
            </a:r>
          </a:p>
        </p:txBody>
      </p:sp>
      <p:sp>
        <p:nvSpPr>
          <p:cNvPr id="7" name="">
            <a:extLst xmlns:a="http://schemas.openxmlformats.org/drawingml/2006/main">
              <a:ext uri="{FF2B5EF4-FFF2-40B4-BE49-F238E27FC236}">
                <a16:creationId xmlns:a16="http://schemas.microsoft.com/office/drawing/2014/main" id="{AC28FDBB-1FB7-4E0A-B5FF-35B957344053}"/>
              </a:ext>
            </a:extLst>
          </p:cNvPr>
          <p:cNvSpPr>
            <a:spLocks xmlns:a="http://schemas.openxmlformats.org/drawingml/2006/main" noGrp="1"/>
          </p:cNvSpPr>
          <p:nvPr/>
        </p:nvSpPr>
        <p:spPr>
          <a:xfrm xmlns:a="http://schemas.openxmlformats.org/drawingml/2006/main">
            <a:off x="704850" y="3067050"/>
            <a:ext cx="2476500"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8" name="">
            <a:extLst xmlns:a="http://schemas.openxmlformats.org/drawingml/2006/main">
              <a:ext uri="{FF2B5EF4-FFF2-40B4-BE49-F238E27FC236}">
                <a16:creationId xmlns:a16="http://schemas.microsoft.com/office/drawing/2014/main" id="{F8D48435-624E-4A17-A71D-5904213237FB}"/>
              </a:ext>
            </a:extLst>
          </p:cNvPr>
          <p:cNvSpPr>
            <a:spLocks xmlns:a="http://schemas.openxmlformats.org/drawingml/2006/main" noGrp="1"/>
          </p:cNvSpPr>
          <p:nvPr/>
        </p:nvSpPr>
        <p:spPr>
          <a:xfrm xmlns:a="http://schemas.openxmlformats.org/drawingml/2006/main">
            <a:off x="847725" y="3190875"/>
            <a:ext cx="219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Find pointer</a:t>
            </a:r>
          </a:p>
        </p:txBody>
      </p:sp>
      <p:sp>
        <p:nvSpPr>
          <p:cNvPr id="9" name="">
            <a:extLst xmlns:a="http://schemas.openxmlformats.org/drawingml/2006/main">
              <a:ext uri="{FF2B5EF4-FFF2-40B4-BE49-F238E27FC236}">
                <a16:creationId xmlns:a16="http://schemas.microsoft.com/office/drawing/2014/main" id="{0C880811-3E72-45A4-A2E1-4F13112C6E71}"/>
              </a:ext>
            </a:extLst>
          </p:cNvPr>
          <p:cNvSpPr>
            <a:spLocks xmlns:a="http://schemas.openxmlformats.org/drawingml/2006/main" noGrp="1"/>
          </p:cNvSpPr>
          <p:nvPr/>
        </p:nvSpPr>
        <p:spPr>
          <a:xfrm xmlns:a="http://schemas.openxmlformats.org/drawingml/2006/main">
            <a:off x="704850" y="4143375"/>
            <a:ext cx="247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Index /</a:t>
            </a:r>
          </a:p>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metadata</a:t>
            </a:r>
          </a:p>
        </p:txBody>
      </p:sp>
      <p:sp>
        <p:nvSpPr>
          <p:cNvPr id="10" name="">
            <a:extLst xmlns:a="http://schemas.openxmlformats.org/drawingml/2006/main">
              <a:ext uri="{FF2B5EF4-FFF2-40B4-BE49-F238E27FC236}">
                <a16:creationId xmlns:a16="http://schemas.microsoft.com/office/drawing/2014/main" id="{16B00EB6-1FDD-42D9-9A9F-F0CE5C8AEE30}"/>
              </a:ext>
            </a:extLst>
          </p:cNvPr>
          <p:cNvSpPr>
            <a:spLocks xmlns:a="http://schemas.openxmlformats.org/drawingml/2006/main" noGrp="1"/>
          </p:cNvSpPr>
          <p:nvPr/>
        </p:nvSpPr>
        <p:spPr>
          <a:xfrm xmlns:a="http://schemas.openxmlformats.org/drawingml/2006/main">
            <a:off x="3228975" y="3476625"/>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1" name="">
            <a:extLst xmlns:a="http://schemas.openxmlformats.org/drawingml/2006/main">
              <a:ext uri="{FF2B5EF4-FFF2-40B4-BE49-F238E27FC236}">
                <a16:creationId xmlns:a16="http://schemas.microsoft.com/office/drawing/2014/main" id="{22F216FC-0BA5-421C-BAE5-2EE18DA4659C}"/>
              </a:ext>
            </a:extLst>
          </p:cNvPr>
          <p:cNvSpPr>
            <a:spLocks xmlns:a="http://schemas.openxmlformats.org/drawingml/2006/main" noGrp="1"/>
          </p:cNvSpPr>
          <p:nvPr/>
        </p:nvSpPr>
        <p:spPr>
          <a:xfrm xmlns:a="http://schemas.openxmlformats.org/drawingml/2006/main">
            <a:off x="3295650" y="34099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7C741C3-CE98-4530-B402-78435A0DDFAA}"/>
              </a:ext>
            </a:extLst>
          </p:cNvPr>
          <p:cNvSpPr>
            <a:spLocks xmlns:a="http://schemas.openxmlformats.org/drawingml/2006/main" noGrp="1"/>
          </p:cNvSpPr>
          <p:nvPr/>
        </p:nvSpPr>
        <p:spPr>
          <a:xfrm xmlns:a="http://schemas.openxmlformats.org/drawingml/2006/main">
            <a:off x="3514725" y="26193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02</a:t>
            </a:r>
          </a:p>
        </p:txBody>
      </p:sp>
      <p:sp>
        <p:nvSpPr>
          <p:cNvPr id="13" name="">
            <a:extLst xmlns:a="http://schemas.openxmlformats.org/drawingml/2006/main">
              <a:ext uri="{FF2B5EF4-FFF2-40B4-BE49-F238E27FC236}">
                <a16:creationId xmlns:a16="http://schemas.microsoft.com/office/drawing/2014/main" id="{6246327E-8FA3-434A-86D4-EFEA7D9D0DBA}"/>
              </a:ext>
            </a:extLst>
          </p:cNvPr>
          <p:cNvSpPr>
            <a:spLocks xmlns:a="http://schemas.openxmlformats.org/drawingml/2006/main" noGrp="1"/>
          </p:cNvSpPr>
          <p:nvPr/>
        </p:nvSpPr>
        <p:spPr>
          <a:xfrm xmlns:a="http://schemas.openxmlformats.org/drawingml/2006/main">
            <a:off x="3514725" y="3067050"/>
            <a:ext cx="2476500"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4" name="">
            <a:extLst xmlns:a="http://schemas.openxmlformats.org/drawingml/2006/main">
              <a:ext uri="{FF2B5EF4-FFF2-40B4-BE49-F238E27FC236}">
                <a16:creationId xmlns:a16="http://schemas.microsoft.com/office/drawing/2014/main" id="{DDEA84BE-950B-42B9-8D27-986B1BDC4998}"/>
              </a:ext>
            </a:extLst>
          </p:cNvPr>
          <p:cNvSpPr>
            <a:spLocks xmlns:a="http://schemas.openxmlformats.org/drawingml/2006/main" noGrp="1"/>
          </p:cNvSpPr>
          <p:nvPr/>
        </p:nvSpPr>
        <p:spPr>
          <a:xfrm xmlns:a="http://schemas.openxmlformats.org/drawingml/2006/main">
            <a:off x="3657600" y="3190875"/>
            <a:ext cx="219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Review retrieval</a:t>
            </a:r>
          </a:p>
        </p:txBody>
      </p:sp>
      <p:sp>
        <p:nvSpPr>
          <p:cNvPr id="15" name="">
            <a:extLst xmlns:a="http://schemas.openxmlformats.org/drawingml/2006/main">
              <a:ext uri="{FF2B5EF4-FFF2-40B4-BE49-F238E27FC236}">
                <a16:creationId xmlns:a16="http://schemas.microsoft.com/office/drawing/2014/main" id="{AE7681AE-FE3B-4C85-8562-4E645DCF11F3}"/>
              </a:ext>
            </a:extLst>
          </p:cNvPr>
          <p:cNvSpPr>
            <a:spLocks xmlns:a="http://schemas.openxmlformats.org/drawingml/2006/main" noGrp="1"/>
          </p:cNvSpPr>
          <p:nvPr/>
        </p:nvSpPr>
        <p:spPr>
          <a:xfrm xmlns:a="http://schemas.openxmlformats.org/drawingml/2006/main">
            <a:off x="3514725" y="4143375"/>
            <a:ext cx="247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Requester</a:t>
            </a:r>
          </a:p>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Root</a:t>
            </a:r>
          </a:p>
        </p:txBody>
      </p:sp>
      <p:sp>
        <p:nvSpPr>
          <p:cNvPr id="16" name="">
            <a:extLst xmlns:a="http://schemas.openxmlformats.org/drawingml/2006/main">
              <a:ext uri="{FF2B5EF4-FFF2-40B4-BE49-F238E27FC236}">
                <a16:creationId xmlns:a16="http://schemas.microsoft.com/office/drawing/2014/main" id="{F3CD2B03-0F77-4CE7-B96A-8EF3F02E0F3C}"/>
              </a:ext>
            </a:extLst>
          </p:cNvPr>
          <p:cNvSpPr>
            <a:spLocks xmlns:a="http://schemas.openxmlformats.org/drawingml/2006/main" noGrp="1"/>
          </p:cNvSpPr>
          <p:nvPr/>
        </p:nvSpPr>
        <p:spPr>
          <a:xfrm xmlns:a="http://schemas.openxmlformats.org/drawingml/2006/main">
            <a:off x="6038850" y="3476625"/>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7" name="">
            <a:extLst xmlns:a="http://schemas.openxmlformats.org/drawingml/2006/main">
              <a:ext uri="{FF2B5EF4-FFF2-40B4-BE49-F238E27FC236}">
                <a16:creationId xmlns:a16="http://schemas.microsoft.com/office/drawing/2014/main" id="{FE7BDA81-4027-4D6D-AC0B-B67CA0C04309}"/>
              </a:ext>
            </a:extLst>
          </p:cNvPr>
          <p:cNvSpPr>
            <a:spLocks xmlns:a="http://schemas.openxmlformats.org/drawingml/2006/main" noGrp="1"/>
          </p:cNvSpPr>
          <p:nvPr/>
        </p:nvSpPr>
        <p:spPr>
          <a:xfrm xmlns:a="http://schemas.openxmlformats.org/drawingml/2006/main">
            <a:off x="6105525" y="34099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EC55970-2585-4D50-BC0F-A9AAEA84B027}"/>
              </a:ext>
            </a:extLst>
          </p:cNvPr>
          <p:cNvSpPr>
            <a:spLocks xmlns:a="http://schemas.openxmlformats.org/drawingml/2006/main" noGrp="1"/>
          </p:cNvSpPr>
          <p:nvPr/>
        </p:nvSpPr>
        <p:spPr>
          <a:xfrm xmlns:a="http://schemas.openxmlformats.org/drawingml/2006/main">
            <a:off x="6324600" y="26193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03</a:t>
            </a:r>
          </a:p>
        </p:txBody>
      </p:sp>
      <p:sp>
        <p:nvSpPr>
          <p:cNvPr id="19" name="">
            <a:extLst xmlns:a="http://schemas.openxmlformats.org/drawingml/2006/main">
              <a:ext uri="{FF2B5EF4-FFF2-40B4-BE49-F238E27FC236}">
                <a16:creationId xmlns:a16="http://schemas.microsoft.com/office/drawing/2014/main" id="{9333BE88-D4DF-45B7-B39E-289EF7C316C7}"/>
              </a:ext>
            </a:extLst>
          </p:cNvPr>
          <p:cNvSpPr>
            <a:spLocks xmlns:a="http://schemas.openxmlformats.org/drawingml/2006/main" noGrp="1"/>
          </p:cNvSpPr>
          <p:nvPr/>
        </p:nvSpPr>
        <p:spPr>
          <a:xfrm xmlns:a="http://schemas.openxmlformats.org/drawingml/2006/main">
            <a:off x="6324600" y="3067050"/>
            <a:ext cx="2476500"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20" name="">
            <a:extLst xmlns:a="http://schemas.openxmlformats.org/drawingml/2006/main">
              <a:ext uri="{FF2B5EF4-FFF2-40B4-BE49-F238E27FC236}">
                <a16:creationId xmlns:a16="http://schemas.microsoft.com/office/drawing/2014/main" id="{6F453AD9-AA78-4721-A1C6-4EEB5F95B595}"/>
              </a:ext>
            </a:extLst>
          </p:cNvPr>
          <p:cNvSpPr>
            <a:spLocks xmlns:a="http://schemas.openxmlformats.org/drawingml/2006/main" noGrp="1"/>
          </p:cNvSpPr>
          <p:nvPr/>
        </p:nvSpPr>
        <p:spPr>
          <a:xfrm xmlns:a="http://schemas.openxmlformats.org/drawingml/2006/main">
            <a:off x="6467475" y="3190875"/>
            <a:ext cx="219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Release payload</a:t>
            </a:r>
          </a:p>
        </p:txBody>
      </p:sp>
      <p:sp>
        <p:nvSpPr>
          <p:cNvPr id="21" name="">
            <a:extLst xmlns:a="http://schemas.openxmlformats.org/drawingml/2006/main">
              <a:ext uri="{FF2B5EF4-FFF2-40B4-BE49-F238E27FC236}">
                <a16:creationId xmlns:a16="http://schemas.microsoft.com/office/drawing/2014/main" id="{2B018165-6D3C-4A33-BEB7-21A7703DE49B}"/>
              </a:ext>
            </a:extLst>
          </p:cNvPr>
          <p:cNvSpPr>
            <a:spLocks xmlns:a="http://schemas.openxmlformats.org/drawingml/2006/main" noGrp="1"/>
          </p:cNvSpPr>
          <p:nvPr/>
        </p:nvSpPr>
        <p:spPr>
          <a:xfrm xmlns:a="http://schemas.openxmlformats.org/drawingml/2006/main">
            <a:off x="6324600" y="4143375"/>
            <a:ext cx="247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Publisher</a:t>
            </a:r>
          </a:p>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Root</a:t>
            </a:r>
          </a:p>
        </p:txBody>
      </p:sp>
      <p:sp>
        <p:nvSpPr>
          <p:cNvPr id="22" name="">
            <a:extLst xmlns:a="http://schemas.openxmlformats.org/drawingml/2006/main">
              <a:ext uri="{FF2B5EF4-FFF2-40B4-BE49-F238E27FC236}">
                <a16:creationId xmlns:a16="http://schemas.microsoft.com/office/drawing/2014/main" id="{BBED8E54-C13C-4367-A229-DC3E3B0C75B4}"/>
              </a:ext>
            </a:extLst>
          </p:cNvPr>
          <p:cNvSpPr>
            <a:spLocks xmlns:a="http://schemas.openxmlformats.org/drawingml/2006/main" noGrp="1"/>
          </p:cNvSpPr>
          <p:nvPr/>
        </p:nvSpPr>
        <p:spPr>
          <a:xfrm xmlns:a="http://schemas.openxmlformats.org/drawingml/2006/main">
            <a:off x="8848725" y="3476625"/>
            <a:ext cx="1047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23" name="">
            <a:extLst xmlns:a="http://schemas.openxmlformats.org/drawingml/2006/main">
              <a:ext uri="{FF2B5EF4-FFF2-40B4-BE49-F238E27FC236}">
                <a16:creationId xmlns:a16="http://schemas.microsoft.com/office/drawing/2014/main" id="{8919DA60-7819-4AD3-8B69-331D565713FA}"/>
              </a:ext>
            </a:extLst>
          </p:cNvPr>
          <p:cNvSpPr>
            <a:spLocks xmlns:a="http://schemas.openxmlformats.org/drawingml/2006/main" noGrp="1"/>
          </p:cNvSpPr>
          <p:nvPr/>
        </p:nvSpPr>
        <p:spPr>
          <a:xfrm xmlns:a="http://schemas.openxmlformats.org/drawingml/2006/main">
            <a:off x="8915400" y="34099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A8DA5F-A62B-43F1-AEF8-3AB06D186E2E}"/>
              </a:ext>
            </a:extLst>
          </p:cNvPr>
          <p:cNvSpPr>
            <a:spLocks xmlns:a="http://schemas.openxmlformats.org/drawingml/2006/main" noGrp="1"/>
          </p:cNvSpPr>
          <p:nvPr/>
        </p:nvSpPr>
        <p:spPr>
          <a:xfrm xmlns:a="http://schemas.openxmlformats.org/drawingml/2006/main">
            <a:off x="9134475" y="2619375"/>
            <a:ext cx="2295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04</a:t>
            </a:r>
          </a:p>
        </p:txBody>
      </p:sp>
      <p:sp>
        <p:nvSpPr>
          <p:cNvPr id="25" name="">
            <a:extLst xmlns:a="http://schemas.openxmlformats.org/drawingml/2006/main">
              <a:ext uri="{FF2B5EF4-FFF2-40B4-BE49-F238E27FC236}">
                <a16:creationId xmlns:a16="http://schemas.microsoft.com/office/drawing/2014/main" id="{8429094D-1068-410F-AB6D-3B44525DDFE2}"/>
              </a:ext>
            </a:extLst>
          </p:cNvPr>
          <p:cNvSpPr>
            <a:spLocks xmlns:a="http://schemas.openxmlformats.org/drawingml/2006/main" noGrp="1"/>
          </p:cNvSpPr>
          <p:nvPr/>
        </p:nvSpPr>
        <p:spPr>
          <a:xfrm xmlns:a="http://schemas.openxmlformats.org/drawingml/2006/main">
            <a:off x="9134475" y="3067050"/>
            <a:ext cx="2295525" cy="8191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26" name="">
            <a:extLst xmlns:a="http://schemas.openxmlformats.org/drawingml/2006/main">
              <a:ext uri="{FF2B5EF4-FFF2-40B4-BE49-F238E27FC236}">
                <a16:creationId xmlns:a16="http://schemas.microsoft.com/office/drawing/2014/main" id="{015B136E-3ABC-4D26-B9F2-81246F34DF39}"/>
              </a:ext>
            </a:extLst>
          </p:cNvPr>
          <p:cNvSpPr>
            <a:spLocks xmlns:a="http://schemas.openxmlformats.org/drawingml/2006/main" noGrp="1"/>
          </p:cNvSpPr>
          <p:nvPr/>
        </p:nvSpPr>
        <p:spPr>
          <a:xfrm xmlns:a="http://schemas.openxmlformats.org/drawingml/2006/main">
            <a:off x="9277350" y="3190875"/>
            <a:ext cx="2009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Check and use</a:t>
            </a:r>
          </a:p>
        </p:txBody>
      </p:sp>
      <p:sp>
        <p:nvSpPr>
          <p:cNvPr id="27" name="">
            <a:extLst xmlns:a="http://schemas.openxmlformats.org/drawingml/2006/main">
              <a:ext uri="{FF2B5EF4-FFF2-40B4-BE49-F238E27FC236}">
                <a16:creationId xmlns:a16="http://schemas.microsoft.com/office/drawing/2014/main" id="{99C7202C-9F0C-4941-A1AC-805787F1C941}"/>
              </a:ext>
            </a:extLst>
          </p:cNvPr>
          <p:cNvSpPr>
            <a:spLocks xmlns:a="http://schemas.openxmlformats.org/drawingml/2006/main" noGrp="1"/>
          </p:cNvSpPr>
          <p:nvPr/>
        </p:nvSpPr>
        <p:spPr>
          <a:xfrm xmlns:a="http://schemas.openxmlformats.org/drawingml/2006/main">
            <a:off x="9134475" y="4143375"/>
            <a:ext cx="22955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Requester</a:t>
            </a:r>
          </a:p>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Work</a:t>
            </a:r>
          </a:p>
        </p:txBody>
      </p:sp>
      <p:sp>
        <p:nvSpPr>
          <p:cNvPr id="28" name="">
            <a:extLst xmlns:a="http://schemas.openxmlformats.org/drawingml/2006/main">
              <a:ext uri="{FF2B5EF4-FFF2-40B4-BE49-F238E27FC236}">
                <a16:creationId xmlns:a16="http://schemas.microsoft.com/office/drawing/2014/main" id="{640E5555-E551-4A1E-8EAB-142F43CFDA65}"/>
              </a:ext>
            </a:extLst>
          </p:cNvPr>
          <p:cNvSpPr>
            <a:spLocks xmlns:a="http://schemas.openxmlformats.org/drawingml/2006/main" noGrp="1"/>
          </p:cNvSpPr>
          <p:nvPr/>
        </p:nvSpPr>
        <p:spPr>
          <a:xfrm xmlns:a="http://schemas.openxmlformats.org/drawingml/2006/main">
            <a:off x="704850" y="5600700"/>
            <a:ext cx="10725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0071E3"/>
                </a:solidFill>
                <a:latin typeface="Inter"/>
                <a:ea typeface="Inter"/>
                <a:cs typeface="Inter"/>
              </a:defRPr>
            </a:pPr>
            <a:r>
              <a:rPr sz="2100" b="1">
                <a:solidFill>
                  <a:srgbClr val="0071E3"/>
                </a:solidFill>
                <a:latin typeface="Inter"/>
                <a:ea typeface="Inter"/>
                <a:cs typeface="Inter"/>
              </a:rPr>
              <a:t>Caller, request, scope and budget bind this exchange. No shared SuperRoot.</a:t>
            </a:r>
          </a:p>
        </p:txBody>
      </p:sp>
    </p:spTree>
    <p:extLst>
      <p:ext uri="{BB962C8B-B14F-4D97-AF65-F5344CB8AC3E}">
        <p14:creationId xmlns:p14="http://schemas.microsoft.com/office/powerpoint/2010/main" val="11335208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5547EB4-5B3D-4580-9F7E-A24290BF9B78}"/>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Evidence gained context while keeping its result</a:t>
            </a:r>
          </a:p>
        </p:txBody>
      </p:sp>
      <p:sp>
        <p:nvSpPr>
          <p:cNvPr id="2" name="">
            <a:extLst xmlns:a="http://schemas.openxmlformats.org/drawingml/2006/main">
              <a:ext uri="{FF2B5EF4-FFF2-40B4-BE49-F238E27FC236}">
                <a16:creationId xmlns:a16="http://schemas.microsoft.com/office/drawing/2014/main" id="{94F8A48C-9C1F-421E-8E42-AC86B3F3271D}"/>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Three representations have different causal positions and independently checked links.</a:t>
            </a:r>
          </a:p>
        </p:txBody>
      </p:sp>
      <p:sp>
        <p:nvSpPr>
          <p:cNvPr id="3" name="">
            <a:extLst xmlns:a="http://schemas.openxmlformats.org/drawingml/2006/main">
              <a:ext uri="{FF2B5EF4-FFF2-40B4-BE49-F238E27FC236}">
                <a16:creationId xmlns:a16="http://schemas.microsoft.com/office/drawing/2014/main" id="{0698A0FF-7D1E-4352-9BE6-8BD6AADC882D}"/>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A2E702D-A668-4691-AC35-97482D896B45}"/>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123e7fb5b7cd4842"/>
              </a:rPr>
              <a:t>D / E, B, C provenance and consumption joins</a:t>
            </a:r>
          </a:p>
        </p:txBody>
      </p:sp>
      <p:sp>
        <p:nvSpPr>
          <p:cNvPr id="5" name="">
            <a:extLst xmlns:a="http://schemas.openxmlformats.org/drawingml/2006/main">
              <a:ext uri="{FF2B5EF4-FFF2-40B4-BE49-F238E27FC236}">
                <a16:creationId xmlns:a16="http://schemas.microsoft.com/office/drawing/2014/main" id="{095F4FA2-25D3-4C18-BD1B-2E97DA2F05D6}"/>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14</a:t>
            </a:r>
          </a:p>
        </p:txBody>
      </p:sp>
      <p:sp>
        <p:nvSpPr>
          <p:cNvPr id="6" name="">
            <a:extLst xmlns:a="http://schemas.openxmlformats.org/drawingml/2006/main">
              <a:ext uri="{FF2B5EF4-FFF2-40B4-BE49-F238E27FC236}">
                <a16:creationId xmlns:a16="http://schemas.microsoft.com/office/drawing/2014/main" id="{B6273AF8-287A-4F92-9400-7C602A6B51B8}"/>
              </a:ext>
            </a:extLst>
          </p:cNvPr>
          <p:cNvSpPr>
            <a:spLocks xmlns:a="http://schemas.openxmlformats.org/drawingml/2006/main" noGrp="1"/>
          </p:cNvSpPr>
          <p:nvPr/>
        </p:nvSpPr>
        <p:spPr>
          <a:xfrm xmlns:a="http://schemas.openxmlformats.org/drawingml/2006/main">
            <a:off x="704850" y="2552700"/>
            <a:ext cx="2190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475" b="1">
                <a:solidFill>
                  <a:srgbClr val="0071E3"/>
                </a:solidFill>
                <a:latin typeface="Inter"/>
                <a:ea typeface="Inter"/>
                <a:cs typeface="Inter"/>
              </a:defRPr>
            </a:pPr>
            <a:r>
              <a:rPr sz="5475" b="1">
                <a:solidFill>
                  <a:srgbClr val="0071E3"/>
                </a:solidFill>
                <a:latin typeface="Inter"/>
                <a:ea typeface="Inter"/>
                <a:cs typeface="Inter"/>
              </a:rPr>
              <a:t>E</a:t>
            </a:r>
          </a:p>
        </p:txBody>
      </p:sp>
      <p:sp>
        <p:nvSpPr>
          <p:cNvPr id="7" name="">
            <a:extLst xmlns:a="http://schemas.openxmlformats.org/drawingml/2006/main">
              <a:ext uri="{FF2B5EF4-FFF2-40B4-BE49-F238E27FC236}">
                <a16:creationId xmlns:a16="http://schemas.microsoft.com/office/drawing/2014/main" id="{C627975C-9512-44D8-809C-434BBD9FDDAF}"/>
              </a:ext>
            </a:extLst>
          </p:cNvPr>
          <p:cNvSpPr>
            <a:spLocks xmlns:a="http://schemas.openxmlformats.org/drawingml/2006/main" noGrp="1"/>
          </p:cNvSpPr>
          <p:nvPr/>
        </p:nvSpPr>
        <p:spPr>
          <a:xfrm xmlns:a="http://schemas.openxmlformats.org/drawingml/2006/main">
            <a:off x="704850" y="3552825"/>
            <a:ext cx="3038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Work result</a:t>
            </a:r>
          </a:p>
        </p:txBody>
      </p:sp>
      <p:sp>
        <p:nvSpPr>
          <p:cNvPr id="8" name="">
            <a:extLst xmlns:a="http://schemas.openxmlformats.org/drawingml/2006/main">
              <a:ext uri="{FF2B5EF4-FFF2-40B4-BE49-F238E27FC236}">
                <a16:creationId xmlns:a16="http://schemas.microsoft.com/office/drawing/2014/main" id="{D74FAD63-28B1-4D7D-BA72-2B72D8100BCC}"/>
              </a:ext>
            </a:extLst>
          </p:cNvPr>
          <p:cNvSpPr>
            <a:spLocks xmlns:a="http://schemas.openxmlformats.org/drawingml/2006/main" noGrp="1"/>
          </p:cNvSpPr>
          <p:nvPr/>
        </p:nvSpPr>
        <p:spPr>
          <a:xfrm xmlns:a="http://schemas.openxmlformats.org/drawingml/2006/main">
            <a:off x="704850" y="4429125"/>
            <a:ext cx="30384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Computed offer</a:t>
            </a:r>
          </a:p>
        </p:txBody>
      </p:sp>
      <p:sp>
        <p:nvSpPr>
          <p:cNvPr id="9" name="">
            <a:extLst xmlns:a="http://schemas.openxmlformats.org/drawingml/2006/main">
              <a:ext uri="{FF2B5EF4-FFF2-40B4-BE49-F238E27FC236}">
                <a16:creationId xmlns:a16="http://schemas.microsoft.com/office/drawing/2014/main" id="{59CF5ECE-019C-47A7-87B0-C0D4660FA79F}"/>
              </a:ext>
            </a:extLst>
          </p:cNvPr>
          <p:cNvSpPr>
            <a:spLocks xmlns:a="http://schemas.openxmlformats.org/drawingml/2006/main" noGrp="1"/>
          </p:cNvSpPr>
          <p:nvPr/>
        </p:nvSpPr>
        <p:spPr>
          <a:xfrm xmlns:a="http://schemas.openxmlformats.org/drawingml/2006/main">
            <a:off x="3848100" y="2971800"/>
            <a:ext cx="41910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0" name="">
            <a:extLst xmlns:a="http://schemas.openxmlformats.org/drawingml/2006/main">
              <a:ext uri="{FF2B5EF4-FFF2-40B4-BE49-F238E27FC236}">
                <a16:creationId xmlns:a16="http://schemas.microsoft.com/office/drawing/2014/main" id="{D93DD302-8CB5-4694-9BFB-B52746AF0835}"/>
              </a:ext>
            </a:extLst>
          </p:cNvPr>
          <p:cNvSpPr>
            <a:spLocks xmlns:a="http://schemas.openxmlformats.org/drawingml/2006/main" noGrp="1"/>
          </p:cNvSpPr>
          <p:nvPr/>
        </p:nvSpPr>
        <p:spPr>
          <a:xfrm xmlns:a="http://schemas.openxmlformats.org/drawingml/2006/main">
            <a:off x="4229100" y="290512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01793BD-DD2E-481B-A64F-E237C485098F}"/>
              </a:ext>
            </a:extLst>
          </p:cNvPr>
          <p:cNvSpPr>
            <a:spLocks xmlns:a="http://schemas.openxmlformats.org/drawingml/2006/main" noGrp="1"/>
          </p:cNvSpPr>
          <p:nvPr/>
        </p:nvSpPr>
        <p:spPr>
          <a:xfrm xmlns:a="http://schemas.openxmlformats.org/drawingml/2006/main">
            <a:off x="4562475" y="2552700"/>
            <a:ext cx="2190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475" b="1">
                <a:solidFill>
                  <a:srgbClr val="0071E3"/>
                </a:solidFill>
                <a:latin typeface="Inter"/>
                <a:ea typeface="Inter"/>
                <a:cs typeface="Inter"/>
              </a:defRPr>
            </a:pPr>
            <a:r>
              <a:rPr sz="5475" b="1">
                <a:solidFill>
                  <a:srgbClr val="0071E3"/>
                </a:solidFill>
                <a:latin typeface="Inter"/>
                <a:ea typeface="Inter"/>
                <a:cs typeface="Inter"/>
              </a:rPr>
              <a:t>B</a:t>
            </a:r>
          </a:p>
        </p:txBody>
      </p:sp>
      <p:sp>
        <p:nvSpPr>
          <p:cNvPr id="12" name="">
            <a:extLst xmlns:a="http://schemas.openxmlformats.org/drawingml/2006/main">
              <a:ext uri="{FF2B5EF4-FFF2-40B4-BE49-F238E27FC236}">
                <a16:creationId xmlns:a16="http://schemas.microsoft.com/office/drawing/2014/main" id="{F9823EFE-CD43-4595-BEB2-B13DD0427D91}"/>
              </a:ext>
            </a:extLst>
          </p:cNvPr>
          <p:cNvSpPr>
            <a:spLocks xmlns:a="http://schemas.openxmlformats.org/drawingml/2006/main" noGrp="1"/>
          </p:cNvSpPr>
          <p:nvPr/>
        </p:nvSpPr>
        <p:spPr>
          <a:xfrm xmlns:a="http://schemas.openxmlformats.org/drawingml/2006/main">
            <a:off x="4562475" y="3552825"/>
            <a:ext cx="3038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Published evidence</a:t>
            </a:r>
          </a:p>
        </p:txBody>
      </p:sp>
      <p:sp>
        <p:nvSpPr>
          <p:cNvPr id="13" name="">
            <a:extLst xmlns:a="http://schemas.openxmlformats.org/drawingml/2006/main">
              <a:ext uri="{FF2B5EF4-FFF2-40B4-BE49-F238E27FC236}">
                <a16:creationId xmlns:a16="http://schemas.microsoft.com/office/drawing/2014/main" id="{9EBC1AF6-BA61-4CFF-B908-7B179F6852A7}"/>
              </a:ext>
            </a:extLst>
          </p:cNvPr>
          <p:cNvSpPr>
            <a:spLocks xmlns:a="http://schemas.openxmlformats.org/drawingml/2006/main" noGrp="1"/>
          </p:cNvSpPr>
          <p:nvPr/>
        </p:nvSpPr>
        <p:spPr>
          <a:xfrm xmlns:a="http://schemas.openxmlformats.org/drawingml/2006/main">
            <a:off x="4562475" y="4429125"/>
            <a:ext cx="30384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E + Work / review refs</a:t>
            </a:r>
          </a:p>
        </p:txBody>
      </p:sp>
      <p:sp>
        <p:nvSpPr>
          <p:cNvPr id="14" name="">
            <a:extLst xmlns:a="http://schemas.openxmlformats.org/drawingml/2006/main">
              <a:ext uri="{FF2B5EF4-FFF2-40B4-BE49-F238E27FC236}">
                <a16:creationId xmlns:a16="http://schemas.microsoft.com/office/drawing/2014/main" id="{43265573-E38E-4FB4-A150-46ADF179D4C3}"/>
              </a:ext>
            </a:extLst>
          </p:cNvPr>
          <p:cNvSpPr>
            <a:spLocks xmlns:a="http://schemas.openxmlformats.org/drawingml/2006/main" noGrp="1"/>
          </p:cNvSpPr>
          <p:nvPr/>
        </p:nvSpPr>
        <p:spPr>
          <a:xfrm xmlns:a="http://schemas.openxmlformats.org/drawingml/2006/main">
            <a:off x="7705725" y="2971800"/>
            <a:ext cx="41910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5" name="">
            <a:extLst xmlns:a="http://schemas.openxmlformats.org/drawingml/2006/main">
              <a:ext uri="{FF2B5EF4-FFF2-40B4-BE49-F238E27FC236}">
                <a16:creationId xmlns:a16="http://schemas.microsoft.com/office/drawing/2014/main" id="{1FB6D283-015C-4B6A-8041-33F6ED343051}"/>
              </a:ext>
            </a:extLst>
          </p:cNvPr>
          <p:cNvSpPr>
            <a:spLocks xmlns:a="http://schemas.openxmlformats.org/drawingml/2006/main" noGrp="1"/>
          </p:cNvSpPr>
          <p:nvPr/>
        </p:nvSpPr>
        <p:spPr>
          <a:xfrm xmlns:a="http://schemas.openxmlformats.org/drawingml/2006/main">
            <a:off x="8086725" y="290512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5F5B8C3-3A63-4C91-BC38-8F74E740C41D}"/>
              </a:ext>
            </a:extLst>
          </p:cNvPr>
          <p:cNvSpPr>
            <a:spLocks xmlns:a="http://schemas.openxmlformats.org/drawingml/2006/main" noGrp="1"/>
          </p:cNvSpPr>
          <p:nvPr/>
        </p:nvSpPr>
        <p:spPr>
          <a:xfrm xmlns:a="http://schemas.openxmlformats.org/drawingml/2006/main">
            <a:off x="8420100" y="2552700"/>
            <a:ext cx="2190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475" b="1">
                <a:solidFill>
                  <a:srgbClr val="0071E3"/>
                </a:solidFill>
                <a:latin typeface="Inter"/>
                <a:ea typeface="Inter"/>
                <a:cs typeface="Inter"/>
              </a:defRPr>
            </a:pPr>
            <a:r>
              <a:rPr sz="5475" b="1">
                <a:solidFill>
                  <a:srgbClr val="0071E3"/>
                </a:solidFill>
                <a:latin typeface="Inter"/>
                <a:ea typeface="Inter"/>
                <a:cs typeface="Inter"/>
              </a:rPr>
              <a:t>C</a:t>
            </a:r>
          </a:p>
        </p:txBody>
      </p:sp>
      <p:sp>
        <p:nvSpPr>
          <p:cNvPr id="17" name="">
            <a:extLst xmlns:a="http://schemas.openxmlformats.org/drawingml/2006/main">
              <a:ext uri="{FF2B5EF4-FFF2-40B4-BE49-F238E27FC236}">
                <a16:creationId xmlns:a16="http://schemas.microsoft.com/office/drawing/2014/main" id="{A09BD78C-D1FF-421B-9D29-0CF4D58DF1FD}"/>
              </a:ext>
            </a:extLst>
          </p:cNvPr>
          <p:cNvSpPr>
            <a:spLocks xmlns:a="http://schemas.openxmlformats.org/drawingml/2006/main" noGrp="1"/>
          </p:cNvSpPr>
          <p:nvPr/>
        </p:nvSpPr>
        <p:spPr>
          <a:xfrm xmlns:a="http://schemas.openxmlformats.org/drawingml/2006/main">
            <a:off x="8420100" y="3552825"/>
            <a:ext cx="3038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Consumption context</a:t>
            </a:r>
          </a:p>
        </p:txBody>
      </p:sp>
      <p:sp>
        <p:nvSpPr>
          <p:cNvPr id="18" name="">
            <a:extLst xmlns:a="http://schemas.openxmlformats.org/drawingml/2006/main">
              <a:ext uri="{FF2B5EF4-FFF2-40B4-BE49-F238E27FC236}">
                <a16:creationId xmlns:a16="http://schemas.microsoft.com/office/drawing/2014/main" id="{2B5A4D40-DF45-4E2E-B4D7-F25B4AFB6DE3}"/>
              </a:ext>
            </a:extLst>
          </p:cNvPr>
          <p:cNvSpPr>
            <a:spLocks xmlns:a="http://schemas.openxmlformats.org/drawingml/2006/main" noGrp="1"/>
          </p:cNvSpPr>
          <p:nvPr/>
        </p:nvSpPr>
        <p:spPr>
          <a:xfrm xmlns:a="http://schemas.openxmlformats.org/drawingml/2006/main">
            <a:off x="8420100" y="4429125"/>
            <a:ext cx="30384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B + authenticated status</a:t>
            </a:r>
          </a:p>
        </p:txBody>
      </p:sp>
      <p:sp>
        <p:nvSpPr>
          <p:cNvPr id="19" name="">
            <a:extLst xmlns:a="http://schemas.openxmlformats.org/drawingml/2006/main">
              <a:ext uri="{FF2B5EF4-FFF2-40B4-BE49-F238E27FC236}">
                <a16:creationId xmlns:a16="http://schemas.microsoft.com/office/drawing/2014/main" id="{21A8680D-9A1A-4776-B296-BEA735A3B3E2}"/>
              </a:ext>
            </a:extLst>
          </p:cNvPr>
          <p:cNvSpPr>
            <a:spLocks xmlns:a="http://schemas.openxmlformats.org/drawingml/2006/main" noGrp="1"/>
          </p:cNvSpPr>
          <p:nvPr/>
        </p:nvSpPr>
        <p:spPr>
          <a:xfrm xmlns:a="http://schemas.openxmlformats.org/drawingml/2006/main">
            <a:off x="704850" y="5438775"/>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8DA1CE3-FBCD-470F-8E67-3F752C0311D0}"/>
              </a:ext>
            </a:extLst>
          </p:cNvPr>
          <p:cNvSpPr>
            <a:spLocks xmlns:a="http://schemas.openxmlformats.org/drawingml/2006/main" noGrp="1"/>
          </p:cNvSpPr>
          <p:nvPr/>
        </p:nvSpPr>
        <p:spPr>
          <a:xfrm xmlns:a="http://schemas.openxmlformats.org/drawingml/2006/main">
            <a:off x="704850" y="5638800"/>
            <a:ext cx="3305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1D1D1F"/>
                </a:solidFill>
                <a:latin typeface="Inter"/>
                <a:ea typeface="Inter"/>
                <a:cs typeface="Inter"/>
              </a:defRPr>
            </a:pPr>
            <a:r>
              <a:rPr sz="2550" b="1">
                <a:solidFill>
                  <a:srgbClr val="1D1D1F"/>
                </a:solidFill>
                <a:latin typeface="Inter"/>
                <a:ea typeface="Inter"/>
                <a:cs typeface="Inter"/>
              </a:rPr>
              <a:t>B.offer = E</a:t>
            </a:r>
          </a:p>
        </p:txBody>
      </p:sp>
      <p:sp>
        <p:nvSpPr>
          <p:cNvPr id="21" name="">
            <a:extLst xmlns:a="http://schemas.openxmlformats.org/drawingml/2006/main">
              <a:ext uri="{FF2B5EF4-FFF2-40B4-BE49-F238E27FC236}">
                <a16:creationId xmlns:a16="http://schemas.microsoft.com/office/drawing/2014/main" id="{DF3CDB04-388C-44C1-80B7-562C7211BA26}"/>
              </a:ext>
            </a:extLst>
          </p:cNvPr>
          <p:cNvSpPr>
            <a:spLocks xmlns:a="http://schemas.openxmlformats.org/drawingml/2006/main" noGrp="1"/>
          </p:cNvSpPr>
          <p:nvPr/>
        </p:nvSpPr>
        <p:spPr>
          <a:xfrm xmlns:a="http://schemas.openxmlformats.org/drawingml/2006/main">
            <a:off x="4562475" y="5638800"/>
            <a:ext cx="3295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1D1D1F"/>
                </a:solidFill>
                <a:latin typeface="Inter"/>
                <a:ea typeface="Inter"/>
                <a:cs typeface="Inter"/>
              </a:defRPr>
            </a:pPr>
            <a:r>
              <a:rPr sz="2550" b="1">
                <a:solidFill>
                  <a:srgbClr val="1D1D1F"/>
                </a:solidFill>
                <a:latin typeface="Inter"/>
                <a:ea typeface="Inter"/>
                <a:cs typeface="Inter"/>
              </a:rPr>
              <a:t>C.body = B</a:t>
            </a:r>
          </a:p>
        </p:txBody>
      </p:sp>
      <p:sp>
        <p:nvSpPr>
          <p:cNvPr id="22" name="">
            <a:extLst xmlns:a="http://schemas.openxmlformats.org/drawingml/2006/main">
              <a:ext uri="{FF2B5EF4-FFF2-40B4-BE49-F238E27FC236}">
                <a16:creationId xmlns:a16="http://schemas.microsoft.com/office/drawing/2014/main" id="{5F49CA43-049A-4EF9-B687-95113628250E}"/>
              </a:ext>
            </a:extLst>
          </p:cNvPr>
          <p:cNvSpPr>
            <a:spLocks xmlns:a="http://schemas.openxmlformats.org/drawingml/2006/main" noGrp="1"/>
          </p:cNvSpPr>
          <p:nvPr/>
        </p:nvSpPr>
        <p:spPr>
          <a:xfrm xmlns:a="http://schemas.openxmlformats.org/drawingml/2006/main">
            <a:off x="8420100" y="5734050"/>
            <a:ext cx="30194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6E6E73"/>
                </a:solidFill>
                <a:latin typeface="Inter"/>
                <a:ea typeface="Inter"/>
                <a:cs typeface="Inter"/>
              </a:defRPr>
            </a:pPr>
            <a:r>
              <a:rPr sz="1575" b="0">
                <a:solidFill>
                  <a:srgbClr val="6E6E73"/>
                </a:solidFill>
                <a:latin typeface="Inter"/>
                <a:ea typeface="Inter"/>
                <a:cs typeface="Inter"/>
              </a:rPr>
              <a:t>Original result preserved</a:t>
            </a:r>
          </a:p>
        </p:txBody>
      </p:sp>
    </p:spTree>
    <p:extLst>
      <p:ext uri="{BB962C8B-B14F-4D97-AF65-F5344CB8AC3E}">
        <p14:creationId xmlns:p14="http://schemas.microsoft.com/office/powerpoint/2010/main" val="3250424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7C615F-545D-47C2-B846-5A9CFC911376}"/>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New evidence changed 96 into 102</a:t>
            </a:r>
          </a:p>
        </p:txBody>
      </p:sp>
      <p:sp>
        <p:nvSpPr>
          <p:cNvPr id="2" name="">
            <a:extLst xmlns:a="http://schemas.openxmlformats.org/drawingml/2006/main">
              <a:ext uri="{FF2B5EF4-FFF2-40B4-BE49-F238E27FC236}">
                <a16:creationId xmlns:a16="http://schemas.microsoft.com/office/drawing/2014/main" id="{A1C524AD-D9F9-49D0-9237-D2600832F79B}"/>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receiving readings and local limit stayed the same.</a:t>
            </a:r>
          </a:p>
        </p:txBody>
      </p:sp>
      <p:sp>
        <p:nvSpPr>
          <p:cNvPr id="3" name="">
            <a:extLst xmlns:a="http://schemas.openxmlformats.org/drawingml/2006/main">
              <a:ext uri="{FF2B5EF4-FFF2-40B4-BE49-F238E27FC236}">
                <a16:creationId xmlns:a16="http://schemas.microsoft.com/office/drawing/2014/main" id="{098C06B2-E356-4447-881E-ED045FD296F8}"/>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EFD58C-7BCF-401D-8DA9-8BE2E692F37C}"/>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d08ec8c413954b1a"/>
              </a:rPr>
              <a:t>D / Controlled numerical calibration</a:t>
            </a:r>
          </a:p>
        </p:txBody>
      </p:sp>
      <p:sp>
        <p:nvSpPr>
          <p:cNvPr id="5" name="">
            <a:extLst xmlns:a="http://schemas.openxmlformats.org/drawingml/2006/main">
              <a:ext uri="{FF2B5EF4-FFF2-40B4-BE49-F238E27FC236}">
                <a16:creationId xmlns:a16="http://schemas.microsoft.com/office/drawing/2014/main" id="{21021DA3-7151-450C-A59C-6EAD8960596F}"/>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15</a:t>
            </a:r>
          </a:p>
        </p:txBody>
      </p:sp>
      <p:sp>
        <p:nvSpPr>
          <p:cNvPr id="6" name="">
            <a:extLst xmlns:a="http://schemas.openxmlformats.org/drawingml/2006/main">
              <a:ext uri="{FF2B5EF4-FFF2-40B4-BE49-F238E27FC236}">
                <a16:creationId xmlns:a16="http://schemas.microsoft.com/office/drawing/2014/main" id="{DA863C57-A9BE-4F00-99E5-FAAE57E42E2D}"/>
              </a:ext>
            </a:extLst>
          </p:cNvPr>
          <p:cNvSpPr>
            <a:spLocks xmlns:a="http://schemas.openxmlformats.org/drawingml/2006/main" noGrp="1"/>
          </p:cNvSpPr>
          <p:nvPr/>
        </p:nvSpPr>
        <p:spPr>
          <a:xfrm xmlns:a="http://schemas.openxmlformats.org/drawingml/2006/main">
            <a:off x="704850" y="2609850"/>
            <a:ext cx="4924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SOURCE REVISION 1</a:t>
            </a:r>
          </a:p>
        </p:txBody>
      </p:sp>
      <p:sp>
        <p:nvSpPr>
          <p:cNvPr id="7" name="">
            <a:extLst xmlns:a="http://schemas.openxmlformats.org/drawingml/2006/main">
              <a:ext uri="{FF2B5EF4-FFF2-40B4-BE49-F238E27FC236}">
                <a16:creationId xmlns:a16="http://schemas.microsoft.com/office/drawing/2014/main" id="{552E331D-1390-4680-8F0E-FEA1B7C4BA7A}"/>
              </a:ext>
            </a:extLst>
          </p:cNvPr>
          <p:cNvSpPr>
            <a:spLocks xmlns:a="http://schemas.openxmlformats.org/drawingml/2006/main" noGrp="1"/>
          </p:cNvSpPr>
          <p:nvPr/>
        </p:nvSpPr>
        <p:spPr>
          <a:xfrm xmlns:a="http://schemas.openxmlformats.org/drawingml/2006/main">
            <a:off x="704850" y="3133725"/>
            <a:ext cx="5010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75" b="1">
                <a:solidFill>
                  <a:srgbClr val="0071E3"/>
                </a:solidFill>
                <a:latin typeface="Inter"/>
                <a:ea typeface="Inter"/>
                <a:cs typeface="Inter"/>
              </a:defRPr>
            </a:pPr>
            <a:r>
              <a:rPr sz="3675" b="1">
                <a:solidFill>
                  <a:srgbClr val="0071E3"/>
                </a:solidFill>
                <a:latin typeface="Inter"/>
                <a:ea typeface="Inter"/>
                <a:cs typeface="Inter"/>
              </a:rPr>
              <a:t>106 − 10 = 96</a:t>
            </a:r>
          </a:p>
        </p:txBody>
      </p:sp>
      <p:sp>
        <p:nvSpPr>
          <p:cNvPr id="8" name="">
            <a:extLst xmlns:a="http://schemas.openxmlformats.org/drawingml/2006/main">
              <a:ext uri="{FF2B5EF4-FFF2-40B4-BE49-F238E27FC236}">
                <a16:creationId xmlns:a16="http://schemas.microsoft.com/office/drawing/2014/main" id="{39339048-1282-43F0-89E7-30A98C7C8CB2}"/>
              </a:ext>
            </a:extLst>
          </p:cNvPr>
          <p:cNvSpPr>
            <a:spLocks xmlns:a="http://schemas.openxmlformats.org/drawingml/2006/main" noGrp="1"/>
          </p:cNvSpPr>
          <p:nvPr/>
        </p:nvSpPr>
        <p:spPr>
          <a:xfrm xmlns:a="http://schemas.openxmlformats.org/drawingml/2006/main">
            <a:off x="704850" y="4257675"/>
            <a:ext cx="5010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Correction from A: −10</a:t>
            </a:r>
          </a:p>
        </p:txBody>
      </p:sp>
      <p:sp>
        <p:nvSpPr>
          <p:cNvPr id="9" name="">
            <a:extLst xmlns:a="http://schemas.openxmlformats.org/drawingml/2006/main">
              <a:ext uri="{FF2B5EF4-FFF2-40B4-BE49-F238E27FC236}">
                <a16:creationId xmlns:a16="http://schemas.microsoft.com/office/drawing/2014/main" id="{C130095F-7BC6-424B-A606-EA260DF04BBC}"/>
              </a:ext>
            </a:extLst>
          </p:cNvPr>
          <p:cNvSpPr>
            <a:spLocks xmlns:a="http://schemas.openxmlformats.org/drawingml/2006/main" noGrp="1"/>
          </p:cNvSpPr>
          <p:nvPr/>
        </p:nvSpPr>
        <p:spPr>
          <a:xfrm xmlns:a="http://schemas.openxmlformats.org/drawingml/2006/main">
            <a:off x="704850" y="4895850"/>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Within local limit 100</a:t>
            </a:r>
          </a:p>
        </p:txBody>
      </p:sp>
      <p:sp>
        <p:nvSpPr>
          <p:cNvPr id="10" name="">
            <a:extLst xmlns:a="http://schemas.openxmlformats.org/drawingml/2006/main">
              <a:ext uri="{FF2B5EF4-FFF2-40B4-BE49-F238E27FC236}">
                <a16:creationId xmlns:a16="http://schemas.microsoft.com/office/drawing/2014/main" id="{8B8770F3-DC40-48A6-88E3-30B1FA0A9F7C}"/>
              </a:ext>
            </a:extLst>
          </p:cNvPr>
          <p:cNvSpPr>
            <a:spLocks xmlns:a="http://schemas.openxmlformats.org/drawingml/2006/main" noGrp="1"/>
          </p:cNvSpPr>
          <p:nvPr/>
        </p:nvSpPr>
        <p:spPr>
          <a:xfrm xmlns:a="http://schemas.openxmlformats.org/drawingml/2006/main">
            <a:off x="6438900" y="2609850"/>
            <a:ext cx="4924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SOURCE REVISION 2</a:t>
            </a:r>
          </a:p>
        </p:txBody>
      </p:sp>
      <p:sp>
        <p:nvSpPr>
          <p:cNvPr id="11" name="">
            <a:extLst xmlns:a="http://schemas.openxmlformats.org/drawingml/2006/main">
              <a:ext uri="{FF2B5EF4-FFF2-40B4-BE49-F238E27FC236}">
                <a16:creationId xmlns:a16="http://schemas.microsoft.com/office/drawing/2014/main" id="{9F2C7E66-CCBD-48F4-BFAD-15255E1790C6}"/>
              </a:ext>
            </a:extLst>
          </p:cNvPr>
          <p:cNvSpPr>
            <a:spLocks xmlns:a="http://schemas.openxmlformats.org/drawingml/2006/main" noGrp="1"/>
          </p:cNvSpPr>
          <p:nvPr/>
        </p:nvSpPr>
        <p:spPr>
          <a:xfrm xmlns:a="http://schemas.openxmlformats.org/drawingml/2006/main">
            <a:off x="6438900" y="3133725"/>
            <a:ext cx="5010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75" b="1">
                <a:solidFill>
                  <a:srgbClr val="0071E3"/>
                </a:solidFill>
                <a:latin typeface="Inter"/>
                <a:ea typeface="Inter"/>
                <a:cs typeface="Inter"/>
              </a:defRPr>
            </a:pPr>
            <a:r>
              <a:rPr sz="3675" b="1">
                <a:solidFill>
                  <a:srgbClr val="0071E3"/>
                </a:solidFill>
                <a:latin typeface="Inter"/>
                <a:ea typeface="Inter"/>
                <a:cs typeface="Inter"/>
              </a:rPr>
              <a:t>106 − 4 = 102</a:t>
            </a:r>
          </a:p>
        </p:txBody>
      </p:sp>
      <p:sp>
        <p:nvSpPr>
          <p:cNvPr id="12" name="">
            <a:extLst xmlns:a="http://schemas.openxmlformats.org/drawingml/2006/main">
              <a:ext uri="{FF2B5EF4-FFF2-40B4-BE49-F238E27FC236}">
                <a16:creationId xmlns:a16="http://schemas.microsoft.com/office/drawing/2014/main" id="{D5C71201-8F47-46AC-9F2B-3971E2F83667}"/>
              </a:ext>
            </a:extLst>
          </p:cNvPr>
          <p:cNvSpPr>
            <a:spLocks xmlns:a="http://schemas.openxmlformats.org/drawingml/2006/main" noGrp="1"/>
          </p:cNvSpPr>
          <p:nvPr/>
        </p:nvSpPr>
        <p:spPr>
          <a:xfrm xmlns:a="http://schemas.openxmlformats.org/drawingml/2006/main">
            <a:off x="6438900" y="4257675"/>
            <a:ext cx="5010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Correction from A: −4</a:t>
            </a:r>
          </a:p>
        </p:txBody>
      </p:sp>
      <p:sp>
        <p:nvSpPr>
          <p:cNvPr id="13" name="">
            <a:extLst xmlns:a="http://schemas.openxmlformats.org/drawingml/2006/main">
              <a:ext uri="{FF2B5EF4-FFF2-40B4-BE49-F238E27FC236}">
                <a16:creationId xmlns:a16="http://schemas.microsoft.com/office/drawing/2014/main" id="{2F1BBBCD-C8E0-420C-A952-D4FF4C64A40B}"/>
              </a:ext>
            </a:extLst>
          </p:cNvPr>
          <p:cNvSpPr>
            <a:spLocks xmlns:a="http://schemas.openxmlformats.org/drawingml/2006/main" noGrp="1"/>
          </p:cNvSpPr>
          <p:nvPr/>
        </p:nvSpPr>
        <p:spPr>
          <a:xfrm xmlns:a="http://schemas.openxmlformats.org/drawingml/2006/main">
            <a:off x="6438900" y="4895850"/>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Review required at limit 100</a:t>
            </a:r>
          </a:p>
        </p:txBody>
      </p:sp>
      <p:sp>
        <p:nvSpPr>
          <p:cNvPr id="14" name="">
            <a:extLst xmlns:a="http://schemas.openxmlformats.org/drawingml/2006/main">
              <a:ext uri="{FF2B5EF4-FFF2-40B4-BE49-F238E27FC236}">
                <a16:creationId xmlns:a16="http://schemas.microsoft.com/office/drawing/2014/main" id="{B97FAA30-80D6-41A2-83DC-55C59F1235BB}"/>
              </a:ext>
            </a:extLst>
          </p:cNvPr>
          <p:cNvSpPr>
            <a:spLocks xmlns:a="http://schemas.openxmlformats.org/drawingml/2006/main" noGrp="1"/>
          </p:cNvSpPr>
          <p:nvPr/>
        </p:nvSpPr>
        <p:spPr>
          <a:xfrm xmlns:a="http://schemas.openxmlformats.org/drawingml/2006/main">
            <a:off x="6086475" y="2667000"/>
            <a:ext cx="9525" cy="276225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8253EF5-E277-4780-9EE1-E4B1E4445E1C}"/>
              </a:ext>
            </a:extLst>
          </p:cNvPr>
          <p:cNvSpPr>
            <a:spLocks xmlns:a="http://schemas.openxmlformats.org/drawingml/2006/main" noGrp="1"/>
          </p:cNvSpPr>
          <p:nvPr/>
        </p:nvSpPr>
        <p:spPr>
          <a:xfrm xmlns:a="http://schemas.openxmlformats.org/drawingml/2006/main">
            <a:off x="704850" y="5743575"/>
            <a:ext cx="10725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E6E73"/>
                </a:solidFill>
                <a:latin typeface="Inter"/>
                <a:ea typeface="Inter"/>
                <a:cs typeface="Inter"/>
              </a:defRPr>
            </a:pPr>
            <a:r>
              <a:rPr sz="1800" b="0">
                <a:solidFill>
                  <a:srgbClr val="6E6E73"/>
                </a:solidFill>
                <a:latin typeface="Inter"/>
                <a:ea typeface="Inter"/>
                <a:cs typeface="Inter"/>
              </a:rPr>
              <a:t>The earlier 96 remains history. Accepting an accurate report does not erase the limit.</a:t>
            </a:r>
          </a:p>
        </p:txBody>
      </p:sp>
    </p:spTree>
    <p:extLst>
      <p:ext uri="{BB962C8B-B14F-4D97-AF65-F5344CB8AC3E}">
        <p14:creationId xmlns:p14="http://schemas.microsoft.com/office/powerpoint/2010/main" val="13897748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E2A535B-104D-4DC7-95DD-D117D2B85379}"/>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Revocation survived a process restart</a:t>
            </a:r>
          </a:p>
        </p:txBody>
      </p:sp>
      <p:sp>
        <p:nvSpPr>
          <p:cNvPr id="2" name="">
            <a:extLst xmlns:a="http://schemas.openxmlformats.org/drawingml/2006/main">
              <a:ext uri="{FF2B5EF4-FFF2-40B4-BE49-F238E27FC236}">
                <a16:creationId xmlns:a16="http://schemas.microsoft.com/office/drawing/2014/main" id="{7AA05FC1-2DD3-4808-8BEE-4DFE60DE4D68}"/>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new requester process retained source state, budgets and prior history.</a:t>
            </a:r>
          </a:p>
        </p:txBody>
      </p:sp>
      <p:sp>
        <p:nvSpPr>
          <p:cNvPr id="3" name="">
            <a:extLst xmlns:a="http://schemas.openxmlformats.org/drawingml/2006/main">
              <a:ext uri="{FF2B5EF4-FFF2-40B4-BE49-F238E27FC236}">
                <a16:creationId xmlns:a16="http://schemas.microsoft.com/office/drawing/2014/main" id="{C769A241-82AC-4AC1-B04D-19B38BC3FAED}"/>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AEF3CE-DAFC-44A7-8339-071D28D61974}"/>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057bb030c24d43b8"/>
              </a:rPr>
              <a:t>D / G52 restart, rollback refusal and continuation</a:t>
            </a:r>
          </a:p>
        </p:txBody>
      </p:sp>
      <p:sp>
        <p:nvSpPr>
          <p:cNvPr id="5" name="">
            <a:extLst xmlns:a="http://schemas.openxmlformats.org/drawingml/2006/main">
              <a:ext uri="{FF2B5EF4-FFF2-40B4-BE49-F238E27FC236}">
                <a16:creationId xmlns:a16="http://schemas.microsoft.com/office/drawing/2014/main" id="{490CF8EC-DFC4-458B-B297-14A4851DB382}"/>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16</a:t>
            </a:r>
          </a:p>
        </p:txBody>
      </p:sp>
      <p:sp>
        <p:nvSpPr>
          <p:cNvPr id="6" name="">
            <a:extLst xmlns:a="http://schemas.openxmlformats.org/drawingml/2006/main">
              <a:ext uri="{FF2B5EF4-FFF2-40B4-BE49-F238E27FC236}">
                <a16:creationId xmlns:a16="http://schemas.microsoft.com/office/drawing/2014/main" id="{C5C91AE9-143B-4232-8F98-B6C7384A7F79}"/>
              </a:ext>
            </a:extLst>
          </p:cNvPr>
          <p:cNvSpPr>
            <a:spLocks xmlns:a="http://schemas.openxmlformats.org/drawingml/2006/main" noGrp="1"/>
          </p:cNvSpPr>
          <p:nvPr/>
        </p:nvSpPr>
        <p:spPr>
          <a:xfrm xmlns:a="http://schemas.openxmlformats.org/drawingml/2006/main">
            <a:off x="704850" y="25717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0071E3"/>
                </a:solidFill>
                <a:latin typeface="Inter"/>
                <a:ea typeface="Inter"/>
                <a:cs typeface="Inter"/>
              </a:defRPr>
            </a:pPr>
            <a:r>
              <a:rPr sz="2850" b="1">
                <a:solidFill>
                  <a:srgbClr val="0071E3"/>
                </a:solidFill>
                <a:latin typeface="Inter"/>
                <a:ea typeface="Inter"/>
                <a:cs typeface="Inter"/>
              </a:rPr>
              <a:t>01</a:t>
            </a:r>
          </a:p>
        </p:txBody>
      </p:sp>
      <p:sp>
        <p:nvSpPr>
          <p:cNvPr id="7" name="">
            <a:extLst xmlns:a="http://schemas.openxmlformats.org/drawingml/2006/main">
              <a:ext uri="{FF2B5EF4-FFF2-40B4-BE49-F238E27FC236}">
                <a16:creationId xmlns:a16="http://schemas.microsoft.com/office/drawing/2014/main" id="{92E71F6E-83F8-476D-B1B8-942289B07653}"/>
              </a:ext>
            </a:extLst>
          </p:cNvPr>
          <p:cNvSpPr>
            <a:spLocks xmlns:a="http://schemas.openxmlformats.org/drawingml/2006/main" noGrp="1"/>
          </p:cNvSpPr>
          <p:nvPr/>
        </p:nvSpPr>
        <p:spPr>
          <a:xfrm xmlns:a="http://schemas.openxmlformats.org/drawingml/2006/main">
            <a:off x="1590675" y="2571750"/>
            <a:ext cx="3457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Record REVOKED</a:t>
            </a:r>
          </a:p>
        </p:txBody>
      </p:sp>
      <p:sp>
        <p:nvSpPr>
          <p:cNvPr id="8" name="">
            <a:extLst xmlns:a="http://schemas.openxmlformats.org/drawingml/2006/main">
              <a:ext uri="{FF2B5EF4-FFF2-40B4-BE49-F238E27FC236}">
                <a16:creationId xmlns:a16="http://schemas.microsoft.com/office/drawing/2014/main" id="{7D5E3DB5-232A-4AF8-8F56-A59B6B8D8061}"/>
              </a:ext>
            </a:extLst>
          </p:cNvPr>
          <p:cNvSpPr>
            <a:spLocks xmlns:a="http://schemas.openxmlformats.org/drawingml/2006/main" noGrp="1"/>
          </p:cNvSpPr>
          <p:nvPr/>
        </p:nvSpPr>
        <p:spPr>
          <a:xfrm xmlns:a="http://schemas.openxmlformats.org/drawingml/2006/main">
            <a:off x="5343525" y="260032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Persist the terminal source state before refusing use.</a:t>
            </a:r>
          </a:p>
        </p:txBody>
      </p:sp>
      <p:sp>
        <p:nvSpPr>
          <p:cNvPr id="9" name="">
            <a:extLst xmlns:a="http://schemas.openxmlformats.org/drawingml/2006/main">
              <a:ext uri="{FF2B5EF4-FFF2-40B4-BE49-F238E27FC236}">
                <a16:creationId xmlns:a16="http://schemas.microsoft.com/office/drawing/2014/main" id="{FCC46D9F-0D04-40D2-A642-B51A04378D4E}"/>
              </a:ext>
            </a:extLst>
          </p:cNvPr>
          <p:cNvSpPr>
            <a:spLocks xmlns:a="http://schemas.openxmlformats.org/drawingml/2006/main" noGrp="1"/>
          </p:cNvSpPr>
          <p:nvPr/>
        </p:nvSpPr>
        <p:spPr>
          <a:xfrm xmlns:a="http://schemas.openxmlformats.org/drawingml/2006/main">
            <a:off x="1581150" y="3390900"/>
            <a:ext cx="97917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80E867-AF11-4A61-BE69-95F817B231ED}"/>
              </a:ext>
            </a:extLst>
          </p:cNvPr>
          <p:cNvSpPr>
            <a:spLocks xmlns:a="http://schemas.openxmlformats.org/drawingml/2006/main" noGrp="1"/>
          </p:cNvSpPr>
          <p:nvPr/>
        </p:nvSpPr>
        <p:spPr>
          <a:xfrm xmlns:a="http://schemas.openxmlformats.org/drawingml/2006/main">
            <a:off x="704850" y="35528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0071E3"/>
                </a:solidFill>
                <a:latin typeface="Inter"/>
                <a:ea typeface="Inter"/>
                <a:cs typeface="Inter"/>
              </a:defRPr>
            </a:pPr>
            <a:r>
              <a:rPr sz="2850" b="1">
                <a:solidFill>
                  <a:srgbClr val="0071E3"/>
                </a:solidFill>
                <a:latin typeface="Inter"/>
                <a:ea typeface="Inter"/>
                <a:cs typeface="Inter"/>
              </a:rPr>
              <a:t>02</a:t>
            </a:r>
          </a:p>
        </p:txBody>
      </p:sp>
      <p:sp>
        <p:nvSpPr>
          <p:cNvPr id="11" name="">
            <a:extLst xmlns:a="http://schemas.openxmlformats.org/drawingml/2006/main">
              <a:ext uri="{FF2B5EF4-FFF2-40B4-BE49-F238E27FC236}">
                <a16:creationId xmlns:a16="http://schemas.microsoft.com/office/drawing/2014/main" id="{D5398682-839D-4BF5-B890-30B85A50969A}"/>
              </a:ext>
            </a:extLst>
          </p:cNvPr>
          <p:cNvSpPr>
            <a:spLocks xmlns:a="http://schemas.openxmlformats.org/drawingml/2006/main" noGrp="1"/>
          </p:cNvSpPr>
          <p:nvPr/>
        </p:nvSpPr>
        <p:spPr>
          <a:xfrm xmlns:a="http://schemas.openxmlformats.org/drawingml/2006/main">
            <a:off x="1590675" y="3552825"/>
            <a:ext cx="3457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Restart requester B</a:t>
            </a:r>
          </a:p>
        </p:txBody>
      </p:sp>
      <p:sp>
        <p:nvSpPr>
          <p:cNvPr id="12" name="">
            <a:extLst xmlns:a="http://schemas.openxmlformats.org/drawingml/2006/main">
              <a:ext uri="{FF2B5EF4-FFF2-40B4-BE49-F238E27FC236}">
                <a16:creationId xmlns:a16="http://schemas.microsoft.com/office/drawing/2014/main" id="{761035F0-7EA7-4E78-8096-8234C98CBFC4}"/>
              </a:ext>
            </a:extLst>
          </p:cNvPr>
          <p:cNvSpPr>
            <a:spLocks xmlns:a="http://schemas.openxmlformats.org/drawingml/2006/main" noGrp="1"/>
          </p:cNvSpPr>
          <p:nvPr/>
        </p:nvSpPr>
        <p:spPr>
          <a:xfrm xmlns:a="http://schemas.openxmlformats.org/drawingml/2006/main">
            <a:off x="5343525" y="3581400"/>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Reject the old ACTIVE state as a rollback.</a:t>
            </a:r>
          </a:p>
        </p:txBody>
      </p:sp>
      <p:sp>
        <p:nvSpPr>
          <p:cNvPr id="13" name="">
            <a:extLst xmlns:a="http://schemas.openxmlformats.org/drawingml/2006/main">
              <a:ext uri="{FF2B5EF4-FFF2-40B4-BE49-F238E27FC236}">
                <a16:creationId xmlns:a16="http://schemas.microsoft.com/office/drawing/2014/main" id="{435080EC-99C4-48D2-A681-80E226C9C425}"/>
              </a:ext>
            </a:extLst>
          </p:cNvPr>
          <p:cNvSpPr>
            <a:spLocks xmlns:a="http://schemas.openxmlformats.org/drawingml/2006/main" noGrp="1"/>
          </p:cNvSpPr>
          <p:nvPr/>
        </p:nvSpPr>
        <p:spPr>
          <a:xfrm xmlns:a="http://schemas.openxmlformats.org/drawingml/2006/main">
            <a:off x="1581150" y="4371975"/>
            <a:ext cx="97917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E746B6-A7FC-4224-BA19-D24161FE8ADE}"/>
              </a:ext>
            </a:extLst>
          </p:cNvPr>
          <p:cNvSpPr>
            <a:spLocks xmlns:a="http://schemas.openxmlformats.org/drawingml/2006/main" noGrp="1"/>
          </p:cNvSpPr>
          <p:nvPr/>
        </p:nvSpPr>
        <p:spPr>
          <a:xfrm xmlns:a="http://schemas.openxmlformats.org/drawingml/2006/main">
            <a:off x="704850" y="4533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0071E3"/>
                </a:solidFill>
                <a:latin typeface="Inter"/>
                <a:ea typeface="Inter"/>
                <a:cs typeface="Inter"/>
              </a:defRPr>
            </a:pPr>
            <a:r>
              <a:rPr sz="2850" b="1">
                <a:solidFill>
                  <a:srgbClr val="0071E3"/>
                </a:solidFill>
                <a:latin typeface="Inter"/>
                <a:ea typeface="Inter"/>
                <a:cs typeface="Inter"/>
              </a:rPr>
              <a:t>03</a:t>
            </a:r>
          </a:p>
        </p:txBody>
      </p:sp>
      <p:sp>
        <p:nvSpPr>
          <p:cNvPr id="15" name="">
            <a:extLst xmlns:a="http://schemas.openxmlformats.org/drawingml/2006/main">
              <a:ext uri="{FF2B5EF4-FFF2-40B4-BE49-F238E27FC236}">
                <a16:creationId xmlns:a16="http://schemas.microsoft.com/office/drawing/2014/main" id="{5CD13089-FA2E-41DA-A40B-697172E8FBF1}"/>
              </a:ext>
            </a:extLst>
          </p:cNvPr>
          <p:cNvSpPr>
            <a:spLocks xmlns:a="http://schemas.openxmlformats.org/drawingml/2006/main" noGrp="1"/>
          </p:cNvSpPr>
          <p:nvPr/>
        </p:nvSpPr>
        <p:spPr>
          <a:xfrm xmlns:a="http://schemas.openxmlformats.org/drawingml/2006/main">
            <a:off x="1590675" y="4533900"/>
            <a:ext cx="3457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Use a lawful revision</a:t>
            </a:r>
          </a:p>
        </p:txBody>
      </p:sp>
      <p:sp>
        <p:nvSpPr>
          <p:cNvPr id="16" name="">
            <a:extLst xmlns:a="http://schemas.openxmlformats.org/drawingml/2006/main">
              <a:ext uri="{FF2B5EF4-FFF2-40B4-BE49-F238E27FC236}">
                <a16:creationId xmlns:a16="http://schemas.microsoft.com/office/drawing/2014/main" id="{D2FCE03C-9C8F-4C37-A08A-1FA5F5C5353D}"/>
              </a:ext>
            </a:extLst>
          </p:cNvPr>
          <p:cNvSpPr>
            <a:spLocks xmlns:a="http://schemas.openxmlformats.org/drawingml/2006/main" noGrp="1"/>
          </p:cNvSpPr>
          <p:nvPr/>
        </p:nvSpPr>
        <p:spPr>
          <a:xfrm xmlns:a="http://schemas.openxmlformats.org/drawingml/2006/main">
            <a:off x="5343525" y="456247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Apply new evidence while retaining the earlier result.</a:t>
            </a:r>
          </a:p>
        </p:txBody>
      </p:sp>
      <p:sp>
        <p:nvSpPr>
          <p:cNvPr id="17" name="">
            <a:extLst xmlns:a="http://schemas.openxmlformats.org/drawingml/2006/main">
              <a:ext uri="{FF2B5EF4-FFF2-40B4-BE49-F238E27FC236}">
                <a16:creationId xmlns:a16="http://schemas.microsoft.com/office/drawing/2014/main" id="{565C816D-C9A9-4768-9948-247DE81ABF8D}"/>
              </a:ext>
            </a:extLst>
          </p:cNvPr>
          <p:cNvSpPr>
            <a:spLocks xmlns:a="http://schemas.openxmlformats.org/drawingml/2006/main" noGrp="1"/>
          </p:cNvSpPr>
          <p:nvPr/>
        </p:nvSpPr>
        <p:spPr>
          <a:xfrm xmlns:a="http://schemas.openxmlformats.org/drawingml/2006/main">
            <a:off x="704850" y="5800725"/>
            <a:ext cx="10725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E6E73"/>
                </a:solidFill>
                <a:latin typeface="Inter"/>
                <a:ea typeface="Inter"/>
                <a:cs typeface="Inter"/>
              </a:defRPr>
            </a:pPr>
            <a:r>
              <a:rPr sz="1800" b="0">
                <a:solidFill>
                  <a:srgbClr val="6E6E73"/>
                </a:solidFill>
                <a:latin typeface="Inter"/>
                <a:ea typeface="Inter"/>
                <a:cs typeface="Inter"/>
              </a:rPr>
              <a:t>Observed process restart. Whole-machine snapshot rollback is outside this result.</a:t>
            </a:r>
          </a:p>
        </p:txBody>
      </p:sp>
    </p:spTree>
    <p:extLst>
      <p:ext uri="{BB962C8B-B14F-4D97-AF65-F5344CB8AC3E}">
        <p14:creationId xmlns:p14="http://schemas.microsoft.com/office/powerpoint/2010/main" val="2908982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9B7927-D985-4EA1-805F-2A3530251B4A}"/>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Budgets bound retrieval and preserve failed experience</a:t>
            </a:r>
          </a:p>
        </p:txBody>
      </p:sp>
      <p:sp>
        <p:nvSpPr>
          <p:cNvPr id="2" name="">
            <a:extLst xmlns:a="http://schemas.openxmlformats.org/drawingml/2006/main">
              <a:ext uri="{FF2B5EF4-FFF2-40B4-BE49-F238E27FC236}">
                <a16:creationId xmlns:a16="http://schemas.microsoft.com/office/drawing/2014/main" id="{325134B3-4695-4D74-A04C-9029742E7967}"/>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source can refuse a fetch before releasing its body.</a:t>
            </a:r>
          </a:p>
        </p:txBody>
      </p:sp>
      <p:sp>
        <p:nvSpPr>
          <p:cNvPr id="3" name="">
            <a:extLst xmlns:a="http://schemas.openxmlformats.org/drawingml/2006/main">
              <a:ext uri="{FF2B5EF4-FFF2-40B4-BE49-F238E27FC236}">
                <a16:creationId xmlns:a16="http://schemas.microsoft.com/office/drawing/2014/main" id="{67A72254-4A31-44FB-8F15-CD597BC8EF8C}"/>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3D6BC31-B351-40F5-9EBC-987EAD070B30}"/>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8c7320ea465e4d68"/>
              </a:rPr>
              <a:t>D / Task budget, history and bounded continuation</a:t>
            </a:r>
          </a:p>
        </p:txBody>
      </p:sp>
      <p:sp>
        <p:nvSpPr>
          <p:cNvPr id="5" name="">
            <a:extLst xmlns:a="http://schemas.openxmlformats.org/drawingml/2006/main">
              <a:ext uri="{FF2B5EF4-FFF2-40B4-BE49-F238E27FC236}">
                <a16:creationId xmlns:a16="http://schemas.microsoft.com/office/drawing/2014/main" id="{DC3C6237-4301-49E9-A709-7C0F1070D764}"/>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17</a:t>
            </a:r>
          </a:p>
        </p:txBody>
      </p:sp>
      <p:graphicFrame>
        <p:nvGraphicFramePr>
          <p:cNvPr id="14" name=""/>
          <p:cNvGraphicFramePr/>
          <p:nvPr/>
        </p:nvGraphicFramePr>
        <p:xfrm>
          <a:off xmlns:a="http://schemas.openxmlformats.org/drawingml/2006/main" x="704850" y="2543175"/>
          <a:ext xmlns:a="http://schemas.openxmlformats.org/drawingml/2006/main" cx="10744200" cy="2400300"/>
        </p:xfrm>
        <a:graphic xmlns:a="http://schemas.openxmlformats.org/drawingml/2006/main">
          <a:graphicData uri="http://schemas.openxmlformats.org/drawingml/2006/table">
            <a:tbl>
              <a:tblPr firstRow="1" bandRow="0"/>
              <a:tblGrid>
                <a:gridCol w="4105275"/>
                <a:gridCol w="2143125"/>
                <a:gridCol w="4495800"/>
              </a:tblGrid>
              <a:tr h="600075">
                <a:tc>
                  <a:txBody>
                    <a:bodyPr lIns="104775" tIns="85725" rIns="104775" bIns="85725">
                      <a:noAutofit/>
                    </a:bodyPr>
                    <a:lstStyle/>
                    <a:p>
                      <a:r>
                        <a:rPr sz="1500" b="1">
                          <a:solidFill>
                            <a:srgbClr val="6E6E73"/>
                          </a:solidFill>
                          <a:latin typeface="Inter"/>
                          <a:ea typeface="Inter"/>
                          <a:cs typeface="Inter"/>
                        </a:rPr>
                        <a:t>G52 BASELINE</a:t>
                      </a:r>
                    </a:p>
                  </a:txBody>
                  <a:tcPr marL="91440" marR="91440" marT="45720" marB="45720" anchor="ctr">
                    <a:solidFill>
                      <a:srgbClr val="F5F5F7"/>
                    </a:solidFill>
                  </a:tcPr>
                </a:tc>
                <a:tc>
                  <a:txBody>
                    <a:bodyPr lIns="104775" tIns="85725" rIns="104775" bIns="85725">
                      <a:noAutofit/>
                    </a:bodyPr>
                    <a:lstStyle/>
                    <a:p>
                      <a:r>
                        <a:rPr sz="1500" b="1">
                          <a:solidFill>
                            <a:srgbClr val="6E6E73"/>
                          </a:solidFill>
                          <a:latin typeface="Inter"/>
                          <a:ea typeface="Inter"/>
                          <a:cs typeface="Inter"/>
                        </a:rPr>
                        <a:t>ATTEMPTS</a:t>
                      </a:r>
                    </a:p>
                  </a:txBody>
                  <a:tcPr marL="91440" marR="91440" marT="45720" marB="45720" anchor="ctr">
                    <a:solidFill>
                      <a:srgbClr val="F5F5F7"/>
                    </a:solidFill>
                  </a:tcPr>
                </a:tc>
                <a:tc>
                  <a:txBody>
                    <a:bodyPr lIns="104775" tIns="85725" rIns="104775" bIns="85725">
                      <a:noAutofit/>
                    </a:bodyPr>
                    <a:lstStyle/>
                    <a:p>
                      <a:r>
                        <a:rPr sz="1500" b="1">
                          <a:solidFill>
                            <a:srgbClr val="6E6E73"/>
                          </a:solidFill>
                          <a:latin typeface="Inter"/>
                          <a:ea typeface="Inter"/>
                          <a:cs typeface="Inter"/>
                        </a:rPr>
                        <a:t>ALLOWED / DENIED</a:t>
                      </a:r>
                    </a:p>
                  </a:txBody>
                  <a:tcPr marL="91440" marR="91440" marT="45720" marB="45720" anchor="ctr">
                    <a:solidFill>
                      <a:srgbClr val="F5F5F7"/>
                    </a:solidFill>
                  </a:tcPr>
                </a:tc>
              </a:tr>
              <a:tr h="600075">
                <a:tc>
                  <a:txBody>
                    <a:bodyPr lIns="104775" tIns="85725" rIns="104775" bIns="85725">
                      <a:noAutofit/>
                    </a:bodyPr>
                    <a:lstStyle/>
                    <a:p>
                      <a:r>
                        <a:rPr sz="2100" b="0">
                          <a:solidFill>
                            <a:srgbClr val="1D1D1F"/>
                          </a:solidFill>
                          <a:latin typeface="Inter"/>
                          <a:ea typeface="Inter"/>
                          <a:cs typeface="Inter"/>
                        </a:rPr>
                        <a:t>Metadata</a:t>
                      </a:r>
                    </a:p>
                  </a:txBody>
                  <a:tcPr marL="91440" marR="91440" marT="45720" marB="45720" anchor="ctr">
                    <a:solidFill>
                      <a:srgbClr val="FFFFFF"/>
                    </a:solidFill>
                  </a:tcPr>
                </a:tc>
                <a:tc>
                  <a:txBody>
                    <a:bodyPr lIns="104775" tIns="85725" rIns="104775" bIns="85725">
                      <a:noAutofit/>
                    </a:bodyPr>
                    <a:lstStyle/>
                    <a:p>
                      <a:r>
                        <a:rPr sz="2100" b="0">
                          <a:solidFill>
                            <a:srgbClr val="1D1D1F"/>
                          </a:solidFill>
                          <a:latin typeface="Inter"/>
                          <a:ea typeface="Inter"/>
                          <a:cs typeface="Inter"/>
                        </a:rPr>
                        <a:t>8</a:t>
                      </a:r>
                    </a:p>
                  </a:txBody>
                  <a:tcPr marL="91440" marR="91440" marT="45720" marB="45720" anchor="ctr">
                    <a:solidFill>
                      <a:srgbClr val="FFFFFF"/>
                    </a:solidFill>
                  </a:tcPr>
                </a:tc>
                <a:tc>
                  <a:txBody>
                    <a:bodyPr lIns="104775" tIns="85725" rIns="104775" bIns="85725">
                      <a:noAutofit/>
                    </a:bodyPr>
                    <a:lstStyle/>
                    <a:p>
                      <a:r>
                        <a:rPr sz="2100" b="0">
                          <a:solidFill>
                            <a:srgbClr val="1D1D1F"/>
                          </a:solidFill>
                          <a:latin typeface="Inter"/>
                          <a:ea typeface="Inter"/>
                          <a:cs typeface="Inter"/>
                        </a:rPr>
                        <a:t>8 allowed</a:t>
                      </a:r>
                    </a:p>
                  </a:txBody>
                  <a:tcPr marL="91440" marR="91440" marT="45720" marB="45720" anchor="ctr">
                    <a:solidFill>
                      <a:srgbClr val="FFFFFF"/>
                    </a:solidFill>
                  </a:tcPr>
                </a:tc>
              </a:tr>
              <a:tr h="600075">
                <a:tc>
                  <a:txBody>
                    <a:bodyPr lIns="104775" tIns="85725" rIns="104775" bIns="85725">
                      <a:noAutofit/>
                    </a:bodyPr>
                    <a:lstStyle/>
                    <a:p>
                      <a:r>
                        <a:rPr sz="2100" b="0">
                          <a:solidFill>
                            <a:srgbClr val="1D1D1F"/>
                          </a:solidFill>
                          <a:latin typeface="Inter"/>
                          <a:ea typeface="Inter"/>
                          <a:cs typeface="Inter"/>
                        </a:rPr>
                        <a:t>Payload</a:t>
                      </a:r>
                    </a:p>
                  </a:txBody>
                  <a:tcPr marL="91440" marR="91440" marT="45720" marB="45720" anchor="ctr">
                    <a:solidFill>
                      <a:srgbClr val="FFFFFF"/>
                    </a:solidFill>
                  </a:tcPr>
                </a:tc>
                <a:tc>
                  <a:txBody>
                    <a:bodyPr lIns="104775" tIns="85725" rIns="104775" bIns="85725">
                      <a:noAutofit/>
                    </a:bodyPr>
                    <a:lstStyle/>
                    <a:p>
                      <a:r>
                        <a:rPr sz="2100" b="0">
                          <a:solidFill>
                            <a:srgbClr val="1D1D1F"/>
                          </a:solidFill>
                          <a:latin typeface="Inter"/>
                          <a:ea typeface="Inter"/>
                          <a:cs typeface="Inter"/>
                        </a:rPr>
                        <a:t>4</a:t>
                      </a:r>
                    </a:p>
                  </a:txBody>
                  <a:tcPr marL="91440" marR="91440" marT="45720" marB="45720" anchor="ctr">
                    <a:solidFill>
                      <a:srgbClr val="FFFFFF"/>
                    </a:solidFill>
                  </a:tcPr>
                </a:tc>
                <a:tc>
                  <a:txBody>
                    <a:bodyPr lIns="104775" tIns="85725" rIns="104775" bIns="85725">
                      <a:noAutofit/>
                    </a:bodyPr>
                    <a:lstStyle/>
                    <a:p>
                      <a:r>
                        <a:rPr sz="2100" b="0">
                          <a:solidFill>
                            <a:srgbClr val="1D1D1F"/>
                          </a:solidFill>
                          <a:latin typeface="Inter"/>
                          <a:ea typeface="Inter"/>
                          <a:cs typeface="Inter"/>
                        </a:rPr>
                        <a:t>2 allowed / 2 denied</a:t>
                      </a:r>
                    </a:p>
                  </a:txBody>
                  <a:tcPr marL="91440" marR="91440" marT="45720" marB="45720" anchor="ctr">
                    <a:solidFill>
                      <a:srgbClr val="FFFFFF"/>
                    </a:solidFill>
                  </a:tcPr>
                </a:tc>
              </a:tr>
              <a:tr h="600075">
                <a:tc>
                  <a:txBody>
                    <a:bodyPr lIns="104775" tIns="85725" rIns="104775" bIns="85725">
                      <a:noAutofit/>
                    </a:bodyPr>
                    <a:lstStyle/>
                    <a:p>
                      <a:r>
                        <a:rPr sz="2100" b="0">
                          <a:solidFill>
                            <a:srgbClr val="1D1D1F"/>
                          </a:solidFill>
                          <a:latin typeface="Inter"/>
                          <a:ea typeface="Inter"/>
                          <a:cs typeface="Inter"/>
                        </a:rPr>
                        <a:t>Total</a:t>
                      </a:r>
                    </a:p>
                  </a:txBody>
                  <a:tcPr marL="91440" marR="91440" marT="45720" marB="45720" anchor="ctr">
                    <a:solidFill>
                      <a:srgbClr val="FFFFFF"/>
                    </a:solidFill>
                  </a:tcPr>
                </a:tc>
                <a:tc>
                  <a:txBody>
                    <a:bodyPr lIns="104775" tIns="85725" rIns="104775" bIns="85725">
                      <a:noAutofit/>
                    </a:bodyPr>
                    <a:lstStyle/>
                    <a:p>
                      <a:r>
                        <a:rPr sz="2100" b="0">
                          <a:solidFill>
                            <a:srgbClr val="1D1D1F"/>
                          </a:solidFill>
                          <a:latin typeface="Inter"/>
                          <a:ea typeface="Inter"/>
                          <a:cs typeface="Inter"/>
                        </a:rPr>
                        <a:t>12</a:t>
                      </a:r>
                    </a:p>
                  </a:txBody>
                  <a:tcPr marL="91440" marR="91440" marT="45720" marB="45720" anchor="ctr">
                    <a:solidFill>
                      <a:srgbClr val="FFFFFF"/>
                    </a:solidFill>
                  </a:tcPr>
                </a:tc>
                <a:tc>
                  <a:txBody>
                    <a:bodyPr lIns="104775" tIns="85725" rIns="104775" bIns="85725">
                      <a:noAutofit/>
                    </a:bodyPr>
                    <a:lstStyle/>
                    <a:p>
                      <a:r>
                        <a:rPr sz="2100" b="0">
                          <a:solidFill>
                            <a:srgbClr val="1D1D1F"/>
                          </a:solidFill>
                          <a:latin typeface="Inter"/>
                          <a:ea typeface="Inter"/>
                          <a:cs typeface="Inter"/>
                        </a:rPr>
                        <a:t>2 bodies / 2,146 bytes</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07221C5-3D1B-45AC-9578-D98FA5E3F485}"/>
              </a:ext>
            </a:extLst>
          </p:cNvPr>
          <p:cNvSpPr>
            <a:spLocks xmlns:a="http://schemas.openxmlformats.org/drawingml/2006/main" noGrp="1"/>
          </p:cNvSpPr>
          <p:nvPr/>
        </p:nvSpPr>
        <p:spPr>
          <a:xfrm xmlns:a="http://schemas.openxmlformats.org/drawingml/2006/main">
            <a:off x="704850" y="5248275"/>
            <a:ext cx="10706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Duplicate delivery: one source, one history, zero credit.</a:t>
            </a:r>
          </a:p>
        </p:txBody>
      </p:sp>
      <p:sp>
        <p:nvSpPr>
          <p:cNvPr id="8" name="">
            <a:extLst xmlns:a="http://schemas.openxmlformats.org/drawingml/2006/main">
              <a:ext uri="{FF2B5EF4-FFF2-40B4-BE49-F238E27FC236}">
                <a16:creationId xmlns:a16="http://schemas.microsoft.com/office/drawing/2014/main" id="{CC13DF1E-F478-4BD4-960C-1E4F247EB81B}"/>
              </a:ext>
            </a:extLst>
          </p:cNvPr>
          <p:cNvSpPr>
            <a:spLocks xmlns:a="http://schemas.openxmlformats.org/drawingml/2006/main" noGrp="1"/>
          </p:cNvSpPr>
          <p:nvPr/>
        </p:nvSpPr>
        <p:spPr>
          <a:xfrm xmlns:a="http://schemas.openxmlformats.org/drawingml/2006/main">
            <a:off x="704850" y="5772150"/>
            <a:ext cx="10706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E6E73"/>
                </a:solidFill>
                <a:latin typeface="Inter"/>
                <a:ea typeface="Inter"/>
                <a:cs typeface="Inter"/>
              </a:defRPr>
            </a:pPr>
            <a:r>
              <a:rPr sz="1800" b="0">
                <a:solidFill>
                  <a:srgbClr val="6E6E73"/>
                </a:solidFill>
                <a:latin typeface="Inter"/>
                <a:ea typeface="Inter"/>
                <a:cs typeface="Inter"/>
              </a:rPr>
              <a:t>Scoped negative history can guide a later lawful continuation.</a:t>
            </a:r>
          </a:p>
        </p:txBody>
      </p:sp>
    </p:spTree>
    <p:extLst>
      <p:ext uri="{BB962C8B-B14F-4D97-AF65-F5344CB8AC3E}">
        <p14:creationId xmlns:p14="http://schemas.microsoft.com/office/powerpoint/2010/main" val="14884763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035D1F-A4F7-4AE9-9CFD-407D3F312261}"/>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Two subjects used the same exchange rules</a:t>
            </a:r>
          </a:p>
        </p:txBody>
      </p:sp>
      <p:sp>
        <p:nvSpPr>
          <p:cNvPr id="2" name="">
            <a:extLst xmlns:a="http://schemas.openxmlformats.org/drawingml/2006/main">
              <a:ext uri="{FF2B5EF4-FFF2-40B4-BE49-F238E27FC236}">
                <a16:creationId xmlns:a16="http://schemas.microsoft.com/office/drawing/2014/main" id="{C2929C1D-EC58-462C-B511-1065D1105E8F}"/>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Calibration and football supply different meaning through a shared, versioned profile seam.</a:t>
            </a:r>
          </a:p>
        </p:txBody>
      </p:sp>
      <p:sp>
        <p:nvSpPr>
          <p:cNvPr id="3" name="">
            <a:extLst xmlns:a="http://schemas.openxmlformats.org/drawingml/2006/main">
              <a:ext uri="{FF2B5EF4-FFF2-40B4-BE49-F238E27FC236}">
                <a16:creationId xmlns:a16="http://schemas.microsoft.com/office/drawing/2014/main" id="{D4747B01-AF0C-4092-B536-04EB81082259}"/>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95C472-6403-4E4E-BDBB-6C9D4C6E1702}"/>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68b7ec9eff114eca"/>
              </a:rPr>
              <a:t>D / Shared source bindings and two profiles</a:t>
            </a:r>
          </a:p>
        </p:txBody>
      </p:sp>
      <p:sp>
        <p:nvSpPr>
          <p:cNvPr id="5" name="">
            <a:extLst xmlns:a="http://schemas.openxmlformats.org/drawingml/2006/main">
              <a:ext uri="{FF2B5EF4-FFF2-40B4-BE49-F238E27FC236}">
                <a16:creationId xmlns:a16="http://schemas.microsoft.com/office/drawing/2014/main" id="{50F84C04-9C61-4044-ABC3-6B7DF1B95E74}"/>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18</a:t>
            </a:r>
          </a:p>
        </p:txBody>
      </p:sp>
      <p:sp>
        <p:nvSpPr>
          <p:cNvPr id="6" name="">
            <a:extLst xmlns:a="http://schemas.openxmlformats.org/drawingml/2006/main">
              <a:ext uri="{FF2B5EF4-FFF2-40B4-BE49-F238E27FC236}">
                <a16:creationId xmlns:a16="http://schemas.microsoft.com/office/drawing/2014/main" id="{A80002E0-99DB-4A9C-A518-1C802060051B}"/>
              </a:ext>
            </a:extLst>
          </p:cNvPr>
          <p:cNvSpPr>
            <a:spLocks xmlns:a="http://schemas.openxmlformats.org/drawingml/2006/main" noGrp="1"/>
          </p:cNvSpPr>
          <p:nvPr/>
        </p:nvSpPr>
        <p:spPr>
          <a:xfrm xmlns:a="http://schemas.openxmlformats.org/drawingml/2006/main">
            <a:off x="704850" y="264795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CALIBRATION</a:t>
            </a:r>
          </a:p>
        </p:txBody>
      </p:sp>
      <p:sp>
        <p:nvSpPr>
          <p:cNvPr id="7" name="">
            <a:extLst xmlns:a="http://schemas.openxmlformats.org/drawingml/2006/main">
              <a:ext uri="{FF2B5EF4-FFF2-40B4-BE49-F238E27FC236}">
                <a16:creationId xmlns:a16="http://schemas.microsoft.com/office/drawing/2014/main" id="{2E8DC693-B2C4-40CF-820E-265F129B96EB}"/>
              </a:ext>
            </a:extLst>
          </p:cNvPr>
          <p:cNvSpPr>
            <a:spLocks xmlns:a="http://schemas.openxmlformats.org/drawingml/2006/main" noGrp="1"/>
          </p:cNvSpPr>
          <p:nvPr/>
        </p:nvSpPr>
        <p:spPr>
          <a:xfrm xmlns:a="http://schemas.openxmlformats.org/drawingml/2006/main">
            <a:off x="704850" y="3152775"/>
            <a:ext cx="320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Correction value</a:t>
            </a:r>
          </a:p>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with its source basis</a:t>
            </a:r>
          </a:p>
        </p:txBody>
      </p:sp>
      <p:sp>
        <p:nvSpPr>
          <p:cNvPr id="8" name="">
            <a:extLst xmlns:a="http://schemas.openxmlformats.org/drawingml/2006/main">
              <a:ext uri="{FF2B5EF4-FFF2-40B4-BE49-F238E27FC236}">
                <a16:creationId xmlns:a16="http://schemas.microsoft.com/office/drawing/2014/main" id="{6A1A8D4A-0197-479F-B8ED-88476722B88E}"/>
              </a:ext>
            </a:extLst>
          </p:cNvPr>
          <p:cNvSpPr>
            <a:spLocks xmlns:a="http://schemas.openxmlformats.org/drawingml/2006/main" noGrp="1"/>
          </p:cNvSpPr>
          <p:nvPr/>
        </p:nvSpPr>
        <p:spPr>
          <a:xfrm xmlns:a="http://schemas.openxmlformats.org/drawingml/2006/main">
            <a:off x="4543425" y="264795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SHARED EXCHANGE</a:t>
            </a:r>
          </a:p>
        </p:txBody>
      </p:sp>
      <p:sp>
        <p:nvSpPr>
          <p:cNvPr id="9" name="">
            <a:extLst xmlns:a="http://schemas.openxmlformats.org/drawingml/2006/main">
              <a:ext uri="{FF2B5EF4-FFF2-40B4-BE49-F238E27FC236}">
                <a16:creationId xmlns:a16="http://schemas.microsoft.com/office/drawing/2014/main" id="{F42F5491-310F-4FCB-BF53-539310878FAE}"/>
              </a:ext>
            </a:extLst>
          </p:cNvPr>
          <p:cNvSpPr>
            <a:spLocks xmlns:a="http://schemas.openxmlformats.org/drawingml/2006/main" noGrp="1"/>
          </p:cNvSpPr>
          <p:nvPr/>
        </p:nvSpPr>
        <p:spPr>
          <a:xfrm xmlns:a="http://schemas.openxmlformats.org/drawingml/2006/main">
            <a:off x="4543425" y="3152775"/>
            <a:ext cx="32194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250" b="1">
                <a:solidFill>
                  <a:srgbClr val="0071E3"/>
                </a:solidFill>
                <a:latin typeface="Inter"/>
                <a:ea typeface="Inter"/>
                <a:cs typeface="Inter"/>
              </a:defRPr>
            </a:pPr>
            <a:r>
              <a:rPr sz="2250" b="1">
                <a:solidFill>
                  <a:srgbClr val="0071E3"/>
                </a:solidFill>
                <a:latin typeface="Inter"/>
                <a:ea typeface="Inter"/>
                <a:cs typeface="Inter"/>
              </a:rPr>
              <a:t>Address / disclosure</a:t>
            </a:r>
          </a:p>
          <a:p xmlns:a="http://schemas.openxmlformats.org/drawingml/2006/main">
            <a:pPr algn="l">
              <a:lnSpc>
                <a:spcPct val="120000"/>
              </a:lnSpc>
              <a:buNone/>
              <a:defRPr sz="2250" b="1">
                <a:solidFill>
                  <a:srgbClr val="0071E3"/>
                </a:solidFill>
                <a:latin typeface="Inter"/>
                <a:ea typeface="Inter"/>
                <a:cs typeface="Inter"/>
              </a:defRPr>
            </a:pPr>
            <a:r>
              <a:rPr sz="2250" b="1">
                <a:solidFill>
                  <a:srgbClr val="0071E3"/>
                </a:solidFill>
                <a:latin typeface="Inter"/>
                <a:ea typeface="Inter"/>
                <a:cs typeface="Inter"/>
              </a:rPr>
              <a:t>Time / provenance</a:t>
            </a:r>
          </a:p>
          <a:p xmlns:a="http://schemas.openxmlformats.org/drawingml/2006/main">
            <a:pPr algn="l">
              <a:lnSpc>
                <a:spcPct val="120000"/>
              </a:lnSpc>
              <a:buNone/>
              <a:defRPr sz="2250" b="1">
                <a:solidFill>
                  <a:srgbClr val="0071E3"/>
                </a:solidFill>
                <a:latin typeface="Inter"/>
                <a:ea typeface="Inter"/>
                <a:cs typeface="Inter"/>
              </a:defRPr>
            </a:pPr>
            <a:r>
              <a:rPr sz="2250" b="1">
                <a:solidFill>
                  <a:srgbClr val="0071E3"/>
                </a:solidFill>
                <a:latin typeface="Inter"/>
                <a:ea typeface="Inter"/>
                <a:cs typeface="Inter"/>
              </a:rPr>
              <a:t>Local consumption</a:t>
            </a:r>
          </a:p>
        </p:txBody>
      </p:sp>
      <p:sp>
        <p:nvSpPr>
          <p:cNvPr id="10" name="">
            <a:extLst xmlns:a="http://schemas.openxmlformats.org/drawingml/2006/main">
              <a:ext uri="{FF2B5EF4-FFF2-40B4-BE49-F238E27FC236}">
                <a16:creationId xmlns:a16="http://schemas.microsoft.com/office/drawing/2014/main" id="{BCCA5D6E-B2D4-428F-BD5A-B8FEB9337795}"/>
              </a:ext>
            </a:extLst>
          </p:cNvPr>
          <p:cNvSpPr>
            <a:spLocks xmlns:a="http://schemas.openxmlformats.org/drawingml/2006/main" noGrp="1"/>
          </p:cNvSpPr>
          <p:nvPr/>
        </p:nvSpPr>
        <p:spPr>
          <a:xfrm xmlns:a="http://schemas.openxmlformats.org/drawingml/2006/main">
            <a:off x="8410575" y="2647950"/>
            <a:ext cx="3057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FOOTBALL</a:t>
            </a:r>
          </a:p>
        </p:txBody>
      </p:sp>
      <p:sp>
        <p:nvSpPr>
          <p:cNvPr id="11" name="">
            <a:extLst xmlns:a="http://schemas.openxmlformats.org/drawingml/2006/main">
              <a:ext uri="{FF2B5EF4-FFF2-40B4-BE49-F238E27FC236}">
                <a16:creationId xmlns:a16="http://schemas.microsoft.com/office/drawing/2014/main" id="{0FA8C5B7-7D5A-4D17-B8BE-EA2D782E40E8}"/>
              </a:ext>
            </a:extLst>
          </p:cNvPr>
          <p:cNvSpPr>
            <a:spLocks xmlns:a="http://schemas.openxmlformats.org/drawingml/2006/main" noGrp="1"/>
          </p:cNvSpPr>
          <p:nvPr/>
        </p:nvSpPr>
        <p:spPr>
          <a:xfrm xmlns:a="http://schemas.openxmlformats.org/drawingml/2006/main">
            <a:off x="8410575" y="3152775"/>
            <a:ext cx="30575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Offer and status</a:t>
            </a:r>
          </a:p>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with their source basis</a:t>
            </a:r>
          </a:p>
        </p:txBody>
      </p:sp>
      <p:sp>
        <p:nvSpPr>
          <p:cNvPr id="12" name="">
            <a:extLst xmlns:a="http://schemas.openxmlformats.org/drawingml/2006/main">
              <a:ext uri="{FF2B5EF4-FFF2-40B4-BE49-F238E27FC236}">
                <a16:creationId xmlns:a16="http://schemas.microsoft.com/office/drawing/2014/main" id="{F18B2A4E-7541-4FE6-955D-5B68C090982D}"/>
              </a:ext>
            </a:extLst>
          </p:cNvPr>
          <p:cNvSpPr>
            <a:spLocks xmlns:a="http://schemas.openxmlformats.org/drawingml/2006/main" noGrp="1"/>
          </p:cNvSpPr>
          <p:nvPr/>
        </p:nvSpPr>
        <p:spPr>
          <a:xfrm xmlns:a="http://schemas.openxmlformats.org/drawingml/2006/main">
            <a:off x="3724275" y="3552825"/>
            <a:ext cx="41910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3" name="">
            <a:extLst xmlns:a="http://schemas.openxmlformats.org/drawingml/2006/main">
              <a:ext uri="{FF2B5EF4-FFF2-40B4-BE49-F238E27FC236}">
                <a16:creationId xmlns:a16="http://schemas.microsoft.com/office/drawing/2014/main" id="{448B5015-A8BF-4881-BD3D-2FFEAA87802E}"/>
              </a:ext>
            </a:extLst>
          </p:cNvPr>
          <p:cNvSpPr>
            <a:spLocks xmlns:a="http://schemas.openxmlformats.org/drawingml/2006/main" noGrp="1"/>
          </p:cNvSpPr>
          <p:nvPr/>
        </p:nvSpPr>
        <p:spPr>
          <a:xfrm xmlns:a="http://schemas.openxmlformats.org/drawingml/2006/main">
            <a:off x="4105275" y="34861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5E00013-1FB5-43F6-AFD6-5D3A204FC603}"/>
              </a:ext>
            </a:extLst>
          </p:cNvPr>
          <p:cNvSpPr>
            <a:spLocks xmlns:a="http://schemas.openxmlformats.org/drawingml/2006/main" noGrp="1"/>
          </p:cNvSpPr>
          <p:nvPr/>
        </p:nvSpPr>
        <p:spPr>
          <a:xfrm xmlns:a="http://schemas.openxmlformats.org/drawingml/2006/main">
            <a:off x="7810500" y="3552825"/>
            <a:ext cx="30480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5" name="">
            <a:extLst xmlns:a="http://schemas.openxmlformats.org/drawingml/2006/main">
              <a:ext uri="{FF2B5EF4-FFF2-40B4-BE49-F238E27FC236}">
                <a16:creationId xmlns:a16="http://schemas.microsoft.com/office/drawing/2014/main" id="{AAB4AAEB-EC0A-4A39-895A-3C7C0CADABE5}"/>
              </a:ext>
            </a:extLst>
          </p:cNvPr>
          <p:cNvSpPr>
            <a:spLocks xmlns:a="http://schemas.openxmlformats.org/drawingml/2006/main" noGrp="1"/>
          </p:cNvSpPr>
          <p:nvPr/>
        </p:nvSpPr>
        <p:spPr>
          <a:xfrm xmlns:a="http://schemas.openxmlformats.org/drawingml/2006/main">
            <a:off x="8077200" y="34861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7BC4CB-A7EC-49B1-82CD-E881F0F8BD90}"/>
              </a:ext>
            </a:extLst>
          </p:cNvPr>
          <p:cNvSpPr>
            <a:spLocks xmlns:a="http://schemas.openxmlformats.org/drawingml/2006/main" noGrp="1"/>
          </p:cNvSpPr>
          <p:nvPr/>
        </p:nvSpPr>
        <p:spPr>
          <a:xfrm xmlns:a="http://schemas.openxmlformats.org/drawingml/2006/main">
            <a:off x="704850" y="5019675"/>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52732E6-FDF2-47DD-9162-514F7C3FA1D7}"/>
              </a:ext>
            </a:extLst>
          </p:cNvPr>
          <p:cNvSpPr>
            <a:spLocks xmlns:a="http://schemas.openxmlformats.org/drawingml/2006/main" noGrp="1"/>
          </p:cNvSpPr>
          <p:nvPr/>
        </p:nvSpPr>
        <p:spPr>
          <a:xfrm xmlns:a="http://schemas.openxmlformats.org/drawingml/2006/main">
            <a:off x="704850" y="5314950"/>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G52 historical lifecycle</a:t>
            </a:r>
          </a:p>
        </p:txBody>
      </p:sp>
      <p:sp>
        <p:nvSpPr>
          <p:cNvPr id="18" name="">
            <a:extLst xmlns:a="http://schemas.openxmlformats.org/drawingml/2006/main">
              <a:ext uri="{FF2B5EF4-FFF2-40B4-BE49-F238E27FC236}">
                <a16:creationId xmlns:a16="http://schemas.microsoft.com/office/drawing/2014/main" id="{ED6EC2C8-C5AF-42E7-BBF2-A050AA4ED6A0}"/>
              </a:ext>
            </a:extLst>
          </p:cNvPr>
          <p:cNvSpPr>
            <a:spLocks xmlns:a="http://schemas.openxmlformats.org/drawingml/2006/main" noGrp="1"/>
          </p:cNvSpPr>
          <p:nvPr/>
        </p:nvSpPr>
        <p:spPr>
          <a:xfrm xmlns:a="http://schemas.openxmlformats.org/drawingml/2006/main">
            <a:off x="6448425" y="5314950"/>
            <a:ext cx="4991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rPr>
              <a:t>G53 accepted profile seam</a:t>
            </a:r>
          </a:p>
        </p:txBody>
      </p:sp>
      <p:sp>
        <p:nvSpPr>
          <p:cNvPr id="19" name="">
            <a:extLst xmlns:a="http://schemas.openxmlformats.org/drawingml/2006/main">
              <a:ext uri="{FF2B5EF4-FFF2-40B4-BE49-F238E27FC236}">
                <a16:creationId xmlns:a16="http://schemas.microsoft.com/office/drawing/2014/main" id="{993DF724-9BA6-4CFD-88B2-F10D5EEB6161}"/>
              </a:ext>
            </a:extLst>
          </p:cNvPr>
          <p:cNvSpPr>
            <a:spLocks xmlns:a="http://schemas.openxmlformats.org/drawingml/2006/main" noGrp="1"/>
          </p:cNvSpPr>
          <p:nvPr/>
        </p:nvSpPr>
        <p:spPr>
          <a:xfrm xmlns:a="http://schemas.openxmlformats.org/drawingml/2006/main">
            <a:off x="704850" y="5791200"/>
            <a:ext cx="10734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E6E73"/>
                </a:solidFill>
                <a:latin typeface="Inter"/>
                <a:ea typeface="Inter"/>
                <a:cs typeface="Inter"/>
              </a:defRPr>
            </a:pPr>
            <a:r>
              <a:rPr sz="1725" b="0">
                <a:solidFill>
                  <a:srgbClr val="6E6E73"/>
                </a:solidFill>
                <a:latin typeface="Inter"/>
                <a:ea typeface="Inter"/>
                <a:cs typeface="Inter"/>
              </a:rPr>
              <a:t>The protocol transfers. The history does not claim every byte was unchanged.</a:t>
            </a:r>
          </a:p>
        </p:txBody>
      </p:sp>
    </p:spTree>
    <p:extLst>
      <p:ext uri="{BB962C8B-B14F-4D97-AF65-F5344CB8AC3E}">
        <p14:creationId xmlns:p14="http://schemas.microsoft.com/office/powerpoint/2010/main" val="17421717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5E948A-B94A-4751-8D05-35EC25AF156F}"/>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author received a construction contract</a:t>
            </a:r>
          </a:p>
        </p:txBody>
      </p:sp>
      <p:sp>
        <p:nvSpPr>
          <p:cNvPr id="2" name="">
            <a:extLst xmlns:a="http://schemas.openxmlformats.org/drawingml/2006/main">
              <a:ext uri="{FF2B5EF4-FFF2-40B4-BE49-F238E27FC236}">
                <a16:creationId xmlns:a16="http://schemas.microsoft.com/office/drawing/2014/main" id="{B96DF9C7-7E34-4C34-A5CC-22E881A2068F}"/>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General HOW and a separate football WHAT defined the task.</a:t>
            </a:r>
          </a:p>
        </p:txBody>
      </p:sp>
      <p:sp>
        <p:nvSpPr>
          <p:cNvPr id="3" name="">
            <a:extLst xmlns:a="http://schemas.openxmlformats.org/drawingml/2006/main">
              <a:ext uri="{FF2B5EF4-FFF2-40B4-BE49-F238E27FC236}">
                <a16:creationId xmlns:a16="http://schemas.microsoft.com/office/drawing/2014/main" id="{93BA4816-9457-48B1-B163-8C4879A9784E}"/>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B3EF32-4090-4332-B52E-6285E43B74DC}"/>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ec2e51e8771949b3"/>
              </a:rPr>
              <a:t>A / Author input inventory and public kit</a:t>
            </a:r>
          </a:p>
        </p:txBody>
      </p:sp>
      <p:sp>
        <p:nvSpPr>
          <p:cNvPr id="5" name="">
            <a:extLst xmlns:a="http://schemas.openxmlformats.org/drawingml/2006/main">
              <a:ext uri="{FF2B5EF4-FFF2-40B4-BE49-F238E27FC236}">
                <a16:creationId xmlns:a16="http://schemas.microsoft.com/office/drawing/2014/main" id="{0E4AE31C-0410-40D1-8D77-6798DAFEBBEE}"/>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19</a:t>
            </a:r>
          </a:p>
        </p:txBody>
      </p:sp>
      <p:sp>
        <p:nvSpPr>
          <p:cNvPr id="6" name="">
            <a:extLst xmlns:a="http://schemas.openxmlformats.org/drawingml/2006/main">
              <a:ext uri="{FF2B5EF4-FFF2-40B4-BE49-F238E27FC236}">
                <a16:creationId xmlns:a16="http://schemas.microsoft.com/office/drawing/2014/main" id="{C228C1EC-58DC-4617-B56D-942C3D072546}"/>
              </a:ext>
            </a:extLst>
          </p:cNvPr>
          <p:cNvSpPr>
            <a:spLocks xmlns:a="http://schemas.openxmlformats.org/drawingml/2006/main" noGrp="1"/>
          </p:cNvSpPr>
          <p:nvPr/>
        </p:nvSpPr>
        <p:spPr>
          <a:xfrm xmlns:a="http://schemas.openxmlformats.org/drawingml/2006/main">
            <a:off x="704850" y="2619375"/>
            <a:ext cx="4991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HOW TO BUILD</a:t>
            </a:r>
          </a:p>
        </p:txBody>
      </p:sp>
      <p:sp>
        <p:nvSpPr>
          <p:cNvPr id="7" name="">
            <a:extLst xmlns:a="http://schemas.openxmlformats.org/drawingml/2006/main">
              <a:ext uri="{FF2B5EF4-FFF2-40B4-BE49-F238E27FC236}">
                <a16:creationId xmlns:a16="http://schemas.microsoft.com/office/drawing/2014/main" id="{B7BE4C56-587A-412D-8FA5-4241A4EF025D}"/>
              </a:ext>
            </a:extLst>
          </p:cNvPr>
          <p:cNvSpPr>
            <a:spLocks xmlns:a="http://schemas.openxmlformats.org/drawingml/2006/main" noGrp="1"/>
          </p:cNvSpPr>
          <p:nvPr/>
        </p:nvSpPr>
        <p:spPr>
          <a:xfrm xmlns:a="http://schemas.openxmlformats.org/drawingml/2006/main">
            <a:off x="6524625" y="2619375"/>
            <a:ext cx="4924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WHAT TO BUILD</a:t>
            </a:r>
          </a:p>
        </p:txBody>
      </p:sp>
      <p:sp>
        <p:nvSpPr>
          <p:cNvPr id="8" name="">
            <a:extLst xmlns:a="http://schemas.openxmlformats.org/drawingml/2006/main">
              <a:ext uri="{FF2B5EF4-FFF2-40B4-BE49-F238E27FC236}">
                <a16:creationId xmlns:a16="http://schemas.microsoft.com/office/drawing/2014/main" id="{CFDBF7E3-8BF0-4803-B5B1-9CAF65DBDF55}"/>
              </a:ext>
            </a:extLst>
          </p:cNvPr>
          <p:cNvSpPr>
            <a:spLocks xmlns:a="http://schemas.openxmlformats.org/drawingml/2006/main" noGrp="1"/>
          </p:cNvSpPr>
          <p:nvPr/>
        </p:nvSpPr>
        <p:spPr>
          <a:xfrm xmlns:a="http://schemas.openxmlformats.org/drawingml/2006/main">
            <a:off x="704850" y="3009900"/>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0E9198-53A2-4D55-BEC6-080D0475C4A4}"/>
              </a:ext>
            </a:extLst>
          </p:cNvPr>
          <p:cNvSpPr>
            <a:spLocks xmlns:a="http://schemas.openxmlformats.org/drawingml/2006/main" noGrp="1"/>
          </p:cNvSpPr>
          <p:nvPr/>
        </p:nvSpPr>
        <p:spPr>
          <a:xfrm xmlns:a="http://schemas.openxmlformats.org/drawingml/2006/main">
            <a:off x="704850" y="3295650"/>
            <a:ext cx="50387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550" b="1">
                <a:solidFill>
                  <a:srgbClr val="1D1D1F"/>
                </a:solidFill>
                <a:latin typeface="Inter"/>
                <a:ea typeface="Inter"/>
                <a:cs typeface="Inter"/>
              </a:defRPr>
            </a:pPr>
            <a:r>
              <a:rPr sz="2550" b="1">
                <a:solidFill>
                  <a:srgbClr val="1D1D1F"/>
                </a:solidFill>
                <a:latin typeface="Inter"/>
                <a:ea typeface="Inter"/>
                <a:cs typeface="Inter"/>
              </a:rPr>
              <a:t>Work and Root</a:t>
            </a:r>
          </a:p>
          <a:p xmlns:a="http://schemas.openxmlformats.org/drawingml/2006/main">
            <a:pPr algn="l">
              <a:lnSpc>
                <a:spcPct val="120000"/>
              </a:lnSpc>
              <a:buNone/>
              <a:defRPr sz="2550" b="1">
                <a:solidFill>
                  <a:srgbClr val="1D1D1F"/>
                </a:solidFill>
                <a:latin typeface="Inter"/>
                <a:ea typeface="Inter"/>
                <a:cs typeface="Inter"/>
              </a:defRPr>
            </a:pPr>
            <a:r>
              <a:rPr sz="2550" b="1">
                <a:solidFill>
                  <a:srgbClr val="1D1D1F"/>
                </a:solidFill>
                <a:latin typeface="Inter"/>
                <a:ea typeface="Inter"/>
                <a:cs typeface="Inter"/>
              </a:rPr>
              <a:t>External DRS</a:t>
            </a:r>
          </a:p>
          <a:p xmlns:a="http://schemas.openxmlformats.org/drawingml/2006/main">
            <a:pPr algn="l">
              <a:lnSpc>
                <a:spcPct val="120000"/>
              </a:lnSpc>
              <a:buNone/>
              <a:defRPr sz="2550" b="1">
                <a:solidFill>
                  <a:srgbClr val="1D1D1F"/>
                </a:solidFill>
                <a:latin typeface="Inter"/>
                <a:ea typeface="Inter"/>
                <a:cs typeface="Inter"/>
              </a:defRPr>
            </a:pPr>
            <a:r>
              <a:rPr sz="2550" b="1">
                <a:solidFill>
                  <a:srgbClr val="1D1D1F"/>
                </a:solidFill>
                <a:latin typeface="Inter"/>
                <a:ea typeface="Inter"/>
                <a:cs typeface="Inter"/>
              </a:rPr>
              <a:t>Schemas and code anchors</a:t>
            </a:r>
          </a:p>
        </p:txBody>
      </p:sp>
      <p:sp>
        <p:nvSpPr>
          <p:cNvPr id="10" name="">
            <a:extLst xmlns:a="http://schemas.openxmlformats.org/drawingml/2006/main">
              <a:ext uri="{FF2B5EF4-FFF2-40B4-BE49-F238E27FC236}">
                <a16:creationId xmlns:a16="http://schemas.microsoft.com/office/drawing/2014/main" id="{FA673D57-C6AC-40DC-BDCC-FAAA8C5EBCFB}"/>
              </a:ext>
            </a:extLst>
          </p:cNvPr>
          <p:cNvSpPr>
            <a:spLocks xmlns:a="http://schemas.openxmlformats.org/drawingml/2006/main" noGrp="1"/>
          </p:cNvSpPr>
          <p:nvPr/>
        </p:nvSpPr>
        <p:spPr>
          <a:xfrm xmlns:a="http://schemas.openxmlformats.org/drawingml/2006/main">
            <a:off x="6524625" y="3295650"/>
            <a:ext cx="49149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buNone/>
              <a:defRPr sz="2400" b="1">
                <a:solidFill>
                  <a:srgbClr val="1D1D1F"/>
                </a:solidFill>
                <a:latin typeface="Inter"/>
                <a:ea typeface="Inter"/>
                <a:cs typeface="Inter"/>
              </a:defRPr>
            </a:pPr>
            <a:r>
              <a:rPr sz="2400" b="1">
                <a:solidFill>
                  <a:srgbClr val="1D1D1F"/>
                </a:solidFill>
                <a:latin typeface="Inter"/>
                <a:ea typeface="Inter"/>
                <a:cs typeface="Inter"/>
              </a:rPr>
              <a:t>Natural full-size field</a:t>
            </a:r>
          </a:p>
          <a:p xmlns:a="http://schemas.openxmlformats.org/drawingml/2006/main">
            <a:pPr algn="l">
              <a:lnSpc>
                <a:spcPct val="125000"/>
              </a:lnSpc>
              <a:buNone/>
              <a:defRPr sz="2400" b="1">
                <a:solidFill>
                  <a:srgbClr val="1D1D1F"/>
                </a:solidFill>
                <a:latin typeface="Inter"/>
                <a:ea typeface="Inter"/>
                <a:cs typeface="Inter"/>
              </a:defRPr>
            </a:pPr>
            <a:r>
              <a:rPr sz="2400" b="1">
                <a:solidFill>
                  <a:srgbClr val="1D1D1F"/>
                </a:solidFill>
                <a:latin typeface="Inter"/>
                <a:ea typeface="Inter"/>
                <a:cs typeface="Inter"/>
              </a:rPr>
              <a:t>Three 90-minute sessions</a:t>
            </a:r>
          </a:p>
          <a:p xmlns:a="http://schemas.openxmlformats.org/drawingml/2006/main">
            <a:pPr algn="l">
              <a:lnSpc>
                <a:spcPct val="125000"/>
              </a:lnSpc>
              <a:buNone/>
              <a:defRPr sz="2400" b="1">
                <a:solidFill>
                  <a:srgbClr val="1D1D1F"/>
                </a:solidFill>
                <a:latin typeface="Inter"/>
                <a:ea typeface="Inter"/>
                <a:cs typeface="Inter"/>
              </a:defRPr>
            </a:pPr>
            <a:r>
              <a:rPr sz="2400" b="1">
                <a:solidFill>
                  <a:srgbClr val="1D1D1F"/>
                </a:solidFill>
                <a:latin typeface="Inter"/>
                <a:ea typeface="Inter"/>
                <a:cs typeface="Inter"/>
              </a:rPr>
              <a:t>Time changes need consent</a:t>
            </a:r>
          </a:p>
        </p:txBody>
      </p:sp>
      <p:sp>
        <p:nvSpPr>
          <p:cNvPr id="11" name="">
            <a:extLst xmlns:a="http://schemas.openxmlformats.org/drawingml/2006/main">
              <a:ext uri="{FF2B5EF4-FFF2-40B4-BE49-F238E27FC236}">
                <a16:creationId xmlns:a16="http://schemas.microsoft.com/office/drawing/2014/main" id="{22F9472C-43CF-420D-AE62-3372384985E4}"/>
              </a:ext>
            </a:extLst>
          </p:cNvPr>
          <p:cNvSpPr>
            <a:spLocks xmlns:a="http://schemas.openxmlformats.org/drawingml/2006/main" noGrp="1"/>
          </p:cNvSpPr>
          <p:nvPr/>
        </p:nvSpPr>
        <p:spPr>
          <a:xfrm xmlns:a="http://schemas.openxmlformats.org/drawingml/2006/main">
            <a:off x="6086475" y="3124200"/>
            <a:ext cx="9525" cy="21050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1C5F45C-5924-4A44-B64F-41848277921D}"/>
              </a:ext>
            </a:extLst>
          </p:cNvPr>
          <p:cNvSpPr>
            <a:spLocks xmlns:a="http://schemas.openxmlformats.org/drawingml/2006/main" noGrp="1"/>
          </p:cNvSpPr>
          <p:nvPr/>
        </p:nvSpPr>
        <p:spPr>
          <a:xfrm xmlns:a="http://schemas.openxmlformats.org/drawingml/2006/main">
            <a:off x="704850" y="5305425"/>
            <a:ext cx="5200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E6E73"/>
                </a:solidFill>
                <a:latin typeface="Inter"/>
                <a:ea typeface="Inter"/>
                <a:cs typeface="Inter"/>
              </a:defRPr>
            </a:pPr>
            <a:r>
              <a:rPr sz="1800" b="0">
                <a:solidFill>
                  <a:srgbClr val="6E6E73"/>
                </a:solidFill>
                <a:latin typeface="Inter"/>
                <a:ea typeface="Inter"/>
                <a:cs typeface="Inter"/>
              </a:rPr>
              <a:t>Different-domain numerical and MOCK examples</a:t>
            </a:r>
          </a:p>
        </p:txBody>
      </p:sp>
      <p:sp>
        <p:nvSpPr>
          <p:cNvPr id="13" name="">
            <a:extLst xmlns:a="http://schemas.openxmlformats.org/drawingml/2006/main">
              <a:ext uri="{FF2B5EF4-FFF2-40B4-BE49-F238E27FC236}">
                <a16:creationId xmlns:a16="http://schemas.microsoft.com/office/drawing/2014/main" id="{1E8776AE-4D4A-461F-B9D3-771CC7BBDD63}"/>
              </a:ext>
            </a:extLst>
          </p:cNvPr>
          <p:cNvSpPr>
            <a:spLocks xmlns:a="http://schemas.openxmlformats.org/drawingml/2006/main" noGrp="1"/>
          </p:cNvSpPr>
          <p:nvPr/>
        </p:nvSpPr>
        <p:spPr>
          <a:xfrm xmlns:a="http://schemas.openxmlformats.org/drawingml/2006/main">
            <a:off x="6524625" y="5305425"/>
            <a:ext cx="4914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E6E73"/>
                </a:solidFill>
                <a:latin typeface="Inter"/>
                <a:ea typeface="Inter"/>
                <a:cs typeface="Inter"/>
              </a:defRPr>
            </a:pPr>
            <a:r>
              <a:rPr sz="1800" b="0">
                <a:solidFill>
                  <a:srgbClr val="6E6E73"/>
                </a:solidFill>
                <a:latin typeface="Inter"/>
                <a:ea typeface="Inter"/>
                <a:cs typeface="Inter"/>
              </a:rPr>
              <a:t>Hidden examiner and target solution stay outside the author input</a:t>
            </a:r>
          </a:p>
        </p:txBody>
      </p:sp>
    </p:spTree>
    <p:extLst>
      <p:ext uri="{BB962C8B-B14F-4D97-AF65-F5344CB8AC3E}">
        <p14:creationId xmlns:p14="http://schemas.microsoft.com/office/powerpoint/2010/main" val="5506309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1D4D8B8-DEC1-4854-9D1D-CBA7DB4CDCBA}"/>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author could edit code, not admit it</a:t>
            </a:r>
          </a:p>
        </p:txBody>
      </p:sp>
      <p:sp>
        <p:nvSpPr>
          <p:cNvPr id="2" name="">
            <a:extLst xmlns:a="http://schemas.openxmlformats.org/drawingml/2006/main">
              <a:ext uri="{FF2B5EF4-FFF2-40B4-BE49-F238E27FC236}">
                <a16:creationId xmlns:a16="http://schemas.microsoft.com/office/drawing/2014/main" id="{7E857391-D7CE-402F-9194-C3B6B7D9EC15}"/>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Construction, execution and acceptance have separately recorded boundaries.</a:t>
            </a:r>
          </a:p>
        </p:txBody>
      </p:sp>
      <p:sp>
        <p:nvSpPr>
          <p:cNvPr id="3" name="">
            <a:extLst xmlns:a="http://schemas.openxmlformats.org/drawingml/2006/main">
              <a:ext uri="{FF2B5EF4-FFF2-40B4-BE49-F238E27FC236}">
                <a16:creationId xmlns:a16="http://schemas.microsoft.com/office/drawing/2014/main" id="{0B7FFF67-8BB5-4964-94EA-95AC2B1BAD52}"/>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6BD696-B055-49FD-9568-D28F427FF9B6}"/>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64628d8c1ca94167"/>
              </a:rPr>
              <a:t>A / Broker, candidate, runner and admission</a:t>
            </a:r>
          </a:p>
        </p:txBody>
      </p:sp>
      <p:sp>
        <p:nvSpPr>
          <p:cNvPr id="5" name="">
            <a:extLst xmlns:a="http://schemas.openxmlformats.org/drawingml/2006/main">
              <a:ext uri="{FF2B5EF4-FFF2-40B4-BE49-F238E27FC236}">
                <a16:creationId xmlns:a16="http://schemas.microsoft.com/office/drawing/2014/main" id="{2E4E4753-C062-448F-BD61-A4946B873D21}"/>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20</a:t>
            </a:r>
          </a:p>
        </p:txBody>
      </p:sp>
      <p:sp>
        <p:nvSpPr>
          <p:cNvPr id="6" name="">
            <a:extLst xmlns:a="http://schemas.openxmlformats.org/drawingml/2006/main">
              <a:ext uri="{FF2B5EF4-FFF2-40B4-BE49-F238E27FC236}">
                <a16:creationId xmlns:a16="http://schemas.microsoft.com/office/drawing/2014/main" id="{C0553669-C029-403A-951D-D74277EEAC96}"/>
              </a:ext>
            </a:extLst>
          </p:cNvPr>
          <p:cNvSpPr>
            <a:spLocks xmlns:a="http://schemas.openxmlformats.org/drawingml/2006/main" noGrp="1"/>
          </p:cNvSpPr>
          <p:nvPr/>
        </p:nvSpPr>
        <p:spPr>
          <a:xfrm xmlns:a="http://schemas.openxmlformats.org/drawingml/2006/main">
            <a:off x="704850" y="2628900"/>
            <a:ext cx="242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AUTHOR</a:t>
            </a:r>
          </a:p>
        </p:txBody>
      </p:sp>
      <p:sp>
        <p:nvSpPr>
          <p:cNvPr id="7" name="">
            <a:extLst xmlns:a="http://schemas.openxmlformats.org/drawingml/2006/main">
              <a:ext uri="{FF2B5EF4-FFF2-40B4-BE49-F238E27FC236}">
                <a16:creationId xmlns:a16="http://schemas.microsoft.com/office/drawing/2014/main" id="{A3DB53CB-E2FD-4F7C-AB60-2C205E2948DB}"/>
              </a:ext>
            </a:extLst>
          </p:cNvPr>
          <p:cNvSpPr>
            <a:spLocks xmlns:a="http://schemas.openxmlformats.org/drawingml/2006/main" noGrp="1"/>
          </p:cNvSpPr>
          <p:nvPr/>
        </p:nvSpPr>
        <p:spPr>
          <a:xfrm xmlns:a="http://schemas.openxmlformats.org/drawingml/2006/main">
            <a:off x="704850" y="3038475"/>
            <a:ext cx="24288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1FC37C-0C35-4ED1-BA0E-5FF99E6FB5D9}"/>
              </a:ext>
            </a:extLst>
          </p:cNvPr>
          <p:cNvSpPr>
            <a:spLocks xmlns:a="http://schemas.openxmlformats.org/drawingml/2006/main" noGrp="1"/>
          </p:cNvSpPr>
          <p:nvPr/>
        </p:nvSpPr>
        <p:spPr>
          <a:xfrm xmlns:a="http://schemas.openxmlformats.org/drawingml/2006/main">
            <a:off x="704850" y="3324225"/>
            <a:ext cx="24098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Creates candidate</a:t>
            </a:r>
          </a:p>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through seven tools</a:t>
            </a:r>
          </a:p>
        </p:txBody>
      </p:sp>
      <p:sp>
        <p:nvSpPr>
          <p:cNvPr id="9" name="">
            <a:extLst xmlns:a="http://schemas.openxmlformats.org/drawingml/2006/main">
              <a:ext uri="{FF2B5EF4-FFF2-40B4-BE49-F238E27FC236}">
                <a16:creationId xmlns:a16="http://schemas.microsoft.com/office/drawing/2014/main" id="{B8E8392D-99F1-4E29-A9F0-7498E6AE5442}"/>
              </a:ext>
            </a:extLst>
          </p:cNvPr>
          <p:cNvSpPr>
            <a:spLocks xmlns:a="http://schemas.openxmlformats.org/drawingml/2006/main" noGrp="1"/>
          </p:cNvSpPr>
          <p:nvPr/>
        </p:nvSpPr>
        <p:spPr>
          <a:xfrm xmlns:a="http://schemas.openxmlformats.org/drawingml/2006/main">
            <a:off x="3171825" y="3857625"/>
            <a:ext cx="9525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0" name="">
            <a:extLst xmlns:a="http://schemas.openxmlformats.org/drawingml/2006/main">
              <a:ext uri="{FF2B5EF4-FFF2-40B4-BE49-F238E27FC236}">
                <a16:creationId xmlns:a16="http://schemas.microsoft.com/office/drawing/2014/main" id="{70ACFC9E-0C1E-480F-BC68-F4287B9CFAF1}"/>
              </a:ext>
            </a:extLst>
          </p:cNvPr>
          <p:cNvSpPr>
            <a:spLocks xmlns:a="http://schemas.openxmlformats.org/drawingml/2006/main" noGrp="1"/>
          </p:cNvSpPr>
          <p:nvPr/>
        </p:nvSpPr>
        <p:spPr>
          <a:xfrm xmlns:a="http://schemas.openxmlformats.org/drawingml/2006/main">
            <a:off x="3228975" y="37909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8A297F-DA84-472C-B277-A9038416C807}"/>
              </a:ext>
            </a:extLst>
          </p:cNvPr>
          <p:cNvSpPr>
            <a:spLocks xmlns:a="http://schemas.openxmlformats.org/drawingml/2006/main" noGrp="1"/>
          </p:cNvSpPr>
          <p:nvPr/>
        </p:nvSpPr>
        <p:spPr>
          <a:xfrm xmlns:a="http://schemas.openxmlformats.org/drawingml/2006/main">
            <a:off x="3476625" y="2628900"/>
            <a:ext cx="242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BROKER</a:t>
            </a:r>
          </a:p>
        </p:txBody>
      </p:sp>
      <p:sp>
        <p:nvSpPr>
          <p:cNvPr id="12" name="">
            <a:extLst xmlns:a="http://schemas.openxmlformats.org/drawingml/2006/main">
              <a:ext uri="{FF2B5EF4-FFF2-40B4-BE49-F238E27FC236}">
                <a16:creationId xmlns:a16="http://schemas.microsoft.com/office/drawing/2014/main" id="{2082ADFC-4800-4840-83DF-BCA39CE6DFB6}"/>
              </a:ext>
            </a:extLst>
          </p:cNvPr>
          <p:cNvSpPr>
            <a:spLocks xmlns:a="http://schemas.openxmlformats.org/drawingml/2006/main" noGrp="1"/>
          </p:cNvSpPr>
          <p:nvPr/>
        </p:nvSpPr>
        <p:spPr>
          <a:xfrm xmlns:a="http://schemas.openxmlformats.org/drawingml/2006/main">
            <a:off x="3476625" y="3038475"/>
            <a:ext cx="24288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8B31A69-0D2D-4A07-B9FD-195C148E6731}"/>
              </a:ext>
            </a:extLst>
          </p:cNvPr>
          <p:cNvSpPr>
            <a:spLocks xmlns:a="http://schemas.openxmlformats.org/drawingml/2006/main" noGrp="1"/>
          </p:cNvSpPr>
          <p:nvPr/>
        </p:nvSpPr>
        <p:spPr>
          <a:xfrm xmlns:a="http://schemas.openxmlformats.org/drawingml/2006/main">
            <a:off x="3476625" y="3324225"/>
            <a:ext cx="24098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Records bounded</a:t>
            </a:r>
          </a:p>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operations</a:t>
            </a:r>
          </a:p>
        </p:txBody>
      </p:sp>
      <p:sp>
        <p:nvSpPr>
          <p:cNvPr id="14" name="">
            <a:extLst xmlns:a="http://schemas.openxmlformats.org/drawingml/2006/main">
              <a:ext uri="{FF2B5EF4-FFF2-40B4-BE49-F238E27FC236}">
                <a16:creationId xmlns:a16="http://schemas.microsoft.com/office/drawing/2014/main" id="{2A900862-C52B-4201-A42E-E10A874F1AA6}"/>
              </a:ext>
            </a:extLst>
          </p:cNvPr>
          <p:cNvSpPr>
            <a:spLocks xmlns:a="http://schemas.openxmlformats.org/drawingml/2006/main" noGrp="1"/>
          </p:cNvSpPr>
          <p:nvPr/>
        </p:nvSpPr>
        <p:spPr>
          <a:xfrm xmlns:a="http://schemas.openxmlformats.org/drawingml/2006/main">
            <a:off x="5943600" y="3857625"/>
            <a:ext cx="9525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5" name="">
            <a:extLst xmlns:a="http://schemas.openxmlformats.org/drawingml/2006/main">
              <a:ext uri="{FF2B5EF4-FFF2-40B4-BE49-F238E27FC236}">
                <a16:creationId xmlns:a16="http://schemas.microsoft.com/office/drawing/2014/main" id="{C5A29A6A-605D-4D14-BBAD-FC098E7A3619}"/>
              </a:ext>
            </a:extLst>
          </p:cNvPr>
          <p:cNvSpPr>
            <a:spLocks xmlns:a="http://schemas.openxmlformats.org/drawingml/2006/main" noGrp="1"/>
          </p:cNvSpPr>
          <p:nvPr/>
        </p:nvSpPr>
        <p:spPr>
          <a:xfrm xmlns:a="http://schemas.openxmlformats.org/drawingml/2006/main">
            <a:off x="6000750" y="37909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551543B-6760-4646-BFD9-925A666679BE}"/>
              </a:ext>
            </a:extLst>
          </p:cNvPr>
          <p:cNvSpPr>
            <a:spLocks xmlns:a="http://schemas.openxmlformats.org/drawingml/2006/main" noGrp="1"/>
          </p:cNvSpPr>
          <p:nvPr/>
        </p:nvSpPr>
        <p:spPr>
          <a:xfrm xmlns:a="http://schemas.openxmlformats.org/drawingml/2006/main">
            <a:off x="6248400" y="2628900"/>
            <a:ext cx="242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REVIEW / EXAM</a:t>
            </a:r>
          </a:p>
        </p:txBody>
      </p:sp>
      <p:sp>
        <p:nvSpPr>
          <p:cNvPr id="17" name="">
            <a:extLst xmlns:a="http://schemas.openxmlformats.org/drawingml/2006/main">
              <a:ext uri="{FF2B5EF4-FFF2-40B4-BE49-F238E27FC236}">
                <a16:creationId xmlns:a16="http://schemas.microsoft.com/office/drawing/2014/main" id="{344E9F35-733A-4236-B64D-B1832F251F6E}"/>
              </a:ext>
            </a:extLst>
          </p:cNvPr>
          <p:cNvSpPr>
            <a:spLocks xmlns:a="http://schemas.openxmlformats.org/drawingml/2006/main" noGrp="1"/>
          </p:cNvSpPr>
          <p:nvPr/>
        </p:nvSpPr>
        <p:spPr>
          <a:xfrm xmlns:a="http://schemas.openxmlformats.org/drawingml/2006/main">
            <a:off x="6248400" y="3038475"/>
            <a:ext cx="24288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14900CB-8A84-4C74-8FD8-0B89ADD731ED}"/>
              </a:ext>
            </a:extLst>
          </p:cNvPr>
          <p:cNvSpPr>
            <a:spLocks xmlns:a="http://schemas.openxmlformats.org/drawingml/2006/main" noGrp="1"/>
          </p:cNvSpPr>
          <p:nvPr/>
        </p:nvSpPr>
        <p:spPr>
          <a:xfrm xmlns:a="http://schemas.openxmlformats.org/drawingml/2006/main">
            <a:off x="6248400" y="3324225"/>
            <a:ext cx="24098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Reviews sources</a:t>
            </a:r>
          </a:p>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and native results</a:t>
            </a:r>
          </a:p>
        </p:txBody>
      </p:sp>
      <p:sp>
        <p:nvSpPr>
          <p:cNvPr id="19" name="">
            <a:extLst xmlns:a="http://schemas.openxmlformats.org/drawingml/2006/main">
              <a:ext uri="{FF2B5EF4-FFF2-40B4-BE49-F238E27FC236}">
                <a16:creationId xmlns:a16="http://schemas.microsoft.com/office/drawing/2014/main" id="{5856EB50-67A5-4EEA-8C08-826F951C3E74}"/>
              </a:ext>
            </a:extLst>
          </p:cNvPr>
          <p:cNvSpPr>
            <a:spLocks xmlns:a="http://schemas.openxmlformats.org/drawingml/2006/main" noGrp="1"/>
          </p:cNvSpPr>
          <p:nvPr/>
        </p:nvSpPr>
        <p:spPr>
          <a:xfrm xmlns:a="http://schemas.openxmlformats.org/drawingml/2006/main">
            <a:off x="8715375" y="3857625"/>
            <a:ext cx="9525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20" name="">
            <a:extLst xmlns:a="http://schemas.openxmlformats.org/drawingml/2006/main">
              <a:ext uri="{FF2B5EF4-FFF2-40B4-BE49-F238E27FC236}">
                <a16:creationId xmlns:a16="http://schemas.microsoft.com/office/drawing/2014/main" id="{A0344F7B-E4DF-46C5-96FF-63C83483238B}"/>
              </a:ext>
            </a:extLst>
          </p:cNvPr>
          <p:cNvSpPr>
            <a:spLocks xmlns:a="http://schemas.openxmlformats.org/drawingml/2006/main" noGrp="1"/>
          </p:cNvSpPr>
          <p:nvPr/>
        </p:nvSpPr>
        <p:spPr>
          <a:xfrm xmlns:a="http://schemas.openxmlformats.org/drawingml/2006/main">
            <a:off x="8772525" y="379095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564C097-9A95-44E2-81A7-A74603894CCC}"/>
              </a:ext>
            </a:extLst>
          </p:cNvPr>
          <p:cNvSpPr>
            <a:spLocks xmlns:a="http://schemas.openxmlformats.org/drawingml/2006/main" noGrp="1"/>
          </p:cNvSpPr>
          <p:nvPr/>
        </p:nvSpPr>
        <p:spPr>
          <a:xfrm xmlns:a="http://schemas.openxmlformats.org/drawingml/2006/main">
            <a:off x="9020175" y="2628900"/>
            <a:ext cx="2428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OWNER</a:t>
            </a:r>
          </a:p>
        </p:txBody>
      </p:sp>
      <p:sp>
        <p:nvSpPr>
          <p:cNvPr id="22" name="">
            <a:extLst xmlns:a="http://schemas.openxmlformats.org/drawingml/2006/main">
              <a:ext uri="{FF2B5EF4-FFF2-40B4-BE49-F238E27FC236}">
                <a16:creationId xmlns:a16="http://schemas.microsoft.com/office/drawing/2014/main" id="{004D811B-0522-4735-BD51-49EF9A007D14}"/>
              </a:ext>
            </a:extLst>
          </p:cNvPr>
          <p:cNvSpPr>
            <a:spLocks xmlns:a="http://schemas.openxmlformats.org/drawingml/2006/main" noGrp="1"/>
          </p:cNvSpPr>
          <p:nvPr/>
        </p:nvSpPr>
        <p:spPr>
          <a:xfrm xmlns:a="http://schemas.openxmlformats.org/drawingml/2006/main">
            <a:off x="9020175" y="3038475"/>
            <a:ext cx="24288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B72B76B-0A72-42DC-AFC5-FE282FA6B3F1}"/>
              </a:ext>
            </a:extLst>
          </p:cNvPr>
          <p:cNvSpPr>
            <a:spLocks xmlns:a="http://schemas.openxmlformats.org/drawingml/2006/main" noGrp="1"/>
          </p:cNvSpPr>
          <p:nvPr/>
        </p:nvSpPr>
        <p:spPr>
          <a:xfrm xmlns:a="http://schemas.openxmlformats.org/drawingml/2006/main">
            <a:off x="9020175" y="3324225"/>
            <a:ext cx="24098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Admits exact bytes</a:t>
            </a:r>
          </a:p>
          <a:p xmlns:a="http://schemas.openxmlformats.org/drawingml/2006/main">
            <a:pPr algn="l">
              <a:lnSpc>
                <a:spcPct val="122000"/>
              </a:lnSpc>
              <a:buNone/>
              <a:defRPr sz="2250" b="1">
                <a:solidFill>
                  <a:srgbClr val="1D1D1F"/>
                </a:solidFill>
                <a:latin typeface="Inter"/>
                <a:ea typeface="Inter"/>
                <a:cs typeface="Inter"/>
              </a:defRPr>
            </a:pPr>
            <a:r>
              <a:rPr sz="2250" b="1">
                <a:solidFill>
                  <a:srgbClr val="1D1D1F"/>
                </a:solidFill>
                <a:latin typeface="Inter"/>
                <a:ea typeface="Inter"/>
                <a:cs typeface="Inter"/>
              </a:rPr>
              <a:t>through unchanged R1</a:t>
            </a:r>
          </a:p>
        </p:txBody>
      </p:sp>
      <p:sp>
        <p:nvSpPr>
          <p:cNvPr id="24" name="">
            <a:extLst xmlns:a="http://schemas.openxmlformats.org/drawingml/2006/main">
              <a:ext uri="{FF2B5EF4-FFF2-40B4-BE49-F238E27FC236}">
                <a16:creationId xmlns:a16="http://schemas.microsoft.com/office/drawing/2014/main" id="{90E7D82B-A409-4543-BD59-607CE7CB8E93}"/>
              </a:ext>
            </a:extLst>
          </p:cNvPr>
          <p:cNvSpPr>
            <a:spLocks xmlns:a="http://schemas.openxmlformats.org/drawingml/2006/main" noGrp="1"/>
          </p:cNvSpPr>
          <p:nvPr/>
        </p:nvSpPr>
        <p:spPr>
          <a:xfrm xmlns:a="http://schemas.openxmlformats.org/drawingml/2006/main">
            <a:off x="704850" y="5286375"/>
            <a:ext cx="10658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0071E3"/>
                </a:solidFill>
                <a:latin typeface="Inter"/>
                <a:ea typeface="Inter"/>
                <a:cs typeface="Inter"/>
              </a:defRPr>
            </a:pPr>
            <a:r>
              <a:rPr sz="2550" b="1">
                <a:solidFill>
                  <a:srgbClr val="0071E3"/>
                </a:solidFill>
                <a:latin typeface="Inter"/>
                <a:ea typeface="Inter"/>
                <a:cs typeface="Inter"/>
              </a:rPr>
              <a:t>gpt-6-astra / ultra / default</a:t>
            </a:r>
          </a:p>
        </p:txBody>
      </p:sp>
      <p:sp>
        <p:nvSpPr>
          <p:cNvPr id="25" name="">
            <a:extLst xmlns:a="http://schemas.openxmlformats.org/drawingml/2006/main">
              <a:ext uri="{FF2B5EF4-FFF2-40B4-BE49-F238E27FC236}">
                <a16:creationId xmlns:a16="http://schemas.microsoft.com/office/drawing/2014/main" id="{665ADC23-4028-45AD-850C-682E27CA7EA0}"/>
              </a:ext>
            </a:extLst>
          </p:cNvPr>
          <p:cNvSpPr>
            <a:spLocks xmlns:a="http://schemas.openxmlformats.org/drawingml/2006/main" noGrp="1"/>
          </p:cNvSpPr>
          <p:nvPr/>
        </p:nvSpPr>
        <p:spPr>
          <a:xfrm xmlns:a="http://schemas.openxmlformats.org/drawingml/2006/main">
            <a:off x="704850" y="5781675"/>
            <a:ext cx="10725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6E6E73"/>
                </a:solidFill>
                <a:latin typeface="Inter"/>
                <a:ea typeface="Inter"/>
                <a:cs typeface="Inter"/>
              </a:defRPr>
            </a:pPr>
            <a:r>
              <a:rPr sz="1650" b="0">
                <a:solidFill>
                  <a:srgbClr val="6E6E73"/>
                </a:solidFill>
                <a:latin typeface="Inter"/>
                <a:ea typeface="Inter"/>
                <a:cs typeface="Inter"/>
              </a:rPr>
              <a:t>The reviewed runner and observer are trusted code, not a hostile-Python security claim.</a:t>
            </a:r>
          </a:p>
        </p:txBody>
      </p:sp>
    </p:spTree>
    <p:extLst>
      <p:ext uri="{BB962C8B-B14F-4D97-AF65-F5344CB8AC3E}">
        <p14:creationId xmlns:p14="http://schemas.microsoft.com/office/powerpoint/2010/main" val="20649296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85FB40-3E3B-4BFA-8BF1-0A7508FDB792}"/>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Recorded operations reconstruct the authored files</a:t>
            </a:r>
          </a:p>
        </p:txBody>
      </p:sp>
      <p:sp>
        <p:nvSpPr>
          <p:cNvPr id="2" name="">
            <a:extLst xmlns:a="http://schemas.openxmlformats.org/drawingml/2006/main">
              <a:ext uri="{FF2B5EF4-FFF2-40B4-BE49-F238E27FC236}">
                <a16:creationId xmlns:a16="http://schemas.microsoft.com/office/drawing/2014/main" id="{9C3C6508-DD80-4197-9AD4-E73E0BF687CA}"/>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Authorship rests on exact byte reconstruction, not a name in a report.</a:t>
            </a:r>
          </a:p>
        </p:txBody>
      </p:sp>
      <p:sp>
        <p:nvSpPr>
          <p:cNvPr id="3" name="">
            <a:extLst xmlns:a="http://schemas.openxmlformats.org/drawingml/2006/main">
              <a:ext uri="{FF2B5EF4-FFF2-40B4-BE49-F238E27FC236}">
                <a16:creationId xmlns:a16="http://schemas.microsoft.com/office/drawing/2014/main" id="{372DBE0A-AC39-4A7F-9809-3CD7C6730724}"/>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744FB1-9268-4214-BDA3-DAC5FC2BE8A0}"/>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1d56d57da01c49e1"/>
              </a:rPr>
              <a:t>A / Seed, broker operations and final source</a:t>
            </a:r>
          </a:p>
        </p:txBody>
      </p:sp>
      <p:sp>
        <p:nvSpPr>
          <p:cNvPr id="5" name="">
            <a:extLst xmlns:a="http://schemas.openxmlformats.org/drawingml/2006/main">
              <a:ext uri="{FF2B5EF4-FFF2-40B4-BE49-F238E27FC236}">
                <a16:creationId xmlns:a16="http://schemas.microsoft.com/office/drawing/2014/main" id="{2C501DEF-A116-48DA-9E5B-7B0AA849B3CC}"/>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21</a:t>
            </a:r>
          </a:p>
        </p:txBody>
      </p:sp>
      <p:sp>
        <p:nvSpPr>
          <p:cNvPr id="6" name="">
            <a:extLst xmlns:a="http://schemas.openxmlformats.org/drawingml/2006/main">
              <a:ext uri="{FF2B5EF4-FFF2-40B4-BE49-F238E27FC236}">
                <a16:creationId xmlns:a16="http://schemas.microsoft.com/office/drawing/2014/main" id="{19B38532-A502-4271-9F6F-E26B81414983}"/>
              </a:ext>
            </a:extLst>
          </p:cNvPr>
          <p:cNvSpPr>
            <a:spLocks xmlns:a="http://schemas.openxmlformats.org/drawingml/2006/main" noGrp="1"/>
          </p:cNvSpPr>
          <p:nvPr/>
        </p:nvSpPr>
        <p:spPr>
          <a:xfrm xmlns:a="http://schemas.openxmlformats.org/drawingml/2006/main">
            <a:off x="7048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SEED</a:t>
            </a:r>
          </a:p>
        </p:txBody>
      </p:sp>
      <p:sp>
        <p:nvSpPr>
          <p:cNvPr id="7" name="">
            <a:extLst xmlns:a="http://schemas.openxmlformats.org/drawingml/2006/main">
              <a:ext uri="{FF2B5EF4-FFF2-40B4-BE49-F238E27FC236}">
                <a16:creationId xmlns:a16="http://schemas.microsoft.com/office/drawing/2014/main" id="{46C8850F-24B7-4209-B8B1-E25C9D1A4733}"/>
              </a:ext>
            </a:extLst>
          </p:cNvPr>
          <p:cNvSpPr>
            <a:spLocks xmlns:a="http://schemas.openxmlformats.org/drawingml/2006/main" noGrp="1"/>
          </p:cNvSpPr>
          <p:nvPr/>
        </p:nvSpPr>
        <p:spPr>
          <a:xfrm xmlns:a="http://schemas.openxmlformats.org/drawingml/2006/main">
            <a:off x="704850" y="3000375"/>
            <a:ext cx="3327400" cy="11430"/>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A6D8AB-21D6-480B-AB9D-C36C93BD85A6}"/>
              </a:ext>
            </a:extLst>
          </p:cNvPr>
          <p:cNvSpPr>
            <a:spLocks xmlns:a="http://schemas.openxmlformats.org/drawingml/2006/main" noGrp="1"/>
          </p:cNvSpPr>
          <p:nvPr/>
        </p:nvSpPr>
        <p:spPr>
          <a:xfrm xmlns:a="http://schemas.openxmlformats.org/drawingml/2006/main">
            <a:off x="7048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1">
                <a:solidFill>
                  <a:srgbClr val="1D1D1F"/>
                </a:solidFill>
                <a:latin typeface="Inter"/>
                <a:ea typeface="Inter"/>
                <a:cs typeface="Inter"/>
              </a:defRPr>
            </a:pPr>
            <a:r>
              <a:rPr sz="2925" b="1">
                <a:solidFill>
                  <a:srgbClr val="1D1D1F"/>
                </a:solidFill>
                <a:latin typeface="Inter"/>
                <a:ea typeface="Inter"/>
                <a:cs typeface="Inter"/>
              </a:rPr>
              <a:t>22 files</a:t>
            </a:r>
          </a:p>
        </p:txBody>
      </p:sp>
      <p:sp>
        <p:nvSpPr>
          <p:cNvPr id="9" name="">
            <a:extLst xmlns:a="http://schemas.openxmlformats.org/drawingml/2006/main">
              <a:ext uri="{FF2B5EF4-FFF2-40B4-BE49-F238E27FC236}">
                <a16:creationId xmlns:a16="http://schemas.microsoft.com/office/drawing/2014/main" id="{49DD64B4-8AF5-4D33-83D5-66B8148D3503}"/>
              </a:ext>
            </a:extLst>
          </p:cNvPr>
          <p:cNvSpPr>
            <a:spLocks xmlns:a="http://schemas.openxmlformats.org/drawingml/2006/main" noGrp="1"/>
          </p:cNvSpPr>
          <p:nvPr/>
        </p:nvSpPr>
        <p:spPr>
          <a:xfrm xmlns:a="http://schemas.openxmlformats.org/drawingml/2006/main">
            <a:off x="7048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Own source seeded</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the continuation.</a:t>
            </a:r>
          </a:p>
        </p:txBody>
      </p:sp>
      <p:sp>
        <p:nvSpPr>
          <p:cNvPr id="10" name="">
            <a:extLst xmlns:a="http://schemas.openxmlformats.org/drawingml/2006/main">
              <a:ext uri="{FF2B5EF4-FFF2-40B4-BE49-F238E27FC236}">
                <a16:creationId xmlns:a16="http://schemas.microsoft.com/office/drawing/2014/main" id="{D56C2BD9-4601-453B-A270-F335A39E16B4}"/>
              </a:ext>
            </a:extLst>
          </p:cNvPr>
          <p:cNvSpPr>
            <a:spLocks xmlns:a="http://schemas.openxmlformats.org/drawingml/2006/main" noGrp="1"/>
          </p:cNvSpPr>
          <p:nvPr/>
        </p:nvSpPr>
        <p:spPr>
          <a:xfrm xmlns:a="http://schemas.openxmlformats.org/drawingml/2006/main">
            <a:off x="44132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RECORDED OPERATIONS</a:t>
            </a:r>
          </a:p>
        </p:txBody>
      </p:sp>
      <p:sp>
        <p:nvSpPr>
          <p:cNvPr id="11" name="">
            <a:extLst xmlns:a="http://schemas.openxmlformats.org/drawingml/2006/main">
              <a:ext uri="{FF2B5EF4-FFF2-40B4-BE49-F238E27FC236}">
                <a16:creationId xmlns:a16="http://schemas.microsoft.com/office/drawing/2014/main" id="{ECB043BB-C3F3-490B-94AB-FB0C221E415F}"/>
              </a:ext>
            </a:extLst>
          </p:cNvPr>
          <p:cNvSpPr>
            <a:spLocks xmlns:a="http://schemas.openxmlformats.org/drawingml/2006/main" noGrp="1"/>
          </p:cNvSpPr>
          <p:nvPr/>
        </p:nvSpPr>
        <p:spPr>
          <a:xfrm xmlns:a="http://schemas.openxmlformats.org/drawingml/2006/main">
            <a:off x="44132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9012F2-5A68-4C06-A300-F02CE2761D48}"/>
              </a:ext>
            </a:extLst>
          </p:cNvPr>
          <p:cNvSpPr>
            <a:spLocks xmlns:a="http://schemas.openxmlformats.org/drawingml/2006/main" noGrp="1"/>
          </p:cNvSpPr>
          <p:nvPr/>
        </p:nvSpPr>
        <p:spPr>
          <a:xfrm xmlns:a="http://schemas.openxmlformats.org/drawingml/2006/main">
            <a:off x="44132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1">
                <a:solidFill>
                  <a:srgbClr val="1D1D1F"/>
                </a:solidFill>
                <a:latin typeface="Inter"/>
                <a:ea typeface="Inter"/>
                <a:cs typeface="Inter"/>
              </a:defRPr>
            </a:pPr>
            <a:r>
              <a:rPr sz="2925" b="1">
                <a:solidFill>
                  <a:srgbClr val="1D1D1F"/>
                </a:solidFill>
                <a:latin typeface="Inter"/>
                <a:ea typeface="Inter"/>
                <a:cs typeface="Inter"/>
              </a:rPr>
              <a:t>79 broker operations</a:t>
            </a:r>
          </a:p>
        </p:txBody>
      </p:sp>
      <p:sp>
        <p:nvSpPr>
          <p:cNvPr id="13" name="">
            <a:extLst xmlns:a="http://schemas.openxmlformats.org/drawingml/2006/main">
              <a:ext uri="{FF2B5EF4-FFF2-40B4-BE49-F238E27FC236}">
                <a16:creationId xmlns:a16="http://schemas.microsoft.com/office/drawing/2014/main" id="{A4DEDD47-5354-4195-9360-F77CB8DA1066}"/>
              </a:ext>
            </a:extLst>
          </p:cNvPr>
          <p:cNvSpPr>
            <a:spLocks xmlns:a="http://schemas.openxmlformats.org/drawingml/2006/main" noGrp="1"/>
          </p:cNvSpPr>
          <p:nvPr/>
        </p:nvSpPr>
        <p:spPr>
          <a:xfrm xmlns:a="http://schemas.openxmlformats.org/drawingml/2006/main">
            <a:off x="44132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Recorded reads, searches,</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edits and submission.</a:t>
            </a:r>
          </a:p>
        </p:txBody>
      </p:sp>
      <p:sp>
        <p:nvSpPr>
          <p:cNvPr id="14" name="">
            <a:extLst xmlns:a="http://schemas.openxmlformats.org/drawingml/2006/main">
              <a:ext uri="{FF2B5EF4-FFF2-40B4-BE49-F238E27FC236}">
                <a16:creationId xmlns:a16="http://schemas.microsoft.com/office/drawing/2014/main" id="{76BF7DF4-BCA6-47E7-9D62-1CCD407F94F9}"/>
              </a:ext>
            </a:extLst>
          </p:cNvPr>
          <p:cNvSpPr>
            <a:spLocks xmlns:a="http://schemas.openxmlformats.org/drawingml/2006/main" noGrp="1"/>
          </p:cNvSpPr>
          <p:nvPr/>
        </p:nvSpPr>
        <p:spPr>
          <a:xfrm xmlns:a="http://schemas.openxmlformats.org/drawingml/2006/main">
            <a:off x="81216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FINAL PACKAGE</a:t>
            </a:r>
          </a:p>
        </p:txBody>
      </p:sp>
      <p:sp>
        <p:nvSpPr>
          <p:cNvPr id="15" name="">
            <a:extLst xmlns:a="http://schemas.openxmlformats.org/drawingml/2006/main">
              <a:ext uri="{FF2B5EF4-FFF2-40B4-BE49-F238E27FC236}">
                <a16:creationId xmlns:a16="http://schemas.microsoft.com/office/drawing/2014/main" id="{59066936-75B5-4894-846E-C36996267634}"/>
              </a:ext>
            </a:extLst>
          </p:cNvPr>
          <p:cNvSpPr>
            <a:spLocks xmlns:a="http://schemas.openxmlformats.org/drawingml/2006/main" noGrp="1"/>
          </p:cNvSpPr>
          <p:nvPr/>
        </p:nvSpPr>
        <p:spPr>
          <a:xfrm xmlns:a="http://schemas.openxmlformats.org/drawingml/2006/main">
            <a:off x="81216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29BFDE-696A-43DE-9A4D-8C3DDB263B97}"/>
              </a:ext>
            </a:extLst>
          </p:cNvPr>
          <p:cNvSpPr>
            <a:spLocks xmlns:a="http://schemas.openxmlformats.org/drawingml/2006/main" noGrp="1"/>
          </p:cNvSpPr>
          <p:nvPr/>
        </p:nvSpPr>
        <p:spPr>
          <a:xfrm xmlns:a="http://schemas.openxmlformats.org/drawingml/2006/main">
            <a:off x="81216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1">
                <a:solidFill>
                  <a:srgbClr val="1D1D1F"/>
                </a:solidFill>
                <a:latin typeface="Inter"/>
                <a:ea typeface="Inter"/>
                <a:cs typeface="Inter"/>
              </a:defRPr>
            </a:pPr>
            <a:r>
              <a:rPr sz="2925" b="1">
                <a:solidFill>
                  <a:srgbClr val="1D1D1F"/>
                </a:solidFill>
                <a:latin typeface="Inter"/>
                <a:ea typeface="Inter"/>
                <a:cs typeface="Inter"/>
              </a:rPr>
              <a:t>23 authored files</a:t>
            </a:r>
          </a:p>
        </p:txBody>
      </p:sp>
      <p:sp>
        <p:nvSpPr>
          <p:cNvPr id="17" name="">
            <a:extLst xmlns:a="http://schemas.openxmlformats.org/drawingml/2006/main">
              <a:ext uri="{FF2B5EF4-FFF2-40B4-BE49-F238E27FC236}">
                <a16:creationId xmlns:a16="http://schemas.microsoft.com/office/drawing/2014/main" id="{E804F116-0CC3-40C9-BD70-C3FD2D5FE02B}"/>
              </a:ext>
            </a:extLst>
          </p:cNvPr>
          <p:cNvSpPr>
            <a:spLocks xmlns:a="http://schemas.openxmlformats.org/drawingml/2006/main" noGrp="1"/>
          </p:cNvSpPr>
          <p:nvPr/>
        </p:nvSpPr>
        <p:spPr>
          <a:xfrm xmlns:a="http://schemas.openxmlformats.org/drawingml/2006/main">
            <a:off x="81216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One coordinator manifest</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makes 24 packaged files.</a:t>
            </a:r>
          </a:p>
        </p:txBody>
      </p:sp>
      <p:sp>
        <p:nvSpPr>
          <p:cNvPr id="18" name="">
            <a:extLst xmlns:a="http://schemas.openxmlformats.org/drawingml/2006/main">
              <a:ext uri="{FF2B5EF4-FFF2-40B4-BE49-F238E27FC236}">
                <a16:creationId xmlns:a16="http://schemas.microsoft.com/office/drawing/2014/main" id="{43F370B6-6923-451C-BF48-919E110E7F7A}"/>
              </a:ext>
            </a:extLst>
          </p:cNvPr>
          <p:cNvSpPr>
            <a:spLocks xmlns:a="http://schemas.openxmlformats.org/drawingml/2006/main" noGrp="1"/>
          </p:cNvSpPr>
          <p:nvPr/>
        </p:nvSpPr>
        <p:spPr>
          <a:xfrm xmlns:a="http://schemas.openxmlformats.org/drawingml/2006/main">
            <a:off x="3571875" y="4324350"/>
            <a:ext cx="6381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9" name="">
            <a:extLst xmlns:a="http://schemas.openxmlformats.org/drawingml/2006/main">
              <a:ext uri="{FF2B5EF4-FFF2-40B4-BE49-F238E27FC236}">
                <a16:creationId xmlns:a16="http://schemas.microsoft.com/office/drawing/2014/main" id="{3B9378B4-BE80-4D0D-BF8A-FF09B9D6071C}"/>
              </a:ext>
            </a:extLst>
          </p:cNvPr>
          <p:cNvSpPr>
            <a:spLocks xmlns:a="http://schemas.openxmlformats.org/drawingml/2006/main" noGrp="1"/>
          </p:cNvSpPr>
          <p:nvPr/>
        </p:nvSpPr>
        <p:spPr>
          <a:xfrm xmlns:a="http://schemas.openxmlformats.org/drawingml/2006/main">
            <a:off x="4171950" y="425767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83F72C5-4E40-4BC3-B08E-AEF12C446D4B}"/>
              </a:ext>
            </a:extLst>
          </p:cNvPr>
          <p:cNvSpPr>
            <a:spLocks xmlns:a="http://schemas.openxmlformats.org/drawingml/2006/main" noGrp="1"/>
          </p:cNvSpPr>
          <p:nvPr/>
        </p:nvSpPr>
        <p:spPr>
          <a:xfrm xmlns:a="http://schemas.openxmlformats.org/drawingml/2006/main">
            <a:off x="7429500" y="4324350"/>
            <a:ext cx="6381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21" name="">
            <a:extLst xmlns:a="http://schemas.openxmlformats.org/drawingml/2006/main">
              <a:ext uri="{FF2B5EF4-FFF2-40B4-BE49-F238E27FC236}">
                <a16:creationId xmlns:a16="http://schemas.microsoft.com/office/drawing/2014/main" id="{4BEFF675-9B70-4376-B5AB-AE992A676A2C}"/>
              </a:ext>
            </a:extLst>
          </p:cNvPr>
          <p:cNvSpPr>
            <a:spLocks xmlns:a="http://schemas.openxmlformats.org/drawingml/2006/main" noGrp="1"/>
          </p:cNvSpPr>
          <p:nvPr/>
        </p:nvSpPr>
        <p:spPr>
          <a:xfrm xmlns:a="http://schemas.openxmlformats.org/drawingml/2006/main">
            <a:off x="8029575" y="4257675"/>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8973FD8-2BDE-4163-8FBB-5E71A0BD1EE7}"/>
              </a:ext>
            </a:extLst>
          </p:cNvPr>
          <p:cNvSpPr>
            <a:spLocks xmlns:a="http://schemas.openxmlformats.org/drawingml/2006/main" noGrp="1"/>
          </p:cNvSpPr>
          <p:nvPr/>
        </p:nvSpPr>
        <p:spPr>
          <a:xfrm xmlns:a="http://schemas.openxmlformats.org/drawingml/2006/main">
            <a:off x="704850" y="5753100"/>
            <a:ext cx="10744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E6E73"/>
                </a:solidFill>
                <a:latin typeface="Inter"/>
                <a:ea typeface="Inter"/>
                <a:cs typeface="Inter"/>
              </a:defRPr>
            </a:pPr>
            <a:r>
              <a:rPr sz="1725" b="0">
                <a:solidFill>
                  <a:srgbClr val="6E6E73"/>
                </a:solidFill>
                <a:latin typeface="Inter"/>
                <a:ea typeface="Inter"/>
                <a:cs typeface="Inter"/>
              </a:rPr>
              <a:t>The coordinator did not add implementation patches. Tool operations are not model calls.</a:t>
            </a:r>
          </a:p>
        </p:txBody>
      </p:sp>
    </p:spTree>
    <p:extLst>
      <p:ext uri="{BB962C8B-B14F-4D97-AF65-F5344CB8AC3E}">
        <p14:creationId xmlns:p14="http://schemas.microsoft.com/office/powerpoint/2010/main" val="3514766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3DD0B7E-4770-4D4F-9EA6-452CAF86EC24}"/>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successful continuation is explicit</a:t>
            </a:r>
          </a:p>
        </p:txBody>
      </p:sp>
      <p:sp>
        <p:nvSpPr>
          <p:cNvPr id="2" name="">
            <a:extLst xmlns:a="http://schemas.openxmlformats.org/drawingml/2006/main">
              <a:ext uri="{FF2B5EF4-FFF2-40B4-BE49-F238E27FC236}">
                <a16:creationId xmlns:a16="http://schemas.microsoft.com/office/drawing/2014/main" id="{1FCB0148-F96D-4419-AEF8-BC36083626B9}"/>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Earlier incomplete trials retain their original status.</a:t>
            </a:r>
          </a:p>
        </p:txBody>
      </p:sp>
      <p:sp>
        <p:nvSpPr>
          <p:cNvPr id="3" name="">
            <a:extLst xmlns:a="http://schemas.openxmlformats.org/drawingml/2006/main">
              <a:ext uri="{FF2B5EF4-FFF2-40B4-BE49-F238E27FC236}">
                <a16:creationId xmlns:a16="http://schemas.microsoft.com/office/drawing/2014/main" id="{C5DBE69D-2388-4E3A-BF63-D41807A3F4BC}"/>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1B01DE-EB77-4990-9123-EC1FC86CCB53}"/>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9c5966e1c92f425a"/>
              </a:rPr>
              <a:t>A / Trial ledger and separately authorized correction 4</a:t>
            </a:r>
          </a:p>
        </p:txBody>
      </p:sp>
      <p:sp>
        <p:nvSpPr>
          <p:cNvPr id="5" name="">
            <a:extLst xmlns:a="http://schemas.openxmlformats.org/drawingml/2006/main">
              <a:ext uri="{FF2B5EF4-FFF2-40B4-BE49-F238E27FC236}">
                <a16:creationId xmlns:a16="http://schemas.microsoft.com/office/drawing/2014/main" id="{7C96CC36-E97A-42AA-A958-764EDBB6A8BD}"/>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22</a:t>
            </a:r>
          </a:p>
        </p:txBody>
      </p:sp>
      <p:sp>
        <p:nvSpPr>
          <p:cNvPr id="6" name="">
            <a:extLst xmlns:a="http://schemas.openxmlformats.org/drawingml/2006/main">
              <a:ext uri="{FF2B5EF4-FFF2-40B4-BE49-F238E27FC236}">
                <a16:creationId xmlns:a16="http://schemas.microsoft.com/office/drawing/2014/main" id="{B5A3549E-2C18-4FF4-BCA8-F75A6880CA6D}"/>
              </a:ext>
            </a:extLst>
          </p:cNvPr>
          <p:cNvSpPr>
            <a:spLocks xmlns:a="http://schemas.openxmlformats.org/drawingml/2006/main" noGrp="1"/>
          </p:cNvSpPr>
          <p:nvPr/>
        </p:nvSpPr>
        <p:spPr>
          <a:xfrm xmlns:a="http://schemas.openxmlformats.org/drawingml/2006/main">
            <a:off x="704850" y="2609850"/>
            <a:ext cx="3057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G54B1</a:t>
            </a:r>
          </a:p>
        </p:txBody>
      </p:sp>
      <p:sp>
        <p:nvSpPr>
          <p:cNvPr id="7" name="">
            <a:extLst xmlns:a="http://schemas.openxmlformats.org/drawingml/2006/main">
              <a:ext uri="{FF2B5EF4-FFF2-40B4-BE49-F238E27FC236}">
                <a16:creationId xmlns:a16="http://schemas.microsoft.com/office/drawing/2014/main" id="{1A60219C-4C5A-490B-A431-32E6DA75D30C}"/>
              </a:ext>
            </a:extLst>
          </p:cNvPr>
          <p:cNvSpPr>
            <a:spLocks xmlns:a="http://schemas.openxmlformats.org/drawingml/2006/main" noGrp="1"/>
          </p:cNvSpPr>
          <p:nvPr/>
        </p:nvSpPr>
        <p:spPr>
          <a:xfrm xmlns:a="http://schemas.openxmlformats.org/drawingml/2006/main">
            <a:off x="704850" y="3076575"/>
            <a:ext cx="3057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1D1D1F"/>
                </a:solidFill>
                <a:latin typeface="Inter"/>
                <a:ea typeface="Inter"/>
                <a:cs typeface="Inter"/>
              </a:defRPr>
            </a:pPr>
            <a:r>
              <a:rPr sz="2700" b="1">
                <a:solidFill>
                  <a:srgbClr val="1D1D1F"/>
                </a:solidFill>
                <a:latin typeface="Inter"/>
                <a:ea typeface="Inter"/>
                <a:cs typeface="Inter"/>
              </a:rPr>
              <a:t>INCOMPLETE</a:t>
            </a:r>
          </a:p>
        </p:txBody>
      </p:sp>
      <p:sp>
        <p:nvSpPr>
          <p:cNvPr id="8" name="">
            <a:extLst xmlns:a="http://schemas.openxmlformats.org/drawingml/2006/main">
              <a:ext uri="{FF2B5EF4-FFF2-40B4-BE49-F238E27FC236}">
                <a16:creationId xmlns:a16="http://schemas.microsoft.com/office/drawing/2014/main" id="{8024DBC6-1F77-4099-94E7-3B69BA7B5177}"/>
              </a:ext>
            </a:extLst>
          </p:cNvPr>
          <p:cNvSpPr>
            <a:spLocks xmlns:a="http://schemas.openxmlformats.org/drawingml/2006/main" noGrp="1"/>
          </p:cNvSpPr>
          <p:nvPr/>
        </p:nvSpPr>
        <p:spPr>
          <a:xfrm xmlns:a="http://schemas.openxmlformats.org/drawingml/2006/main">
            <a:off x="704850" y="3914775"/>
            <a:ext cx="302895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72A64A7-D00E-4F62-9A86-F4B942D8EC22}"/>
              </a:ext>
            </a:extLst>
          </p:cNvPr>
          <p:cNvSpPr>
            <a:spLocks xmlns:a="http://schemas.openxmlformats.org/drawingml/2006/main" noGrp="1"/>
          </p:cNvSpPr>
          <p:nvPr/>
        </p:nvSpPr>
        <p:spPr>
          <a:xfrm xmlns:a="http://schemas.openxmlformats.org/drawingml/2006/main">
            <a:off x="704850" y="4257675"/>
            <a:ext cx="30575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Initial + 3 corrections</a:t>
            </a:r>
          </a:p>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Contract mismatch</a:t>
            </a:r>
          </a:p>
        </p:txBody>
      </p:sp>
      <p:sp>
        <p:nvSpPr>
          <p:cNvPr id="10" name="">
            <a:extLst xmlns:a="http://schemas.openxmlformats.org/drawingml/2006/main">
              <a:ext uri="{FF2B5EF4-FFF2-40B4-BE49-F238E27FC236}">
                <a16:creationId xmlns:a16="http://schemas.microsoft.com/office/drawing/2014/main" id="{7366430E-FC25-4936-AEE1-E2AA813BC522}"/>
              </a:ext>
            </a:extLst>
          </p:cNvPr>
          <p:cNvSpPr>
            <a:spLocks xmlns:a="http://schemas.openxmlformats.org/drawingml/2006/main" noGrp="1"/>
          </p:cNvSpPr>
          <p:nvPr/>
        </p:nvSpPr>
        <p:spPr>
          <a:xfrm xmlns:a="http://schemas.openxmlformats.org/drawingml/2006/main">
            <a:off x="4562475" y="2609850"/>
            <a:ext cx="3057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G54D</a:t>
            </a:r>
          </a:p>
        </p:txBody>
      </p:sp>
      <p:sp>
        <p:nvSpPr>
          <p:cNvPr id="11" name="">
            <a:extLst xmlns:a="http://schemas.openxmlformats.org/drawingml/2006/main">
              <a:ext uri="{FF2B5EF4-FFF2-40B4-BE49-F238E27FC236}">
                <a16:creationId xmlns:a16="http://schemas.microsoft.com/office/drawing/2014/main" id="{5D08C400-505D-437D-A92B-52BB1289D0DE}"/>
              </a:ext>
            </a:extLst>
          </p:cNvPr>
          <p:cNvSpPr>
            <a:spLocks xmlns:a="http://schemas.openxmlformats.org/drawingml/2006/main" noGrp="1"/>
          </p:cNvSpPr>
          <p:nvPr/>
        </p:nvSpPr>
        <p:spPr>
          <a:xfrm xmlns:a="http://schemas.openxmlformats.org/drawingml/2006/main">
            <a:off x="4562475" y="3076575"/>
            <a:ext cx="3057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1D1D1F"/>
                </a:solidFill>
                <a:latin typeface="Inter"/>
                <a:ea typeface="Inter"/>
                <a:cs typeface="Inter"/>
              </a:defRPr>
            </a:pPr>
            <a:r>
              <a:rPr sz="2700" b="1">
                <a:solidFill>
                  <a:srgbClr val="1D1D1F"/>
                </a:solidFill>
                <a:latin typeface="Inter"/>
                <a:ea typeface="Inter"/>
                <a:cs typeface="Inter"/>
              </a:rPr>
              <a:t>INCOMPLETE</a:t>
            </a:r>
          </a:p>
        </p:txBody>
      </p:sp>
      <p:sp>
        <p:nvSpPr>
          <p:cNvPr id="12" name="">
            <a:extLst xmlns:a="http://schemas.openxmlformats.org/drawingml/2006/main">
              <a:ext uri="{FF2B5EF4-FFF2-40B4-BE49-F238E27FC236}">
                <a16:creationId xmlns:a16="http://schemas.microsoft.com/office/drawing/2014/main" id="{07621844-0366-41D0-B9A0-D58C171A0FD5}"/>
              </a:ext>
            </a:extLst>
          </p:cNvPr>
          <p:cNvSpPr>
            <a:spLocks xmlns:a="http://schemas.openxmlformats.org/drawingml/2006/main" noGrp="1"/>
          </p:cNvSpPr>
          <p:nvPr/>
        </p:nvSpPr>
        <p:spPr>
          <a:xfrm xmlns:a="http://schemas.openxmlformats.org/drawingml/2006/main">
            <a:off x="4562475" y="3914775"/>
            <a:ext cx="302895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DCCC37-C2CD-41B1-904C-198AC654D32E}"/>
              </a:ext>
            </a:extLst>
          </p:cNvPr>
          <p:cNvSpPr>
            <a:spLocks xmlns:a="http://schemas.openxmlformats.org/drawingml/2006/main" noGrp="1"/>
          </p:cNvSpPr>
          <p:nvPr/>
        </p:nvSpPr>
        <p:spPr>
          <a:xfrm xmlns:a="http://schemas.openxmlformats.org/drawingml/2006/main">
            <a:off x="4562475" y="4257675"/>
            <a:ext cx="30575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New cold trial, initial + 3</a:t>
            </a:r>
          </a:p>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Native 15 / 16</a:t>
            </a:r>
          </a:p>
        </p:txBody>
      </p:sp>
      <p:sp>
        <p:nvSpPr>
          <p:cNvPr id="14" name="">
            <a:extLst xmlns:a="http://schemas.openxmlformats.org/drawingml/2006/main">
              <a:ext uri="{FF2B5EF4-FFF2-40B4-BE49-F238E27FC236}">
                <a16:creationId xmlns:a16="http://schemas.microsoft.com/office/drawing/2014/main" id="{511D5FCE-0159-4B85-A236-0744C2EFB5C0}"/>
              </a:ext>
            </a:extLst>
          </p:cNvPr>
          <p:cNvSpPr>
            <a:spLocks xmlns:a="http://schemas.openxmlformats.org/drawingml/2006/main" noGrp="1"/>
          </p:cNvSpPr>
          <p:nvPr/>
        </p:nvSpPr>
        <p:spPr>
          <a:xfrm xmlns:a="http://schemas.openxmlformats.org/drawingml/2006/main">
            <a:off x="8420100" y="2609850"/>
            <a:ext cx="3057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G54D1</a:t>
            </a:r>
          </a:p>
        </p:txBody>
      </p:sp>
      <p:sp>
        <p:nvSpPr>
          <p:cNvPr id="15" name="">
            <a:extLst xmlns:a="http://schemas.openxmlformats.org/drawingml/2006/main">
              <a:ext uri="{FF2B5EF4-FFF2-40B4-BE49-F238E27FC236}">
                <a16:creationId xmlns:a16="http://schemas.microsoft.com/office/drawing/2014/main" id="{8F1DF30F-8388-4975-8994-32CCB579402D}"/>
              </a:ext>
            </a:extLst>
          </p:cNvPr>
          <p:cNvSpPr>
            <a:spLocks xmlns:a="http://schemas.openxmlformats.org/drawingml/2006/main" noGrp="1"/>
          </p:cNvSpPr>
          <p:nvPr/>
        </p:nvSpPr>
        <p:spPr>
          <a:xfrm xmlns:a="http://schemas.openxmlformats.org/drawingml/2006/main">
            <a:off x="8420100" y="3076575"/>
            <a:ext cx="3057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0071E3"/>
                </a:solidFill>
                <a:latin typeface="Inter"/>
                <a:ea typeface="Inter"/>
                <a:cs typeface="Inter"/>
              </a:defRPr>
            </a:pPr>
            <a:r>
              <a:rPr sz="2700" b="1">
                <a:solidFill>
                  <a:srgbClr val="0071E3"/>
                </a:solidFill>
                <a:latin typeface="Inter"/>
                <a:ea typeface="Inter"/>
                <a:cs typeface="Inter"/>
              </a:rPr>
              <a:t>ACCEPTED</a:t>
            </a:r>
          </a:p>
        </p:txBody>
      </p:sp>
      <p:sp>
        <p:nvSpPr>
          <p:cNvPr id="16" name="">
            <a:extLst xmlns:a="http://schemas.openxmlformats.org/drawingml/2006/main">
              <a:ext uri="{FF2B5EF4-FFF2-40B4-BE49-F238E27FC236}">
                <a16:creationId xmlns:a16="http://schemas.microsoft.com/office/drawing/2014/main" id="{9CFC1912-48F6-43D7-9906-3B80FD46D520}"/>
              </a:ext>
            </a:extLst>
          </p:cNvPr>
          <p:cNvSpPr>
            <a:spLocks xmlns:a="http://schemas.openxmlformats.org/drawingml/2006/main" noGrp="1"/>
          </p:cNvSpPr>
          <p:nvPr/>
        </p:nvSpPr>
        <p:spPr>
          <a:xfrm xmlns:a="http://schemas.openxmlformats.org/drawingml/2006/main">
            <a:off x="8420100" y="3914775"/>
            <a:ext cx="302895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247DCE-D0F3-4769-AC64-EC9ED5EF77CF}"/>
              </a:ext>
            </a:extLst>
          </p:cNvPr>
          <p:cNvSpPr>
            <a:spLocks xmlns:a="http://schemas.openxmlformats.org/drawingml/2006/main" noGrp="1"/>
          </p:cNvSpPr>
          <p:nvPr/>
        </p:nvSpPr>
        <p:spPr>
          <a:xfrm xmlns:a="http://schemas.openxmlformats.org/drawingml/2006/main">
            <a:off x="8420100" y="4257675"/>
            <a:ext cx="30575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Restored continuation</a:t>
            </a:r>
          </a:p>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Authorized correction 4</a:t>
            </a:r>
          </a:p>
        </p:txBody>
      </p:sp>
      <p:sp>
        <p:nvSpPr>
          <p:cNvPr id="18" name="">
            <a:extLst xmlns:a="http://schemas.openxmlformats.org/drawingml/2006/main">
              <a:ext uri="{FF2B5EF4-FFF2-40B4-BE49-F238E27FC236}">
                <a16:creationId xmlns:a16="http://schemas.microsoft.com/office/drawing/2014/main" id="{CE9F71FC-39A4-457F-AC81-0FB0133178D8}"/>
              </a:ext>
            </a:extLst>
          </p:cNvPr>
          <p:cNvSpPr>
            <a:spLocks xmlns:a="http://schemas.openxmlformats.org/drawingml/2006/main" noGrp="1"/>
          </p:cNvSpPr>
          <p:nvPr/>
        </p:nvSpPr>
        <p:spPr>
          <a:xfrm xmlns:a="http://schemas.openxmlformats.org/drawingml/2006/main">
            <a:off x="704850" y="5781675"/>
            <a:ext cx="10744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6E6E73"/>
                </a:solidFill>
                <a:latin typeface="Inter"/>
                <a:ea typeface="Inter"/>
                <a:cs typeface="Inter"/>
              </a:defRPr>
            </a:pPr>
            <a:r>
              <a:rPr sz="1800" b="0">
                <a:solidFill>
                  <a:srgbClr val="6E6E73"/>
                </a:solidFill>
                <a:latin typeface="Inter"/>
                <a:ea typeface="Inter"/>
                <a:cs typeface="Inter"/>
              </a:rPr>
              <a:t>No new cold start. No claim that the unavailable prior model state was recreated.</a:t>
            </a:r>
          </a:p>
        </p:txBody>
      </p:sp>
    </p:spTree>
    <p:extLst>
      <p:ext uri="{BB962C8B-B14F-4D97-AF65-F5344CB8AC3E}">
        <p14:creationId xmlns:p14="http://schemas.microsoft.com/office/powerpoint/2010/main" val="49757488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1746EE-8A4D-4EB4-8350-6008FBBC3270}"/>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final correction supplied the missing Root refusal</a:t>
            </a:r>
          </a:p>
        </p:txBody>
      </p:sp>
      <p:sp>
        <p:nvSpPr>
          <p:cNvPr id="2" name="">
            <a:extLst xmlns:a="http://schemas.openxmlformats.org/drawingml/2006/main">
              <a:ext uri="{FF2B5EF4-FFF2-40B4-BE49-F238E27FC236}">
                <a16:creationId xmlns:a16="http://schemas.microsoft.com/office/drawing/2014/main" id="{034C6E90-D656-4109-8CB3-B819A8021748}"/>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technical examiner predicates stayed unchanged between D and D1.</a:t>
            </a:r>
          </a:p>
        </p:txBody>
      </p:sp>
      <p:sp>
        <p:nvSpPr>
          <p:cNvPr id="3" name="">
            <a:extLst xmlns:a="http://schemas.openxmlformats.org/drawingml/2006/main">
              <a:ext uri="{FF2B5EF4-FFF2-40B4-BE49-F238E27FC236}">
                <a16:creationId xmlns:a16="http://schemas.microsoft.com/office/drawing/2014/main" id="{80CEAB96-5069-40AD-9C4D-EE64C2808EF3}"/>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525E87-0840-4431-9E98-FF2BC68E6DD1}"/>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98ac62e9002e433a"/>
              </a:rPr>
              <a:t>A / Authenticated REVOKED and actual local Root event</a:t>
            </a:r>
          </a:p>
        </p:txBody>
      </p:sp>
      <p:sp>
        <p:nvSpPr>
          <p:cNvPr id="5" name="">
            <a:extLst xmlns:a="http://schemas.openxmlformats.org/drawingml/2006/main">
              <a:ext uri="{FF2B5EF4-FFF2-40B4-BE49-F238E27FC236}">
                <a16:creationId xmlns:a16="http://schemas.microsoft.com/office/drawing/2014/main" id="{0F3DADF0-C8A8-4A46-A094-E8DDECDCBCF8}"/>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23</a:t>
            </a:r>
          </a:p>
        </p:txBody>
      </p:sp>
      <p:sp>
        <p:nvSpPr>
          <p:cNvPr id="6" name="">
            <a:extLst xmlns:a="http://schemas.openxmlformats.org/drawingml/2006/main">
              <a:ext uri="{FF2B5EF4-FFF2-40B4-BE49-F238E27FC236}">
                <a16:creationId xmlns:a16="http://schemas.microsoft.com/office/drawing/2014/main" id="{709942D8-FBC3-43B7-9991-2D3C5C423DD1}"/>
              </a:ext>
            </a:extLst>
          </p:cNvPr>
          <p:cNvSpPr>
            <a:spLocks xmlns:a="http://schemas.openxmlformats.org/drawingml/2006/main" noGrp="1"/>
          </p:cNvSpPr>
          <p:nvPr/>
        </p:nvSpPr>
        <p:spPr>
          <a:xfrm xmlns:a="http://schemas.openxmlformats.org/drawingml/2006/main">
            <a:off x="704850" y="2628900"/>
            <a:ext cx="493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BEFORE / G54D</a:t>
            </a:r>
          </a:p>
        </p:txBody>
      </p:sp>
      <p:sp>
        <p:nvSpPr>
          <p:cNvPr id="7" name="">
            <a:extLst xmlns:a="http://schemas.openxmlformats.org/drawingml/2006/main">
              <a:ext uri="{FF2B5EF4-FFF2-40B4-BE49-F238E27FC236}">
                <a16:creationId xmlns:a16="http://schemas.microsoft.com/office/drawing/2014/main" id="{39BDE1C5-CF74-418C-AB77-6CF93074DDEA}"/>
              </a:ext>
            </a:extLst>
          </p:cNvPr>
          <p:cNvSpPr>
            <a:spLocks xmlns:a="http://schemas.openxmlformats.org/drawingml/2006/main" noGrp="1"/>
          </p:cNvSpPr>
          <p:nvPr/>
        </p:nvSpPr>
        <p:spPr>
          <a:xfrm xmlns:a="http://schemas.openxmlformats.org/drawingml/2006/main">
            <a:off x="6496050" y="2628900"/>
            <a:ext cx="4924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AFTER / G54D1</a:t>
            </a:r>
          </a:p>
        </p:txBody>
      </p:sp>
      <p:sp>
        <p:nvSpPr>
          <p:cNvPr id="8" name="">
            <a:extLst xmlns:a="http://schemas.openxmlformats.org/drawingml/2006/main">
              <a:ext uri="{FF2B5EF4-FFF2-40B4-BE49-F238E27FC236}">
                <a16:creationId xmlns:a16="http://schemas.microsoft.com/office/drawing/2014/main" id="{4CBF4D2F-74B7-4D47-B769-C983449570D8}"/>
              </a:ext>
            </a:extLst>
          </p:cNvPr>
          <p:cNvSpPr>
            <a:spLocks xmlns:a="http://schemas.openxmlformats.org/drawingml/2006/main" noGrp="1"/>
          </p:cNvSpPr>
          <p:nvPr/>
        </p:nvSpPr>
        <p:spPr>
          <a:xfrm xmlns:a="http://schemas.openxmlformats.org/drawingml/2006/main">
            <a:off x="704850" y="3048000"/>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39EC927-B0F4-4207-903C-E71D19DD9126}"/>
              </a:ext>
            </a:extLst>
          </p:cNvPr>
          <p:cNvSpPr>
            <a:spLocks xmlns:a="http://schemas.openxmlformats.org/drawingml/2006/main" noGrp="1"/>
          </p:cNvSpPr>
          <p:nvPr/>
        </p:nvSpPr>
        <p:spPr>
          <a:xfrm xmlns:a="http://schemas.openxmlformats.org/drawingml/2006/main">
            <a:off x="704850" y="3390900"/>
            <a:ext cx="4933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925" b="1">
                <a:solidFill>
                  <a:srgbClr val="1D1D1F"/>
                </a:solidFill>
                <a:latin typeface="Inter"/>
                <a:ea typeface="Inter"/>
                <a:cs typeface="Inter"/>
              </a:defRPr>
            </a:pPr>
            <a:r>
              <a:rPr sz="2925" b="1">
                <a:solidFill>
                  <a:srgbClr val="1D1D1F"/>
                </a:solidFill>
                <a:latin typeface="Inter"/>
                <a:ea typeface="Inter"/>
                <a:cs typeface="Inter"/>
              </a:rPr>
              <a:t>Correctly stopped</a:t>
            </a:r>
          </a:p>
          <a:p xmlns:a="http://schemas.openxmlformats.org/drawingml/2006/main">
            <a:pPr algn="l">
              <a:lnSpc>
                <a:spcPct val="108000"/>
              </a:lnSpc>
              <a:buNone/>
              <a:defRPr sz="2925" b="1">
                <a:solidFill>
                  <a:srgbClr val="1D1D1F"/>
                </a:solidFill>
                <a:latin typeface="Inter"/>
                <a:ea typeface="Inter"/>
                <a:cs typeface="Inter"/>
              </a:defRPr>
            </a:pPr>
            <a:r>
              <a:rPr sz="2925" b="1">
                <a:solidFill>
                  <a:srgbClr val="1D1D1F"/>
                </a:solidFill>
                <a:latin typeface="Inter"/>
                <a:ea typeface="Inter"/>
                <a:cs typeface="Inter"/>
              </a:rPr>
              <a:t>without booking</a:t>
            </a:r>
          </a:p>
        </p:txBody>
      </p:sp>
      <p:sp>
        <p:nvSpPr>
          <p:cNvPr id="10" name="">
            <a:extLst xmlns:a="http://schemas.openxmlformats.org/drawingml/2006/main">
              <a:ext uri="{FF2B5EF4-FFF2-40B4-BE49-F238E27FC236}">
                <a16:creationId xmlns:a16="http://schemas.microsoft.com/office/drawing/2014/main" id="{6E0EA62C-7D69-49F0-959C-DB529307FBCE}"/>
              </a:ext>
            </a:extLst>
          </p:cNvPr>
          <p:cNvSpPr>
            <a:spLocks xmlns:a="http://schemas.openxmlformats.org/drawingml/2006/main" noGrp="1"/>
          </p:cNvSpPr>
          <p:nvPr/>
        </p:nvSpPr>
        <p:spPr>
          <a:xfrm xmlns:a="http://schemas.openxmlformats.org/drawingml/2006/main">
            <a:off x="6496050" y="3343275"/>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400" b="1">
                <a:solidFill>
                  <a:srgbClr val="0071E3"/>
                </a:solidFill>
                <a:latin typeface="Inter"/>
                <a:ea typeface="Inter"/>
                <a:cs typeface="Inter"/>
              </a:defRPr>
            </a:pPr>
            <a:r>
              <a:rPr sz="2400" b="1">
                <a:solidFill>
                  <a:srgbClr val="0071E3"/>
                </a:solidFill>
                <a:latin typeface="Inter"/>
                <a:ea typeface="Inter"/>
                <a:cs typeface="Inter"/>
              </a:rPr>
              <a:t>Authenticated REVOKED</a:t>
            </a:r>
          </a:p>
          <a:p xmlns:a="http://schemas.openxmlformats.org/drawingml/2006/main">
            <a:pPr algn="l">
              <a:lnSpc>
                <a:spcPct val="120000"/>
              </a:lnSpc>
              <a:buNone/>
              <a:defRPr sz="2400" b="1">
                <a:solidFill>
                  <a:srgbClr val="0071E3"/>
                </a:solidFill>
                <a:latin typeface="Inter"/>
                <a:ea typeface="Inter"/>
                <a:cs typeface="Inter"/>
              </a:defRPr>
            </a:pPr>
            <a:r>
              <a:rPr sz="2400" b="1">
                <a:solidFill>
                  <a:srgbClr val="0071E3"/>
                </a:solidFill>
                <a:latin typeface="Inter"/>
                <a:ea typeface="Inter"/>
                <a:cs typeface="Inter"/>
              </a:rPr>
              <a:t>Real Root refusal</a:t>
            </a:r>
          </a:p>
          <a:p xmlns:a="http://schemas.openxmlformats.org/drawingml/2006/main">
            <a:pPr algn="l">
              <a:lnSpc>
                <a:spcPct val="120000"/>
              </a:lnSpc>
              <a:buNone/>
              <a:defRPr sz="2400" b="1">
                <a:solidFill>
                  <a:srgbClr val="0071E3"/>
                </a:solidFill>
                <a:latin typeface="Inter"/>
                <a:ea typeface="Inter"/>
                <a:cs typeface="Inter"/>
              </a:defRPr>
            </a:pPr>
            <a:r>
              <a:rPr sz="2400" b="1">
                <a:solidFill>
                  <a:srgbClr val="0071E3"/>
                </a:solidFill>
                <a:latin typeface="Inter"/>
                <a:ea typeface="Inter"/>
                <a:cs typeface="Inter"/>
              </a:rPr>
              <a:t>No BOOK or registry change</a:t>
            </a:r>
          </a:p>
        </p:txBody>
      </p:sp>
      <p:sp>
        <p:nvSpPr>
          <p:cNvPr id="11" name="">
            <a:extLst xmlns:a="http://schemas.openxmlformats.org/drawingml/2006/main">
              <a:ext uri="{FF2B5EF4-FFF2-40B4-BE49-F238E27FC236}">
                <a16:creationId xmlns:a16="http://schemas.microsoft.com/office/drawing/2014/main" id="{82E3940B-CB4D-4DD1-832A-D60FAB34A0F6}"/>
              </a:ext>
            </a:extLst>
          </p:cNvPr>
          <p:cNvSpPr>
            <a:spLocks xmlns:a="http://schemas.openxmlformats.org/drawingml/2006/main" noGrp="1"/>
          </p:cNvSpPr>
          <p:nvPr/>
        </p:nvSpPr>
        <p:spPr>
          <a:xfrm xmlns:a="http://schemas.openxmlformats.org/drawingml/2006/main">
            <a:off x="704850" y="5010150"/>
            <a:ext cx="4933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6E6E73"/>
                </a:solidFill>
                <a:latin typeface="Inter"/>
                <a:ea typeface="Inter"/>
                <a:cs typeface="Inter"/>
              </a:defRPr>
            </a:pPr>
            <a:r>
              <a:rPr sz="2175" b="0">
                <a:solidFill>
                  <a:srgbClr val="6E6E73"/>
                </a:solidFill>
                <a:latin typeface="Inter"/>
                <a:ea typeface="Inter"/>
                <a:cs typeface="Inter"/>
              </a:rPr>
              <a:t>Required Root decision missing</a:t>
            </a:r>
          </a:p>
        </p:txBody>
      </p:sp>
      <p:sp>
        <p:nvSpPr>
          <p:cNvPr id="12" name="">
            <a:extLst xmlns:a="http://schemas.openxmlformats.org/drawingml/2006/main">
              <a:ext uri="{FF2B5EF4-FFF2-40B4-BE49-F238E27FC236}">
                <a16:creationId xmlns:a16="http://schemas.microsoft.com/office/drawing/2014/main" id="{5D0DFBA9-D70B-401B-8A4C-4918F0E19409}"/>
              </a:ext>
            </a:extLst>
          </p:cNvPr>
          <p:cNvSpPr>
            <a:spLocks xmlns:a="http://schemas.openxmlformats.org/drawingml/2006/main" noGrp="1"/>
          </p:cNvSpPr>
          <p:nvPr/>
        </p:nvSpPr>
        <p:spPr>
          <a:xfrm xmlns:a="http://schemas.openxmlformats.org/drawingml/2006/main">
            <a:off x="6496050" y="5238750"/>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BLOCKED_FAIL_CLOSED</a:t>
            </a:r>
          </a:p>
        </p:txBody>
      </p:sp>
    </p:spTree>
    <p:extLst>
      <p:ext uri="{BB962C8B-B14F-4D97-AF65-F5344CB8AC3E}">
        <p14:creationId xmlns:p14="http://schemas.microsoft.com/office/powerpoint/2010/main" val="8616702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726D4-702F-45C8-9654-BC43F1011EE2}"/>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Independent implementation tested the instructions too</a:t>
            </a:r>
          </a:p>
        </p:txBody>
      </p:sp>
      <p:sp>
        <p:nvSpPr>
          <p:cNvPr id="2" name="">
            <a:extLst xmlns:a="http://schemas.openxmlformats.org/drawingml/2006/main">
              <a:ext uri="{FF2B5EF4-FFF2-40B4-BE49-F238E27FC236}">
                <a16:creationId xmlns:a16="http://schemas.microsoft.com/office/drawing/2014/main" id="{8D1C46C6-6D3C-416E-BCD0-0EBBF3FAD0E6}"/>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The early envelope mismatch led to a general, versioned repair.</a:t>
            </a:r>
          </a:p>
        </p:txBody>
      </p:sp>
      <p:sp>
        <p:nvSpPr>
          <p:cNvPr id="3" name="">
            <a:extLst xmlns:a="http://schemas.openxmlformats.org/drawingml/2006/main">
              <a:ext uri="{FF2B5EF4-FFF2-40B4-BE49-F238E27FC236}">
                <a16:creationId xmlns:a16="http://schemas.microsoft.com/office/drawing/2014/main" id="{E1BCF2E6-A444-4D81-892F-0AA2948248F6}"/>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6B083B-09F3-43EF-AD98-5A0C1D1ABE5F}"/>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4a16a847424a477f"/>
              </a:rPr>
              <a:t>A / Historical contract defect and numerical bridge</a:t>
            </a:r>
          </a:p>
        </p:txBody>
      </p:sp>
      <p:sp>
        <p:nvSpPr>
          <p:cNvPr id="5" name="">
            <a:extLst xmlns:a="http://schemas.openxmlformats.org/drawingml/2006/main">
              <a:ext uri="{FF2B5EF4-FFF2-40B4-BE49-F238E27FC236}">
                <a16:creationId xmlns:a16="http://schemas.microsoft.com/office/drawing/2014/main" id="{CF2A7B8E-62CB-4A55-8A91-B50219CDCDE5}"/>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24</a:t>
            </a:r>
          </a:p>
        </p:txBody>
      </p:sp>
      <p:sp>
        <p:nvSpPr>
          <p:cNvPr id="6" name="">
            <a:extLst xmlns:a="http://schemas.openxmlformats.org/drawingml/2006/main">
              <a:ext uri="{FF2B5EF4-FFF2-40B4-BE49-F238E27FC236}">
                <a16:creationId xmlns:a16="http://schemas.microsoft.com/office/drawing/2014/main" id="{C3DABAFE-13B9-4F7B-8397-407447F2D3DB}"/>
              </a:ext>
            </a:extLst>
          </p:cNvPr>
          <p:cNvSpPr>
            <a:spLocks xmlns:a="http://schemas.openxmlformats.org/drawingml/2006/main" noGrp="1"/>
          </p:cNvSpPr>
          <p:nvPr/>
        </p:nvSpPr>
        <p:spPr>
          <a:xfrm xmlns:a="http://schemas.openxmlformats.org/drawingml/2006/main">
            <a:off x="704850" y="25336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0071E3"/>
                </a:solidFill>
                <a:latin typeface="Inter"/>
                <a:ea typeface="Inter"/>
                <a:cs typeface="Inter"/>
              </a:defRPr>
            </a:pPr>
            <a:r>
              <a:rPr sz="2850" b="1">
                <a:solidFill>
                  <a:srgbClr val="0071E3"/>
                </a:solidFill>
                <a:latin typeface="Inter"/>
                <a:ea typeface="Inter"/>
                <a:cs typeface="Inter"/>
              </a:rPr>
              <a:t>01</a:t>
            </a:r>
          </a:p>
        </p:txBody>
      </p:sp>
      <p:sp>
        <p:nvSpPr>
          <p:cNvPr id="7" name="">
            <a:extLst xmlns:a="http://schemas.openxmlformats.org/drawingml/2006/main">
              <a:ext uri="{FF2B5EF4-FFF2-40B4-BE49-F238E27FC236}">
                <a16:creationId xmlns:a16="http://schemas.microsoft.com/office/drawing/2014/main" id="{837C4479-C3FA-4C69-A559-7513C48C1056}"/>
              </a:ext>
            </a:extLst>
          </p:cNvPr>
          <p:cNvSpPr>
            <a:spLocks xmlns:a="http://schemas.openxmlformats.org/drawingml/2006/main" noGrp="1"/>
          </p:cNvSpPr>
          <p:nvPr/>
        </p:nvSpPr>
        <p:spPr>
          <a:xfrm xmlns:a="http://schemas.openxmlformats.org/drawingml/2006/main">
            <a:off x="1590675" y="2533650"/>
            <a:ext cx="3457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B1 exposed a contradiction</a:t>
            </a:r>
          </a:p>
        </p:txBody>
      </p:sp>
      <p:sp>
        <p:nvSpPr>
          <p:cNvPr id="8" name="">
            <a:extLst xmlns:a="http://schemas.openxmlformats.org/drawingml/2006/main">
              <a:ext uri="{FF2B5EF4-FFF2-40B4-BE49-F238E27FC236}">
                <a16:creationId xmlns:a16="http://schemas.microsoft.com/office/drawing/2014/main" id="{83D7A7BC-98DC-4B9D-946F-68783207820B}"/>
              </a:ext>
            </a:extLst>
          </p:cNvPr>
          <p:cNvSpPr>
            <a:spLocks xmlns:a="http://schemas.openxmlformats.org/drawingml/2006/main" noGrp="1"/>
          </p:cNvSpPr>
          <p:nvPr/>
        </p:nvSpPr>
        <p:spPr>
          <a:xfrm xmlns:a="http://schemas.openxmlformats.org/drawingml/2006/main">
            <a:off x="5343525" y="256222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The required publication envelope referred to events that had not happened yet.</a:t>
            </a:r>
          </a:p>
        </p:txBody>
      </p:sp>
      <p:sp>
        <p:nvSpPr>
          <p:cNvPr id="9" name="">
            <a:extLst xmlns:a="http://schemas.openxmlformats.org/drawingml/2006/main">
              <a:ext uri="{FF2B5EF4-FFF2-40B4-BE49-F238E27FC236}">
                <a16:creationId xmlns:a16="http://schemas.microsoft.com/office/drawing/2014/main" id="{A0251CFC-88CE-4527-948A-D195EFB40F82}"/>
              </a:ext>
            </a:extLst>
          </p:cNvPr>
          <p:cNvSpPr>
            <a:spLocks xmlns:a="http://schemas.openxmlformats.org/drawingml/2006/main" noGrp="1"/>
          </p:cNvSpPr>
          <p:nvPr/>
        </p:nvSpPr>
        <p:spPr>
          <a:xfrm xmlns:a="http://schemas.openxmlformats.org/drawingml/2006/main">
            <a:off x="1581150" y="3371850"/>
            <a:ext cx="97917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E7B555-ADAF-4BDD-9B49-6ED09B2A73AB}"/>
              </a:ext>
            </a:extLst>
          </p:cNvPr>
          <p:cNvSpPr>
            <a:spLocks xmlns:a="http://schemas.openxmlformats.org/drawingml/2006/main" noGrp="1"/>
          </p:cNvSpPr>
          <p:nvPr/>
        </p:nvSpPr>
        <p:spPr>
          <a:xfrm xmlns:a="http://schemas.openxmlformats.org/drawingml/2006/main">
            <a:off x="704850" y="35337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0071E3"/>
                </a:solidFill>
                <a:latin typeface="Inter"/>
                <a:ea typeface="Inter"/>
                <a:cs typeface="Inter"/>
              </a:defRPr>
            </a:pPr>
            <a:r>
              <a:rPr sz="2850" b="1">
                <a:solidFill>
                  <a:srgbClr val="0071E3"/>
                </a:solidFill>
                <a:latin typeface="Inter"/>
                <a:ea typeface="Inter"/>
                <a:cs typeface="Inter"/>
              </a:rPr>
              <a:t>02</a:t>
            </a:r>
          </a:p>
        </p:txBody>
      </p:sp>
      <p:sp>
        <p:nvSpPr>
          <p:cNvPr id="11" name="">
            <a:extLst xmlns:a="http://schemas.openxmlformats.org/drawingml/2006/main">
              <a:ext uri="{FF2B5EF4-FFF2-40B4-BE49-F238E27FC236}">
                <a16:creationId xmlns:a16="http://schemas.microsoft.com/office/drawing/2014/main" id="{4BE32674-2B1C-4BFB-AC4E-213CB0A8F714}"/>
              </a:ext>
            </a:extLst>
          </p:cNvPr>
          <p:cNvSpPr>
            <a:spLocks xmlns:a="http://schemas.openxmlformats.org/drawingml/2006/main" noGrp="1"/>
          </p:cNvSpPr>
          <p:nvPr/>
        </p:nvSpPr>
        <p:spPr>
          <a:xfrm xmlns:a="http://schemas.openxmlformats.org/drawingml/2006/main">
            <a:off x="1590675" y="3533775"/>
            <a:ext cx="3457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The contract changed by version</a:t>
            </a:r>
          </a:p>
        </p:txBody>
      </p:sp>
      <p:sp>
        <p:nvSpPr>
          <p:cNvPr id="12" name="">
            <a:extLst xmlns:a="http://schemas.openxmlformats.org/drawingml/2006/main">
              <a:ext uri="{FF2B5EF4-FFF2-40B4-BE49-F238E27FC236}">
                <a16:creationId xmlns:a16="http://schemas.microsoft.com/office/drawing/2014/main" id="{B9539BB8-CDED-441F-B2CF-1D11CDAD24CB}"/>
              </a:ext>
            </a:extLst>
          </p:cNvPr>
          <p:cNvSpPr>
            <a:spLocks xmlns:a="http://schemas.openxmlformats.org/drawingml/2006/main" noGrp="1"/>
          </p:cNvSpPr>
          <p:nvPr/>
        </p:nvSpPr>
        <p:spPr>
          <a:xfrm xmlns:a="http://schemas.openxmlformats.org/drawingml/2006/main">
            <a:off x="5343525" y="3562350"/>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Work result, publication and checked context gained distinct E / B / C roles.</a:t>
            </a:r>
          </a:p>
        </p:txBody>
      </p:sp>
      <p:sp>
        <p:nvSpPr>
          <p:cNvPr id="13" name="">
            <a:extLst xmlns:a="http://schemas.openxmlformats.org/drawingml/2006/main">
              <a:ext uri="{FF2B5EF4-FFF2-40B4-BE49-F238E27FC236}">
                <a16:creationId xmlns:a16="http://schemas.microsoft.com/office/drawing/2014/main" id="{96768544-332D-4D73-B45A-5EBB926EE445}"/>
              </a:ext>
            </a:extLst>
          </p:cNvPr>
          <p:cNvSpPr>
            <a:spLocks xmlns:a="http://schemas.openxmlformats.org/drawingml/2006/main" noGrp="1"/>
          </p:cNvSpPr>
          <p:nvPr/>
        </p:nvSpPr>
        <p:spPr>
          <a:xfrm xmlns:a="http://schemas.openxmlformats.org/drawingml/2006/main">
            <a:off x="1581150" y="4371975"/>
            <a:ext cx="97917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0646331-C454-4B6F-8863-F806275C8DD9}"/>
              </a:ext>
            </a:extLst>
          </p:cNvPr>
          <p:cNvSpPr>
            <a:spLocks xmlns:a="http://schemas.openxmlformats.org/drawingml/2006/main" noGrp="1"/>
          </p:cNvSpPr>
          <p:nvPr/>
        </p:nvSpPr>
        <p:spPr>
          <a:xfrm xmlns:a="http://schemas.openxmlformats.org/drawingml/2006/main">
            <a:off x="704850" y="4533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0071E3"/>
                </a:solidFill>
                <a:latin typeface="Inter"/>
                <a:ea typeface="Inter"/>
                <a:cs typeface="Inter"/>
              </a:defRPr>
            </a:pPr>
            <a:r>
              <a:rPr sz="2850" b="1">
                <a:solidFill>
                  <a:srgbClr val="0071E3"/>
                </a:solidFill>
                <a:latin typeface="Inter"/>
                <a:ea typeface="Inter"/>
                <a:cs typeface="Inter"/>
              </a:rPr>
              <a:t>03</a:t>
            </a:r>
          </a:p>
        </p:txBody>
      </p:sp>
      <p:sp>
        <p:nvSpPr>
          <p:cNvPr id="15" name="">
            <a:extLst xmlns:a="http://schemas.openxmlformats.org/drawingml/2006/main">
              <a:ext uri="{FF2B5EF4-FFF2-40B4-BE49-F238E27FC236}">
                <a16:creationId xmlns:a16="http://schemas.microsoft.com/office/drawing/2014/main" id="{427B1FA0-29B7-4A40-BD9D-61EDAAC2906D}"/>
              </a:ext>
            </a:extLst>
          </p:cNvPr>
          <p:cNvSpPr>
            <a:spLocks xmlns:a="http://schemas.openxmlformats.org/drawingml/2006/main" noGrp="1"/>
          </p:cNvSpPr>
          <p:nvPr/>
        </p:nvSpPr>
        <p:spPr>
          <a:xfrm xmlns:a="http://schemas.openxmlformats.org/drawingml/2006/main">
            <a:off x="1590675" y="4533900"/>
            <a:ext cx="3457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D1D1F"/>
                </a:solidFill>
                <a:latin typeface="Inter"/>
                <a:ea typeface="Inter"/>
                <a:cs typeface="Inter"/>
              </a:defRPr>
            </a:pPr>
            <a:r>
              <a:rPr sz="2325" b="1">
                <a:solidFill>
                  <a:srgbClr val="1D1D1F"/>
                </a:solidFill>
                <a:latin typeface="Inter"/>
                <a:ea typeface="Inter"/>
                <a:cs typeface="Inter"/>
              </a:rPr>
              <a:t>A numerical probe preceded D</a:t>
            </a:r>
          </a:p>
        </p:txBody>
      </p:sp>
      <p:sp>
        <p:nvSpPr>
          <p:cNvPr id="16" name="">
            <a:extLst xmlns:a="http://schemas.openxmlformats.org/drawingml/2006/main">
              <a:ext uri="{FF2B5EF4-FFF2-40B4-BE49-F238E27FC236}">
                <a16:creationId xmlns:a16="http://schemas.microsoft.com/office/drawing/2014/main" id="{BDF5AA4B-3F8B-482D-9C9C-DD1D66629DCA}"/>
              </a:ext>
            </a:extLst>
          </p:cNvPr>
          <p:cNvSpPr>
            <a:spLocks xmlns:a="http://schemas.openxmlformats.org/drawingml/2006/main" noGrp="1"/>
          </p:cNvSpPr>
          <p:nvPr/>
        </p:nvSpPr>
        <p:spPr>
          <a:xfrm xmlns:a="http://schemas.openxmlformats.org/drawingml/2006/main">
            <a:off x="5343525" y="456247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An independent domain example tested the repaired handoff.</a:t>
            </a:r>
          </a:p>
        </p:txBody>
      </p:sp>
      <p:sp>
        <p:nvSpPr>
          <p:cNvPr id="17" name="">
            <a:extLst xmlns:a="http://schemas.openxmlformats.org/drawingml/2006/main">
              <a:ext uri="{FF2B5EF4-FFF2-40B4-BE49-F238E27FC236}">
                <a16:creationId xmlns:a16="http://schemas.microsoft.com/office/drawing/2014/main" id="{01C8C0B2-7C12-4FDF-947E-CB26BE11D753}"/>
              </a:ext>
            </a:extLst>
          </p:cNvPr>
          <p:cNvSpPr>
            <a:spLocks xmlns:a="http://schemas.openxmlformats.org/drawingml/2006/main" noGrp="1"/>
          </p:cNvSpPr>
          <p:nvPr/>
        </p:nvSpPr>
        <p:spPr>
          <a:xfrm xmlns:a="http://schemas.openxmlformats.org/drawingml/2006/main">
            <a:off x="704850" y="5819775"/>
            <a:ext cx="10725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0071E3"/>
                </a:solidFill>
                <a:latin typeface="Inter"/>
                <a:ea typeface="Inter"/>
                <a:cs typeface="Inter"/>
              </a:defRPr>
            </a:pPr>
            <a:r>
              <a:rPr sz="1800" b="1">
                <a:solidFill>
                  <a:srgbClr val="0071E3"/>
                </a:solidFill>
                <a:latin typeface="Inter"/>
                <a:ea typeface="Inter"/>
                <a:cs typeface="Inter"/>
              </a:rPr>
              <a:t>Frozen does not mean infallible. Preserved failures remain part of the evidence.</a:t>
            </a:r>
          </a:p>
        </p:txBody>
      </p:sp>
    </p:spTree>
    <p:extLst>
      <p:ext uri="{BB962C8B-B14F-4D97-AF65-F5344CB8AC3E}">
        <p14:creationId xmlns:p14="http://schemas.microsoft.com/office/powerpoint/2010/main" val="22979693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B7E28BA-09AF-419E-BF69-AC4570B8C1C7}"/>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The kit transfers a way of building a new domain</a:t>
            </a:r>
          </a:p>
        </p:txBody>
      </p:sp>
      <p:sp>
        <p:nvSpPr>
          <p:cNvPr id="2" name="">
            <a:extLst xmlns:a="http://schemas.openxmlformats.org/drawingml/2006/main">
              <a:ext uri="{FF2B5EF4-FFF2-40B4-BE49-F238E27FC236}">
                <a16:creationId xmlns:a16="http://schemas.microsoft.com/office/drawing/2014/main" id="{4B15F07E-9EB2-4CE9-A1ED-D5AB19E54E26}"/>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A developer can pair the general construction contract with a new subject.</a:t>
            </a:r>
          </a:p>
        </p:txBody>
      </p:sp>
      <p:sp>
        <p:nvSpPr>
          <p:cNvPr id="3" name="">
            <a:extLst xmlns:a="http://schemas.openxmlformats.org/drawingml/2006/main">
              <a:ext uri="{FF2B5EF4-FFF2-40B4-BE49-F238E27FC236}">
                <a16:creationId xmlns:a16="http://schemas.microsoft.com/office/drawing/2014/main" id="{8EAADDC4-99E7-48BE-BE9A-981ACF9E7537}"/>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A086E8-AF66-4EEE-85EB-10E6A59633CA}"/>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a444ce457ebf4e30"/>
              </a:rPr>
              <a:t>A / Published kit and the separate football example</a:t>
            </a:r>
          </a:p>
        </p:txBody>
      </p:sp>
      <p:sp>
        <p:nvSpPr>
          <p:cNvPr id="5" name="">
            <a:extLst xmlns:a="http://schemas.openxmlformats.org/drawingml/2006/main">
              <a:ext uri="{FF2B5EF4-FFF2-40B4-BE49-F238E27FC236}">
                <a16:creationId xmlns:a16="http://schemas.microsoft.com/office/drawing/2014/main" id="{C53F1169-F7A9-48BB-9434-BF4F1DFA625C}"/>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25</a:t>
            </a:r>
          </a:p>
        </p:txBody>
      </p:sp>
      <p:sp>
        <p:nvSpPr>
          <p:cNvPr id="6" name="">
            <a:extLst xmlns:a="http://schemas.openxmlformats.org/drawingml/2006/main">
              <a:ext uri="{FF2B5EF4-FFF2-40B4-BE49-F238E27FC236}">
                <a16:creationId xmlns:a16="http://schemas.microsoft.com/office/drawing/2014/main" id="{06D31A4F-E68B-4FDB-B7C6-A787C510F435}"/>
              </a:ext>
            </a:extLst>
          </p:cNvPr>
          <p:cNvSpPr>
            <a:spLocks xmlns:a="http://schemas.openxmlformats.org/drawingml/2006/main" noGrp="1"/>
          </p:cNvSpPr>
          <p:nvPr/>
        </p:nvSpPr>
        <p:spPr>
          <a:xfrm xmlns:a="http://schemas.openxmlformats.org/drawingml/2006/main">
            <a:off x="7048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GENERAL HOW</a:t>
            </a:r>
          </a:p>
        </p:txBody>
      </p:sp>
      <p:sp>
        <p:nvSpPr>
          <p:cNvPr id="7" name="">
            <a:extLst xmlns:a="http://schemas.openxmlformats.org/drawingml/2006/main">
              <a:ext uri="{FF2B5EF4-FFF2-40B4-BE49-F238E27FC236}">
                <a16:creationId xmlns:a16="http://schemas.microsoft.com/office/drawing/2014/main" id="{91E75208-308F-4F93-A8CC-C8585E44BFD0}"/>
              </a:ext>
            </a:extLst>
          </p:cNvPr>
          <p:cNvSpPr>
            <a:spLocks xmlns:a="http://schemas.openxmlformats.org/drawingml/2006/main" noGrp="1"/>
          </p:cNvSpPr>
          <p:nvPr/>
        </p:nvSpPr>
        <p:spPr>
          <a:xfrm xmlns:a="http://schemas.openxmlformats.org/drawingml/2006/main">
            <a:off x="704850" y="3000375"/>
            <a:ext cx="3327400" cy="11430"/>
          </a:xfrm>
          <a:prstGeom xmlns:a="http://schemas.openxmlformats.org/drawingml/2006/main" prst="rect">
            <a:avLst/>
          </a:prstGeom>
          <a:solidFill xmlns:a="http://schemas.openxmlformats.org/drawingml/2006/main">
            <a:srgbClr val="0071E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0A7072-344B-49F0-9DE2-98D96F60F0B3}"/>
              </a:ext>
            </a:extLst>
          </p:cNvPr>
          <p:cNvSpPr>
            <a:spLocks xmlns:a="http://schemas.openxmlformats.org/drawingml/2006/main" noGrp="1"/>
          </p:cNvSpPr>
          <p:nvPr/>
        </p:nvSpPr>
        <p:spPr>
          <a:xfrm xmlns:a="http://schemas.openxmlformats.org/drawingml/2006/main">
            <a:off x="7048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Laws and interfaces</a:t>
            </a:r>
          </a:p>
        </p:txBody>
      </p:sp>
      <p:sp>
        <p:nvSpPr>
          <p:cNvPr id="9" name="">
            <a:extLst xmlns:a="http://schemas.openxmlformats.org/drawingml/2006/main">
              <a:ext uri="{FF2B5EF4-FFF2-40B4-BE49-F238E27FC236}">
                <a16:creationId xmlns:a16="http://schemas.microsoft.com/office/drawing/2014/main" id="{08DC8E83-0ED1-4A7B-ADCC-F28576F8D41B}"/>
              </a:ext>
            </a:extLst>
          </p:cNvPr>
          <p:cNvSpPr>
            <a:spLocks xmlns:a="http://schemas.openxmlformats.org/drawingml/2006/main" noGrp="1"/>
          </p:cNvSpPr>
          <p:nvPr/>
        </p:nvSpPr>
        <p:spPr>
          <a:xfrm xmlns:a="http://schemas.openxmlformats.org/drawingml/2006/main">
            <a:off x="7048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Work, Root, DRS, provenance,</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time and machine schemas.</a:t>
            </a:r>
          </a:p>
        </p:txBody>
      </p:sp>
      <p:sp>
        <p:nvSpPr>
          <p:cNvPr id="10" name="">
            <a:extLst xmlns:a="http://schemas.openxmlformats.org/drawingml/2006/main">
              <a:ext uri="{FF2B5EF4-FFF2-40B4-BE49-F238E27FC236}">
                <a16:creationId xmlns:a16="http://schemas.microsoft.com/office/drawing/2014/main" id="{B93729F9-DCD3-41CC-82EE-9A1D0B34E431}"/>
              </a:ext>
            </a:extLst>
          </p:cNvPr>
          <p:cNvSpPr>
            <a:spLocks xmlns:a="http://schemas.openxmlformats.org/drawingml/2006/main" noGrp="1"/>
          </p:cNvSpPr>
          <p:nvPr/>
        </p:nvSpPr>
        <p:spPr>
          <a:xfrm xmlns:a="http://schemas.openxmlformats.org/drawingml/2006/main">
            <a:off x="44132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NEW WHAT</a:t>
            </a:r>
          </a:p>
        </p:txBody>
      </p:sp>
      <p:sp>
        <p:nvSpPr>
          <p:cNvPr id="11" name="">
            <a:extLst xmlns:a="http://schemas.openxmlformats.org/drawingml/2006/main">
              <a:ext uri="{FF2B5EF4-FFF2-40B4-BE49-F238E27FC236}">
                <a16:creationId xmlns:a16="http://schemas.microsoft.com/office/drawing/2014/main" id="{42FB10F6-6AEF-4C6B-A4BB-4F0001084781}"/>
              </a:ext>
            </a:extLst>
          </p:cNvPr>
          <p:cNvSpPr>
            <a:spLocks xmlns:a="http://schemas.openxmlformats.org/drawingml/2006/main" noGrp="1"/>
          </p:cNvSpPr>
          <p:nvPr/>
        </p:nvSpPr>
        <p:spPr>
          <a:xfrm xmlns:a="http://schemas.openxmlformats.org/drawingml/2006/main">
            <a:off x="44132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0E4A0E-89A9-4717-83C2-8412103980F3}"/>
              </a:ext>
            </a:extLst>
          </p:cNvPr>
          <p:cNvSpPr>
            <a:spLocks xmlns:a="http://schemas.openxmlformats.org/drawingml/2006/main" noGrp="1"/>
          </p:cNvSpPr>
          <p:nvPr/>
        </p:nvSpPr>
        <p:spPr>
          <a:xfrm xmlns:a="http://schemas.openxmlformats.org/drawingml/2006/main">
            <a:off x="44132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Subject requirements</a:t>
            </a:r>
          </a:p>
        </p:txBody>
      </p:sp>
      <p:sp>
        <p:nvSpPr>
          <p:cNvPr id="13" name="">
            <a:extLst xmlns:a="http://schemas.openxmlformats.org/drawingml/2006/main">
              <a:ext uri="{FF2B5EF4-FFF2-40B4-BE49-F238E27FC236}">
                <a16:creationId xmlns:a16="http://schemas.microsoft.com/office/drawing/2014/main" id="{2C559FCE-0EA4-4388-B71D-489DD79F872F}"/>
              </a:ext>
            </a:extLst>
          </p:cNvPr>
          <p:cNvSpPr>
            <a:spLocks xmlns:a="http://schemas.openxmlformats.org/drawingml/2006/main" noGrp="1"/>
          </p:cNvSpPr>
          <p:nvPr/>
        </p:nvSpPr>
        <p:spPr>
          <a:xfrm xmlns:a="http://schemas.openxmlformats.org/drawingml/2006/main">
            <a:off x="44132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Inputs, constraints and the</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needed outputs stay explicit.</a:t>
            </a:r>
          </a:p>
        </p:txBody>
      </p:sp>
      <p:sp>
        <p:nvSpPr>
          <p:cNvPr id="14" name="">
            <a:extLst xmlns:a="http://schemas.openxmlformats.org/drawingml/2006/main">
              <a:ext uri="{FF2B5EF4-FFF2-40B4-BE49-F238E27FC236}">
                <a16:creationId xmlns:a16="http://schemas.microsoft.com/office/drawing/2014/main" id="{808F516D-799C-4E26-B428-415B4A2AF29E}"/>
              </a:ext>
            </a:extLst>
          </p:cNvPr>
          <p:cNvSpPr>
            <a:spLocks xmlns:a="http://schemas.openxmlformats.org/drawingml/2006/main" noGrp="1"/>
          </p:cNvSpPr>
          <p:nvPr/>
        </p:nvSpPr>
        <p:spPr>
          <a:xfrm xmlns:a="http://schemas.openxmlformats.org/drawingml/2006/main">
            <a:off x="8121650" y="2638425"/>
            <a:ext cx="3327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SEPARATE ACCEPTANCE</a:t>
            </a:r>
          </a:p>
        </p:txBody>
      </p:sp>
      <p:sp>
        <p:nvSpPr>
          <p:cNvPr id="15" name="">
            <a:extLst xmlns:a="http://schemas.openxmlformats.org/drawingml/2006/main">
              <a:ext uri="{FF2B5EF4-FFF2-40B4-BE49-F238E27FC236}">
                <a16:creationId xmlns:a16="http://schemas.microsoft.com/office/drawing/2014/main" id="{E9958463-AECF-4FAF-BCDC-1134FA38E8A3}"/>
              </a:ext>
            </a:extLst>
          </p:cNvPr>
          <p:cNvSpPr>
            <a:spLocks xmlns:a="http://schemas.openxmlformats.org/drawingml/2006/main" noGrp="1"/>
          </p:cNvSpPr>
          <p:nvPr/>
        </p:nvSpPr>
        <p:spPr>
          <a:xfrm xmlns:a="http://schemas.openxmlformats.org/drawingml/2006/main">
            <a:off x="8121650" y="3000375"/>
            <a:ext cx="3327400" cy="11430"/>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9B3A3A3-7479-4184-9DD7-7981D3BE0FAC}"/>
              </a:ext>
            </a:extLst>
          </p:cNvPr>
          <p:cNvSpPr>
            <a:spLocks xmlns:a="http://schemas.openxmlformats.org/drawingml/2006/main" noGrp="1"/>
          </p:cNvSpPr>
          <p:nvPr/>
        </p:nvSpPr>
        <p:spPr>
          <a:xfrm xmlns:a="http://schemas.openxmlformats.org/drawingml/2006/main">
            <a:off x="8121650" y="3248025"/>
            <a:ext cx="3327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D1D1F"/>
                </a:solidFill>
                <a:latin typeface="Inter"/>
                <a:ea typeface="Inter"/>
                <a:cs typeface="Inter"/>
              </a:defRPr>
            </a:pPr>
            <a:r>
              <a:rPr sz="2475" b="1">
                <a:solidFill>
                  <a:srgbClr val="1D1D1F"/>
                </a:solidFill>
                <a:latin typeface="Inter"/>
                <a:ea typeface="Inter"/>
                <a:cs typeface="Inter"/>
              </a:rPr>
              <a:t>Candidate review</a:t>
            </a:r>
          </a:p>
        </p:txBody>
      </p:sp>
      <p:sp>
        <p:nvSpPr>
          <p:cNvPr id="17" name="">
            <a:extLst xmlns:a="http://schemas.openxmlformats.org/drawingml/2006/main">
              <a:ext uri="{FF2B5EF4-FFF2-40B4-BE49-F238E27FC236}">
                <a16:creationId xmlns:a16="http://schemas.microsoft.com/office/drawing/2014/main" id="{167758A6-C36C-44C9-B3C0-08694ACFE58A}"/>
              </a:ext>
            </a:extLst>
          </p:cNvPr>
          <p:cNvSpPr>
            <a:spLocks xmlns:a="http://schemas.openxmlformats.org/drawingml/2006/main" noGrp="1"/>
          </p:cNvSpPr>
          <p:nvPr/>
        </p:nvSpPr>
        <p:spPr>
          <a:xfrm xmlns:a="http://schemas.openxmlformats.org/drawingml/2006/main">
            <a:off x="8121650" y="4543425"/>
            <a:ext cx="3327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The owner decides whether</a:t>
            </a:r>
          </a:p>
          <a:p xmlns:a="http://schemas.openxmlformats.org/drawingml/2006/main">
            <a:pPr algn="l">
              <a:lnSpc>
                <a:spcPct val="115000"/>
              </a:lnSpc>
              <a:buNone/>
              <a:defRPr sz="1875" b="0">
                <a:solidFill>
                  <a:srgbClr val="6E6E73"/>
                </a:solidFill>
                <a:latin typeface="Inter"/>
                <a:ea typeface="Inter"/>
                <a:cs typeface="Inter"/>
              </a:defRPr>
            </a:pPr>
            <a:r>
              <a:rPr sz="1875" b="0">
                <a:solidFill>
                  <a:srgbClr val="6E6E73"/>
                </a:solidFill>
                <a:latin typeface="Inter"/>
                <a:ea typeface="Inter"/>
                <a:cs typeface="Inter"/>
              </a:rPr>
              <a:t>and how exact code is admitted.</a:t>
            </a:r>
          </a:p>
        </p:txBody>
      </p:sp>
      <p:sp>
        <p:nvSpPr>
          <p:cNvPr id="18" name="">
            <a:extLst xmlns:a="http://schemas.openxmlformats.org/drawingml/2006/main">
              <a:ext uri="{FF2B5EF4-FFF2-40B4-BE49-F238E27FC236}">
                <a16:creationId xmlns:a16="http://schemas.microsoft.com/office/drawing/2014/main" id="{DE6BFFE4-BF74-4752-8595-8C4307DD96C1}"/>
              </a:ext>
            </a:extLst>
          </p:cNvPr>
          <p:cNvSpPr>
            <a:spLocks xmlns:a="http://schemas.openxmlformats.org/drawingml/2006/main" noGrp="1"/>
          </p:cNvSpPr>
          <p:nvPr/>
        </p:nvSpPr>
        <p:spPr>
          <a:xfrm xmlns:a="http://schemas.openxmlformats.org/drawingml/2006/main">
            <a:off x="704850" y="5772150"/>
            <a:ext cx="10725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E6E73"/>
                </a:solidFill>
                <a:latin typeface="Inter"/>
                <a:ea typeface="Inter"/>
                <a:cs typeface="Inter"/>
              </a:defRPr>
            </a:pPr>
            <a:r>
              <a:rPr sz="1725" b="0">
                <a:solidFill>
                  <a:srgbClr val="6E6E73"/>
                </a:solidFill>
                <a:latin typeface="Inter"/>
                <a:ea typeface="Inter"/>
                <a:cs typeface="Inter"/>
              </a:rPr>
              <a:t>One working subject profile is demonstrated. The built-in Factory remains future work.</a:t>
            </a:r>
          </a:p>
        </p:txBody>
      </p:sp>
    </p:spTree>
    <p:extLst>
      <p:ext uri="{BB962C8B-B14F-4D97-AF65-F5344CB8AC3E}">
        <p14:creationId xmlns:p14="http://schemas.microsoft.com/office/powerpoint/2010/main" val="3035967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648B471-85B9-4CD0-97EA-EA6869EEE31D}"/>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Gate 5 has an admitted engineering result</a:t>
            </a:r>
          </a:p>
        </p:txBody>
      </p:sp>
      <p:sp>
        <p:nvSpPr>
          <p:cNvPr id="2" name="">
            <a:extLst xmlns:a="http://schemas.openxmlformats.org/drawingml/2006/main">
              <a:ext uri="{FF2B5EF4-FFF2-40B4-BE49-F238E27FC236}">
                <a16:creationId xmlns:a16="http://schemas.microsoft.com/office/drawing/2014/main" id="{14E521FA-CBFE-4332-8E55-9A7D050E300B}"/>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G55L committed, pushed and independently read back the accepted source.</a:t>
            </a:r>
          </a:p>
        </p:txBody>
      </p:sp>
      <p:sp>
        <p:nvSpPr>
          <p:cNvPr id="3" name="">
            <a:extLst xmlns:a="http://schemas.openxmlformats.org/drawingml/2006/main">
              <a:ext uri="{FF2B5EF4-FFF2-40B4-BE49-F238E27FC236}">
                <a16:creationId xmlns:a16="http://schemas.microsoft.com/office/drawing/2014/main" id="{7232BAD7-5058-4AE0-BC97-E5513BA64DF9}"/>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78FBF7D-546C-4CF0-B4D3-889AAD61E069}"/>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0581d9aa3a38492f"/>
              </a:rPr>
              <a:t>X / G55L actual landing and status bridge</a:t>
            </a:r>
          </a:p>
        </p:txBody>
      </p:sp>
      <p:sp>
        <p:nvSpPr>
          <p:cNvPr id="5" name="">
            <a:extLst xmlns:a="http://schemas.openxmlformats.org/drawingml/2006/main">
              <a:ext uri="{FF2B5EF4-FFF2-40B4-BE49-F238E27FC236}">
                <a16:creationId xmlns:a16="http://schemas.microsoft.com/office/drawing/2014/main" id="{2DA360DC-DAE4-48C7-AA90-AA72B346CD6B}"/>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26</a:t>
            </a:r>
          </a:p>
        </p:txBody>
      </p:sp>
      <p:sp>
        <p:nvSpPr>
          <p:cNvPr id="6" name="">
            <a:extLst xmlns:a="http://schemas.openxmlformats.org/drawingml/2006/main">
              <a:ext uri="{FF2B5EF4-FFF2-40B4-BE49-F238E27FC236}">
                <a16:creationId xmlns:a16="http://schemas.microsoft.com/office/drawing/2014/main" id="{BE7F505F-DCF8-4F98-B6F4-FC072538DB29}"/>
              </a:ext>
            </a:extLst>
          </p:cNvPr>
          <p:cNvSpPr>
            <a:spLocks xmlns:a="http://schemas.openxmlformats.org/drawingml/2006/main" noGrp="1"/>
          </p:cNvSpPr>
          <p:nvPr/>
        </p:nvSpPr>
        <p:spPr>
          <a:xfrm xmlns:a="http://schemas.openxmlformats.org/drawingml/2006/main">
            <a:off x="704850" y="2619375"/>
            <a:ext cx="106394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825" b="1">
                <a:solidFill>
                  <a:srgbClr val="0071E3"/>
                </a:solidFill>
                <a:latin typeface="Inter"/>
                <a:ea typeface="Inter"/>
                <a:cs typeface="Inter"/>
              </a:defRPr>
            </a:pPr>
            <a:r>
              <a:rPr sz="3825" b="1">
                <a:solidFill>
                  <a:srgbClr val="0071E3"/>
                </a:solidFill>
                <a:latin typeface="Inter"/>
                <a:ea typeface="Inter"/>
                <a:cs typeface="Inter"/>
              </a:rPr>
              <a:t>64f2b38b0d671e49</a:t>
            </a:r>
          </a:p>
        </p:txBody>
      </p:sp>
      <p:sp>
        <p:nvSpPr>
          <p:cNvPr id="7" name="">
            <a:extLst xmlns:a="http://schemas.openxmlformats.org/drawingml/2006/main">
              <a:ext uri="{FF2B5EF4-FFF2-40B4-BE49-F238E27FC236}">
                <a16:creationId xmlns:a16="http://schemas.microsoft.com/office/drawing/2014/main" id="{A4720405-2E8D-4598-8B9F-C22F3C2BDDFC}"/>
              </a:ext>
            </a:extLst>
          </p:cNvPr>
          <p:cNvSpPr>
            <a:spLocks xmlns:a="http://schemas.openxmlformats.org/drawingml/2006/main" noGrp="1"/>
          </p:cNvSpPr>
          <p:nvPr/>
        </p:nvSpPr>
        <p:spPr>
          <a:xfrm xmlns:a="http://schemas.openxmlformats.org/drawingml/2006/main">
            <a:off x="704850" y="3467100"/>
            <a:ext cx="107061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6E6E73"/>
                </a:solidFill>
                <a:latin typeface="Inter"/>
                <a:ea typeface="Inter"/>
                <a:cs typeface="Inter"/>
              </a:defRPr>
            </a:pPr>
            <a:r>
              <a:rPr sz="2100" b="0">
                <a:solidFill>
                  <a:srgbClr val="6E6E73"/>
                </a:solidFill>
                <a:latin typeface="Inter"/>
                <a:ea typeface="Inter"/>
                <a:cs typeface="Inter"/>
              </a:rPr>
              <a:t>Admit Gate 5 reference DRS and authored football domain</a:t>
            </a:r>
          </a:p>
        </p:txBody>
      </p:sp>
      <p:sp>
        <p:nvSpPr>
          <p:cNvPr id="8" name="">
            <a:extLst xmlns:a="http://schemas.openxmlformats.org/drawingml/2006/main">
              <a:ext uri="{FF2B5EF4-FFF2-40B4-BE49-F238E27FC236}">
                <a16:creationId xmlns:a16="http://schemas.microsoft.com/office/drawing/2014/main" id="{A8B4E5CB-AF28-4EED-BB59-7703EA4E9B2D}"/>
              </a:ext>
            </a:extLst>
          </p:cNvPr>
          <p:cNvSpPr>
            <a:spLocks xmlns:a="http://schemas.openxmlformats.org/drawingml/2006/main" noGrp="1"/>
          </p:cNvSpPr>
          <p:nvPr/>
        </p:nvSpPr>
        <p:spPr>
          <a:xfrm xmlns:a="http://schemas.openxmlformats.org/drawingml/2006/main">
            <a:off x="704850" y="4333875"/>
            <a:ext cx="304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250" b="1">
                <a:solidFill>
                  <a:srgbClr val="1D1D1F"/>
                </a:solidFill>
                <a:latin typeface="Inter"/>
                <a:ea typeface="Inter"/>
                <a:cs typeface="Inter"/>
              </a:defRPr>
            </a:pPr>
            <a:r>
              <a:rPr sz="5250" b="1">
                <a:solidFill>
                  <a:srgbClr val="1D1D1F"/>
                </a:solidFill>
                <a:latin typeface="Inter"/>
                <a:ea typeface="Inter"/>
                <a:cs typeface="Inter"/>
              </a:rPr>
              <a:t>13</a:t>
            </a:r>
          </a:p>
        </p:txBody>
      </p:sp>
      <p:sp>
        <p:nvSpPr>
          <p:cNvPr id="9" name="">
            <a:extLst xmlns:a="http://schemas.openxmlformats.org/drawingml/2006/main">
              <a:ext uri="{FF2B5EF4-FFF2-40B4-BE49-F238E27FC236}">
                <a16:creationId xmlns:a16="http://schemas.microsoft.com/office/drawing/2014/main" id="{F75B4C18-09F1-4D3C-8952-3B7227647477}"/>
              </a:ext>
            </a:extLst>
          </p:cNvPr>
          <p:cNvSpPr>
            <a:spLocks xmlns:a="http://schemas.openxmlformats.org/drawingml/2006/main" noGrp="1"/>
          </p:cNvSpPr>
          <p:nvPr/>
        </p:nvSpPr>
        <p:spPr>
          <a:xfrm xmlns:a="http://schemas.openxmlformats.org/drawingml/2006/main">
            <a:off x="704850" y="523875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shared additions</a:t>
            </a:r>
          </a:p>
        </p:txBody>
      </p:sp>
      <p:sp>
        <p:nvSpPr>
          <p:cNvPr id="10" name="">
            <a:extLst xmlns:a="http://schemas.openxmlformats.org/drawingml/2006/main">
              <a:ext uri="{FF2B5EF4-FFF2-40B4-BE49-F238E27FC236}">
                <a16:creationId xmlns:a16="http://schemas.microsoft.com/office/drawing/2014/main" id="{CB0FF853-F780-403B-B883-27E20F1879E3}"/>
              </a:ext>
            </a:extLst>
          </p:cNvPr>
          <p:cNvSpPr>
            <a:spLocks xmlns:a="http://schemas.openxmlformats.org/drawingml/2006/main" noGrp="1"/>
          </p:cNvSpPr>
          <p:nvPr/>
        </p:nvSpPr>
        <p:spPr>
          <a:xfrm xmlns:a="http://schemas.openxmlformats.org/drawingml/2006/main">
            <a:off x="4562475" y="4333875"/>
            <a:ext cx="304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250" b="1">
                <a:solidFill>
                  <a:srgbClr val="1D1D1F"/>
                </a:solidFill>
                <a:latin typeface="Inter"/>
                <a:ea typeface="Inter"/>
                <a:cs typeface="Inter"/>
              </a:defRPr>
            </a:pPr>
            <a:r>
              <a:rPr sz="5250" b="1">
                <a:solidFill>
                  <a:srgbClr val="1D1D1F"/>
                </a:solidFill>
                <a:latin typeface="Inter"/>
                <a:ea typeface="Inter"/>
                <a:cs typeface="Inter"/>
              </a:rPr>
              <a:t>24</a:t>
            </a:r>
          </a:p>
        </p:txBody>
      </p:sp>
      <p:sp>
        <p:nvSpPr>
          <p:cNvPr id="11" name="">
            <a:extLst xmlns:a="http://schemas.openxmlformats.org/drawingml/2006/main">
              <a:ext uri="{FF2B5EF4-FFF2-40B4-BE49-F238E27FC236}">
                <a16:creationId xmlns:a16="http://schemas.microsoft.com/office/drawing/2014/main" id="{C244A797-94BC-4FE5-BDAF-3066060E9D1D}"/>
              </a:ext>
            </a:extLst>
          </p:cNvPr>
          <p:cNvSpPr>
            <a:spLocks xmlns:a="http://schemas.openxmlformats.org/drawingml/2006/main" noGrp="1"/>
          </p:cNvSpPr>
          <p:nvPr/>
        </p:nvSpPr>
        <p:spPr>
          <a:xfrm xmlns:a="http://schemas.openxmlformats.org/drawingml/2006/main">
            <a:off x="4562475" y="523875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author-package files</a:t>
            </a:r>
          </a:p>
        </p:txBody>
      </p:sp>
      <p:sp>
        <p:nvSpPr>
          <p:cNvPr id="12" name="">
            <a:extLst xmlns:a="http://schemas.openxmlformats.org/drawingml/2006/main">
              <a:ext uri="{FF2B5EF4-FFF2-40B4-BE49-F238E27FC236}">
                <a16:creationId xmlns:a16="http://schemas.microsoft.com/office/drawing/2014/main" id="{D8369F56-4DEE-4F60-80C5-823E20D005E3}"/>
              </a:ext>
            </a:extLst>
          </p:cNvPr>
          <p:cNvSpPr>
            <a:spLocks xmlns:a="http://schemas.openxmlformats.org/drawingml/2006/main" noGrp="1"/>
          </p:cNvSpPr>
          <p:nvPr/>
        </p:nvSpPr>
        <p:spPr>
          <a:xfrm xmlns:a="http://schemas.openxmlformats.org/drawingml/2006/main">
            <a:off x="8420100" y="4333875"/>
            <a:ext cx="304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250" b="1">
                <a:solidFill>
                  <a:srgbClr val="1D1D1F"/>
                </a:solidFill>
                <a:latin typeface="Inter"/>
                <a:ea typeface="Inter"/>
                <a:cs typeface="Inter"/>
              </a:defRPr>
            </a:pPr>
            <a:r>
              <a:rPr sz="5250" b="1">
                <a:solidFill>
                  <a:srgbClr val="1D1D1F"/>
                </a:solidFill>
                <a:latin typeface="Inter"/>
                <a:ea typeface="Inter"/>
                <a:cs typeface="Inter"/>
              </a:rPr>
              <a:t>212</a:t>
            </a:r>
          </a:p>
        </p:txBody>
      </p:sp>
      <p:sp>
        <p:nvSpPr>
          <p:cNvPr id="13" name="">
            <a:extLst xmlns:a="http://schemas.openxmlformats.org/drawingml/2006/main">
              <a:ext uri="{FF2B5EF4-FFF2-40B4-BE49-F238E27FC236}">
                <a16:creationId xmlns:a16="http://schemas.microsoft.com/office/drawing/2014/main" id="{B6F7DFC5-4D84-4BFC-86FF-9FC93277FA54}"/>
              </a:ext>
            </a:extLst>
          </p:cNvPr>
          <p:cNvSpPr>
            <a:spLocks xmlns:a="http://schemas.openxmlformats.org/drawingml/2006/main" noGrp="1"/>
          </p:cNvSpPr>
          <p:nvPr/>
        </p:nvSpPr>
        <p:spPr>
          <a:xfrm xmlns:a="http://schemas.openxmlformats.org/drawingml/2006/main">
            <a:off x="8420100" y="523875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6E6E73"/>
                </a:solidFill>
                <a:latin typeface="Inter"/>
                <a:ea typeface="Inter"/>
                <a:cs typeface="Inter"/>
              </a:defRPr>
            </a:pPr>
            <a:r>
              <a:rPr sz="2025" b="0">
                <a:solidFill>
                  <a:srgbClr val="6E6E73"/>
                </a:solidFill>
                <a:latin typeface="Inter"/>
                <a:ea typeface="Inter"/>
                <a:cs typeface="Inter"/>
              </a:rPr>
              <a:t>total new paths</a:t>
            </a:r>
          </a:p>
        </p:txBody>
      </p:sp>
      <p:sp>
        <p:nvSpPr>
          <p:cNvPr id="14" name="">
            <a:extLst xmlns:a="http://schemas.openxmlformats.org/drawingml/2006/main">
              <a:ext uri="{FF2B5EF4-FFF2-40B4-BE49-F238E27FC236}">
                <a16:creationId xmlns:a16="http://schemas.microsoft.com/office/drawing/2014/main" id="{C7504E12-99A4-4D78-909D-EC5B38026CC7}"/>
              </a:ext>
            </a:extLst>
          </p:cNvPr>
          <p:cNvSpPr>
            <a:spLocks xmlns:a="http://schemas.openxmlformats.org/drawingml/2006/main" noGrp="1"/>
          </p:cNvSpPr>
          <p:nvPr/>
        </p:nvSpPr>
        <p:spPr>
          <a:xfrm xmlns:a="http://schemas.openxmlformats.org/drawingml/2006/main">
            <a:off x="704850" y="5829300"/>
            <a:ext cx="10725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E6E73"/>
                </a:solidFill>
                <a:latin typeface="Inter"/>
                <a:ea typeface="Inter"/>
                <a:cs typeface="Inter"/>
              </a:defRPr>
            </a:pPr>
            <a:r>
              <a:rPr sz="1725" b="0">
                <a:solidFill>
                  <a:srgbClr val="6E6E73"/>
                </a:solidFill>
                <a:latin typeface="Inter"/>
                <a:ea typeface="Inter"/>
                <a:cs typeface="Inter"/>
              </a:rPr>
              <a:t>Engineering admitted. G56 publication receives a separate status.</a:t>
            </a:r>
          </a:p>
        </p:txBody>
      </p:sp>
    </p:spTree>
    <p:extLst>
      <p:ext uri="{BB962C8B-B14F-4D97-AF65-F5344CB8AC3E}">
        <p14:creationId xmlns:p14="http://schemas.microsoft.com/office/powerpoint/2010/main" val="2829724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E8BC6FB-C3D6-4E8A-B4E5-290E4C13B57E}"/>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Saved work can be inspected without repeating it</a:t>
            </a:r>
          </a:p>
        </p:txBody>
      </p:sp>
      <p:sp>
        <p:nvSpPr>
          <p:cNvPr id="2" name="">
            <a:extLst xmlns:a="http://schemas.openxmlformats.org/drawingml/2006/main">
              <a:ext uri="{FF2B5EF4-FFF2-40B4-BE49-F238E27FC236}">
                <a16:creationId xmlns:a16="http://schemas.microsoft.com/office/drawing/2014/main" id="{D240262D-A91F-495B-BD65-501CB021C0BE}"/>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Pure verification checks the recorded evidence without new domain effects.</a:t>
            </a:r>
          </a:p>
        </p:txBody>
      </p:sp>
      <p:sp>
        <p:nvSpPr>
          <p:cNvPr id="3" name="">
            <a:extLst xmlns:a="http://schemas.openxmlformats.org/drawingml/2006/main">
              <a:ext uri="{FF2B5EF4-FFF2-40B4-BE49-F238E27FC236}">
                <a16:creationId xmlns:a16="http://schemas.microsoft.com/office/drawing/2014/main" id="{D423552B-68B9-4575-A260-1F1F3949FE4A}"/>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D9ED2C-3F00-42AD-8BCA-D161185567A9}"/>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57e1f7ca81c947db"/>
              </a:rPr>
              <a:t>X / Supplied proof and installed verification route</a:t>
            </a:r>
          </a:p>
        </p:txBody>
      </p:sp>
      <p:sp>
        <p:nvSpPr>
          <p:cNvPr id="5" name="">
            <a:extLst xmlns:a="http://schemas.openxmlformats.org/drawingml/2006/main">
              <a:ext uri="{FF2B5EF4-FFF2-40B4-BE49-F238E27FC236}">
                <a16:creationId xmlns:a16="http://schemas.microsoft.com/office/drawing/2014/main" id="{DDD46A19-DE80-4657-9C69-447FF45460DC}"/>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27</a:t>
            </a:r>
          </a:p>
        </p:txBody>
      </p:sp>
      <p:sp>
        <p:nvSpPr>
          <p:cNvPr id="6" name="">
            <a:extLst xmlns:a="http://schemas.openxmlformats.org/drawingml/2006/main">
              <a:ext uri="{FF2B5EF4-FFF2-40B4-BE49-F238E27FC236}">
                <a16:creationId xmlns:a16="http://schemas.microsoft.com/office/drawing/2014/main" id="{7001E3E3-8285-4C27-A94B-4AC3A5909AC7}"/>
              </a:ext>
            </a:extLst>
          </p:cNvPr>
          <p:cNvSpPr>
            <a:spLocks xmlns:a="http://schemas.openxmlformats.org/drawingml/2006/main" noGrp="1"/>
          </p:cNvSpPr>
          <p:nvPr/>
        </p:nvSpPr>
        <p:spPr>
          <a:xfrm xmlns:a="http://schemas.openxmlformats.org/drawingml/2006/main">
            <a:off x="704850" y="2619375"/>
            <a:ext cx="491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G54D1 / TWO SUPPLIED RESULTS</a:t>
            </a:r>
          </a:p>
        </p:txBody>
      </p:sp>
      <p:sp>
        <p:nvSpPr>
          <p:cNvPr id="7" name="">
            <a:extLst xmlns:a="http://schemas.openxmlformats.org/drawingml/2006/main">
              <a:ext uri="{FF2B5EF4-FFF2-40B4-BE49-F238E27FC236}">
                <a16:creationId xmlns:a16="http://schemas.microsoft.com/office/drawing/2014/main" id="{993F6B3A-0BC2-4BA3-89E0-61CD2956F940}"/>
              </a:ext>
            </a:extLst>
          </p:cNvPr>
          <p:cNvSpPr>
            <a:spLocks xmlns:a="http://schemas.openxmlformats.org/drawingml/2006/main" noGrp="1"/>
          </p:cNvSpPr>
          <p:nvPr/>
        </p:nvSpPr>
        <p:spPr>
          <a:xfrm xmlns:a="http://schemas.openxmlformats.org/drawingml/2006/main">
            <a:off x="6515100" y="2619375"/>
            <a:ext cx="4924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G55L / INSTALLED PROOF</a:t>
            </a:r>
          </a:p>
        </p:txBody>
      </p:sp>
      <p:sp>
        <p:nvSpPr>
          <p:cNvPr id="8" name="">
            <a:extLst xmlns:a="http://schemas.openxmlformats.org/drawingml/2006/main">
              <a:ext uri="{FF2B5EF4-FFF2-40B4-BE49-F238E27FC236}">
                <a16:creationId xmlns:a16="http://schemas.microsoft.com/office/drawing/2014/main" id="{FCD752B9-81C0-4CB8-BDAB-5B95ED0821C1}"/>
              </a:ext>
            </a:extLst>
          </p:cNvPr>
          <p:cNvSpPr>
            <a:spLocks xmlns:a="http://schemas.openxmlformats.org/drawingml/2006/main" noGrp="1"/>
          </p:cNvSpPr>
          <p:nvPr/>
        </p:nvSpPr>
        <p:spPr>
          <a:xfrm xmlns:a="http://schemas.openxmlformats.org/drawingml/2006/main">
            <a:off x="704850" y="3048000"/>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9BA1F2-6717-4B80-8DD7-189486B50DE0}"/>
              </a:ext>
            </a:extLst>
          </p:cNvPr>
          <p:cNvSpPr>
            <a:spLocks xmlns:a="http://schemas.openxmlformats.org/drawingml/2006/main" noGrp="1"/>
          </p:cNvSpPr>
          <p:nvPr/>
        </p:nvSpPr>
        <p:spPr>
          <a:xfrm xmlns:a="http://schemas.openxmlformats.org/drawingml/2006/main">
            <a:off x="704850" y="3457575"/>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0071E3"/>
                </a:solidFill>
                <a:latin typeface="Inter"/>
                <a:ea typeface="Inter"/>
                <a:cs typeface="Inter"/>
              </a:defRPr>
            </a:pPr>
            <a:r>
              <a:rPr sz="3450" b="1">
                <a:solidFill>
                  <a:srgbClr val="0071E3"/>
                </a:solidFill>
                <a:latin typeface="Inter"/>
                <a:ea typeface="Inter"/>
                <a:cs typeface="Inter"/>
              </a:rPr>
              <a:t>32,702 bytes</a:t>
            </a:r>
          </a:p>
        </p:txBody>
      </p:sp>
      <p:sp>
        <p:nvSpPr>
          <p:cNvPr id="10" name="">
            <a:extLst xmlns:a="http://schemas.openxmlformats.org/drawingml/2006/main">
              <a:ext uri="{FF2B5EF4-FFF2-40B4-BE49-F238E27FC236}">
                <a16:creationId xmlns:a16="http://schemas.microsoft.com/office/drawing/2014/main" id="{EAB2BEC8-FB30-4DD4-97E6-1A83F50F3DDA}"/>
              </a:ext>
            </a:extLst>
          </p:cNvPr>
          <p:cNvSpPr>
            <a:spLocks xmlns:a="http://schemas.openxmlformats.org/drawingml/2006/main" noGrp="1"/>
          </p:cNvSpPr>
          <p:nvPr/>
        </p:nvSpPr>
        <p:spPr>
          <a:xfrm xmlns:a="http://schemas.openxmlformats.org/drawingml/2006/main">
            <a:off x="6515100" y="3457575"/>
            <a:ext cx="49339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450" b="1">
                <a:solidFill>
                  <a:srgbClr val="0071E3"/>
                </a:solidFill>
                <a:latin typeface="Inter"/>
                <a:ea typeface="Inter"/>
                <a:cs typeface="Inter"/>
              </a:defRPr>
            </a:pPr>
            <a:r>
              <a:rPr sz="3450" b="1">
                <a:solidFill>
                  <a:srgbClr val="0071E3"/>
                </a:solidFill>
                <a:latin typeface="Inter"/>
                <a:ea typeface="Inter"/>
                <a:cs typeface="Inter"/>
              </a:rPr>
              <a:t>37,389 bytes</a:t>
            </a:r>
          </a:p>
        </p:txBody>
      </p:sp>
      <p:sp>
        <p:nvSpPr>
          <p:cNvPr id="11" name="">
            <a:extLst xmlns:a="http://schemas.openxmlformats.org/drawingml/2006/main">
              <a:ext uri="{FF2B5EF4-FFF2-40B4-BE49-F238E27FC236}">
                <a16:creationId xmlns:a16="http://schemas.microsoft.com/office/drawing/2014/main" id="{3451393B-7253-4094-AC88-60705500ED5E}"/>
              </a:ext>
            </a:extLst>
          </p:cNvPr>
          <p:cNvSpPr>
            <a:spLocks xmlns:a="http://schemas.openxmlformats.org/drawingml/2006/main" noGrp="1"/>
          </p:cNvSpPr>
          <p:nvPr/>
        </p:nvSpPr>
        <p:spPr>
          <a:xfrm xmlns:a="http://schemas.openxmlformats.org/drawingml/2006/main">
            <a:off x="704850" y="4552950"/>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The two results match</a:t>
            </a:r>
          </a:p>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byte for byte.</a:t>
            </a:r>
          </a:p>
        </p:txBody>
      </p:sp>
      <p:sp>
        <p:nvSpPr>
          <p:cNvPr id="12" name="">
            <a:extLst xmlns:a="http://schemas.openxmlformats.org/drawingml/2006/main">
              <a:ext uri="{FF2B5EF4-FFF2-40B4-BE49-F238E27FC236}">
                <a16:creationId xmlns:a16="http://schemas.microsoft.com/office/drawing/2014/main" id="{6C68E322-F78F-4B09-A8A8-9E604F7BD962}"/>
              </a:ext>
            </a:extLst>
          </p:cNvPr>
          <p:cNvSpPr>
            <a:spLocks xmlns:a="http://schemas.openxmlformats.org/drawingml/2006/main" noGrp="1"/>
          </p:cNvSpPr>
          <p:nvPr/>
        </p:nvSpPr>
        <p:spPr>
          <a:xfrm xmlns:a="http://schemas.openxmlformats.org/drawingml/2006/main">
            <a:off x="6515100" y="4552950"/>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Matches its own expected</a:t>
            </a:r>
          </a:p>
          <a:p xmlns:a="http://schemas.openxmlformats.org/drawingml/2006/main">
            <a:pPr algn="l">
              <a:lnSpc>
                <a:spcPct val="108000"/>
              </a:lnSpc>
              <a:buNone/>
              <a:defRPr sz="2400" b="1">
                <a:solidFill>
                  <a:srgbClr val="1D1D1F"/>
                </a:solidFill>
                <a:latin typeface="Inter"/>
                <a:ea typeface="Inter"/>
                <a:cs typeface="Inter"/>
              </a:defRPr>
            </a:pPr>
            <a:r>
              <a:rPr sz="2400" b="1">
                <a:solidFill>
                  <a:srgbClr val="1D1D1F"/>
                </a:solidFill>
                <a:latin typeface="Inter"/>
                <a:ea typeface="Inter"/>
                <a:cs typeface="Inter"/>
              </a:rPr>
              <a:t>canonical result.</a:t>
            </a:r>
          </a:p>
        </p:txBody>
      </p:sp>
      <p:sp>
        <p:nvSpPr>
          <p:cNvPr id="13" name="">
            <a:extLst xmlns:a="http://schemas.openxmlformats.org/drawingml/2006/main">
              <a:ext uri="{FF2B5EF4-FFF2-40B4-BE49-F238E27FC236}">
                <a16:creationId xmlns:a16="http://schemas.microsoft.com/office/drawing/2014/main" id="{2BB44A9D-1C52-49D5-86E3-0EA7AAF59A4E}"/>
              </a:ext>
            </a:extLst>
          </p:cNvPr>
          <p:cNvSpPr>
            <a:spLocks xmlns:a="http://schemas.openxmlformats.org/drawingml/2006/main" noGrp="1"/>
          </p:cNvSpPr>
          <p:nvPr/>
        </p:nvSpPr>
        <p:spPr>
          <a:xfrm xmlns:a="http://schemas.openxmlformats.org/drawingml/2006/main">
            <a:off x="704850" y="5781675"/>
            <a:ext cx="107346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6E6E73"/>
                </a:solidFill>
                <a:latin typeface="Inter"/>
                <a:ea typeface="Inter"/>
                <a:cs typeface="Inter"/>
              </a:defRPr>
            </a:pPr>
            <a:r>
              <a:rPr sz="1650" b="0">
                <a:solidFill>
                  <a:srgbClr val="6E6E73"/>
                </a:solidFill>
                <a:latin typeface="Inter"/>
                <a:ea typeface="Inter"/>
                <a:cs typeface="Inter"/>
              </a:rPr>
              <a:t>Verification reads data and runs declared pure subprocesses. No new model or native execution.</a:t>
            </a:r>
          </a:p>
        </p:txBody>
      </p:sp>
    </p:spTree>
    <p:extLst>
      <p:ext uri="{BB962C8B-B14F-4D97-AF65-F5344CB8AC3E}">
        <p14:creationId xmlns:p14="http://schemas.microsoft.com/office/powerpoint/2010/main" val="124431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6D5B76C-93DC-4C14-A0A3-657AE1AB10F7}"/>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Addressable experience can connect independent systems</a:t>
            </a:r>
          </a:p>
        </p:txBody>
      </p:sp>
      <p:sp>
        <p:nvSpPr>
          <p:cNvPr id="2" name="">
            <a:extLst xmlns:a="http://schemas.openxmlformats.org/drawingml/2006/main">
              <a:ext uri="{FF2B5EF4-FFF2-40B4-BE49-F238E27FC236}">
                <a16:creationId xmlns:a16="http://schemas.microsoft.com/office/drawing/2014/main" id="{9DD08249-9B5A-4A1C-B446-3F8F815848D5}"/>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Gate 5 shows the foundation. Wider cooperation remains an architectural extension.</a:t>
            </a:r>
          </a:p>
        </p:txBody>
      </p:sp>
      <p:sp>
        <p:nvSpPr>
          <p:cNvPr id="3" name="">
            <a:extLst xmlns:a="http://schemas.openxmlformats.org/drawingml/2006/main">
              <a:ext uri="{FF2B5EF4-FFF2-40B4-BE49-F238E27FC236}">
                <a16:creationId xmlns:a16="http://schemas.microsoft.com/office/drawing/2014/main" id="{227A2503-FCF6-433F-8E43-593ADC9A388B}"/>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BD261A-F999-4411-93D1-5D9BEFC483E2}"/>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ab2ce5d87bd64631"/>
              </a:rPr>
              <a:t>D / Observed exchange and the future cooperation path</a:t>
            </a:r>
          </a:p>
        </p:txBody>
      </p:sp>
      <p:sp>
        <p:nvSpPr>
          <p:cNvPr id="5" name="">
            <a:extLst xmlns:a="http://schemas.openxmlformats.org/drawingml/2006/main">
              <a:ext uri="{FF2B5EF4-FFF2-40B4-BE49-F238E27FC236}">
                <a16:creationId xmlns:a16="http://schemas.microsoft.com/office/drawing/2014/main" id="{84241F97-831A-4737-A274-55968E3129B6}"/>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28</a:t>
            </a:r>
          </a:p>
        </p:txBody>
      </p:sp>
      <p:sp>
        <p:nvSpPr>
          <p:cNvPr id="6" name="">
            <a:extLst xmlns:a="http://schemas.openxmlformats.org/drawingml/2006/main">
              <a:ext uri="{FF2B5EF4-FFF2-40B4-BE49-F238E27FC236}">
                <a16:creationId xmlns:a16="http://schemas.microsoft.com/office/drawing/2014/main" id="{427CCE54-5F22-41D5-98FA-BE9EC3DA4F35}"/>
              </a:ext>
            </a:extLst>
          </p:cNvPr>
          <p:cNvSpPr>
            <a:spLocks xmlns:a="http://schemas.openxmlformats.org/drawingml/2006/main" noGrp="1"/>
          </p:cNvSpPr>
          <p:nvPr/>
        </p:nvSpPr>
        <p:spPr>
          <a:xfrm xmlns:a="http://schemas.openxmlformats.org/drawingml/2006/main">
            <a:off x="704850" y="2581275"/>
            <a:ext cx="10734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OBSERVED IN GATE 5</a:t>
            </a:r>
          </a:p>
        </p:txBody>
      </p:sp>
      <p:sp>
        <p:nvSpPr>
          <p:cNvPr id="7" name="">
            <a:extLst xmlns:a="http://schemas.openxmlformats.org/drawingml/2006/main">
              <a:ext uri="{FF2B5EF4-FFF2-40B4-BE49-F238E27FC236}">
                <a16:creationId xmlns:a16="http://schemas.microsoft.com/office/drawing/2014/main" id="{EFB4BAAF-6DD7-4889-AB74-211C8873ED9F}"/>
              </a:ext>
            </a:extLst>
          </p:cNvPr>
          <p:cNvSpPr>
            <a:spLocks xmlns:a="http://schemas.openxmlformats.org/drawingml/2006/main" noGrp="1"/>
          </p:cNvSpPr>
          <p:nvPr/>
        </p:nvSpPr>
        <p:spPr>
          <a:xfrm xmlns:a="http://schemas.openxmlformats.org/drawingml/2006/main">
            <a:off x="704850" y="3009900"/>
            <a:ext cx="2371725" cy="7429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8" name="">
            <a:extLst xmlns:a="http://schemas.openxmlformats.org/drawingml/2006/main">
              <a:ext uri="{FF2B5EF4-FFF2-40B4-BE49-F238E27FC236}">
                <a16:creationId xmlns:a16="http://schemas.microsoft.com/office/drawing/2014/main" id="{168D82DC-D3BD-4523-B128-C0A954B548B4}"/>
              </a:ext>
            </a:extLst>
          </p:cNvPr>
          <p:cNvSpPr>
            <a:spLocks xmlns:a="http://schemas.openxmlformats.org/drawingml/2006/main" noGrp="1"/>
          </p:cNvSpPr>
          <p:nvPr/>
        </p:nvSpPr>
        <p:spPr>
          <a:xfrm xmlns:a="http://schemas.openxmlformats.org/drawingml/2006/main">
            <a:off x="847725" y="3133725"/>
            <a:ext cx="2085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Owner A</a:t>
            </a:r>
          </a:p>
        </p:txBody>
      </p:sp>
      <p:sp>
        <p:nvSpPr>
          <p:cNvPr id="9" name="">
            <a:extLst xmlns:a="http://schemas.openxmlformats.org/drawingml/2006/main">
              <a:ext uri="{FF2B5EF4-FFF2-40B4-BE49-F238E27FC236}">
                <a16:creationId xmlns:a16="http://schemas.microsoft.com/office/drawing/2014/main" id="{FC29CC04-CB97-4B99-9BCF-27C61D38B7D6}"/>
              </a:ext>
            </a:extLst>
          </p:cNvPr>
          <p:cNvSpPr>
            <a:spLocks xmlns:a="http://schemas.openxmlformats.org/drawingml/2006/main" noGrp="1"/>
          </p:cNvSpPr>
          <p:nvPr/>
        </p:nvSpPr>
        <p:spPr>
          <a:xfrm xmlns:a="http://schemas.openxmlformats.org/drawingml/2006/main">
            <a:off x="3152775" y="3381375"/>
            <a:ext cx="552450"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0" name="">
            <a:extLst xmlns:a="http://schemas.openxmlformats.org/drawingml/2006/main">
              <a:ext uri="{FF2B5EF4-FFF2-40B4-BE49-F238E27FC236}">
                <a16:creationId xmlns:a16="http://schemas.microsoft.com/office/drawing/2014/main" id="{9F0C5280-45F9-4F6A-85C8-1339F7F69DB5}"/>
              </a:ext>
            </a:extLst>
          </p:cNvPr>
          <p:cNvSpPr>
            <a:spLocks xmlns:a="http://schemas.openxmlformats.org/drawingml/2006/main" noGrp="1"/>
          </p:cNvSpPr>
          <p:nvPr/>
        </p:nvSpPr>
        <p:spPr>
          <a:xfrm xmlns:a="http://schemas.openxmlformats.org/drawingml/2006/main">
            <a:off x="3667125" y="331470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2E6D5C-FB16-4FE0-878A-0965A2D6B524}"/>
              </a:ext>
            </a:extLst>
          </p:cNvPr>
          <p:cNvSpPr>
            <a:spLocks xmlns:a="http://schemas.openxmlformats.org/drawingml/2006/main" noGrp="1"/>
          </p:cNvSpPr>
          <p:nvPr/>
        </p:nvSpPr>
        <p:spPr>
          <a:xfrm xmlns:a="http://schemas.openxmlformats.org/drawingml/2006/main">
            <a:off x="3943350" y="3009900"/>
            <a:ext cx="4086225" cy="7429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2" name="">
            <a:extLst xmlns:a="http://schemas.openxmlformats.org/drawingml/2006/main">
              <a:ext uri="{FF2B5EF4-FFF2-40B4-BE49-F238E27FC236}">
                <a16:creationId xmlns:a16="http://schemas.microsoft.com/office/drawing/2014/main" id="{CC1B7D66-F416-45E6-AEE0-1DCFCCC7D90C}"/>
              </a:ext>
            </a:extLst>
          </p:cNvPr>
          <p:cNvSpPr>
            <a:spLocks xmlns:a="http://schemas.openxmlformats.org/drawingml/2006/main" noGrp="1"/>
          </p:cNvSpPr>
          <p:nvPr/>
        </p:nvSpPr>
        <p:spPr>
          <a:xfrm xmlns:a="http://schemas.openxmlformats.org/drawingml/2006/main">
            <a:off x="4086225" y="3133725"/>
            <a:ext cx="3800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Addressed evidence</a:t>
            </a:r>
          </a:p>
        </p:txBody>
      </p:sp>
      <p:sp>
        <p:nvSpPr>
          <p:cNvPr id="13" name="">
            <a:extLst xmlns:a="http://schemas.openxmlformats.org/drawingml/2006/main">
              <a:ext uri="{FF2B5EF4-FFF2-40B4-BE49-F238E27FC236}">
                <a16:creationId xmlns:a16="http://schemas.microsoft.com/office/drawing/2014/main" id="{23F89AAB-66D4-4254-914A-5C8001B42987}"/>
              </a:ext>
            </a:extLst>
          </p:cNvPr>
          <p:cNvSpPr>
            <a:spLocks xmlns:a="http://schemas.openxmlformats.org/drawingml/2006/main" noGrp="1"/>
          </p:cNvSpPr>
          <p:nvPr/>
        </p:nvSpPr>
        <p:spPr>
          <a:xfrm xmlns:a="http://schemas.openxmlformats.org/drawingml/2006/main">
            <a:off x="8105775" y="3381375"/>
            <a:ext cx="561975" cy="0"/>
          </a:xfrm>
          <a:prstGeom xmlns:a="http://schemas.openxmlformats.org/drawingml/2006/main" prst="line">
            <a:avLst/>
          </a:prstGeom>
          <a:noFill xmlns:a="http://schemas.openxmlformats.org/drawingml/2006/main"/>
          <a:ln xmlns:a="http://schemas.openxmlformats.org/drawingml/2006/main" w="19050">
            <a:solidFill>
              <a:srgbClr val="0071E3"/>
            </a:solidFill>
            <a:prstDash val="solid"/>
          </a:ln>
        </p:spPr>
      </p:sp>
      <p:sp>
        <p:nvSpPr>
          <p:cNvPr id="14" name="">
            <a:extLst xmlns:a="http://schemas.openxmlformats.org/drawingml/2006/main">
              <a:ext uri="{FF2B5EF4-FFF2-40B4-BE49-F238E27FC236}">
                <a16:creationId xmlns:a16="http://schemas.microsoft.com/office/drawing/2014/main" id="{67619C47-99F3-4A80-8840-51E2BEEF0A70}"/>
              </a:ext>
            </a:extLst>
          </p:cNvPr>
          <p:cNvSpPr>
            <a:spLocks xmlns:a="http://schemas.openxmlformats.org/drawingml/2006/main" noGrp="1"/>
          </p:cNvSpPr>
          <p:nvPr/>
        </p:nvSpPr>
        <p:spPr>
          <a:xfrm xmlns:a="http://schemas.openxmlformats.org/drawingml/2006/main">
            <a:off x="8629650" y="3314700"/>
            <a:ext cx="152400" cy="133350"/>
          </a:xfrm>
          <a:prstGeom xmlns:a="http://schemas.openxmlformats.org/drawingml/2006/main" prst="chevron">
            <a:avLst/>
          </a:prstGeom>
          <a:solidFill xmlns:a="http://schemas.openxmlformats.org/drawingml/2006/main">
            <a:srgbClr val="0071E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DFCA9B4-FA33-4B8F-9F5E-C90E6CBE95A2}"/>
              </a:ext>
            </a:extLst>
          </p:cNvPr>
          <p:cNvSpPr>
            <a:spLocks xmlns:a="http://schemas.openxmlformats.org/drawingml/2006/main" noGrp="1"/>
          </p:cNvSpPr>
          <p:nvPr/>
        </p:nvSpPr>
        <p:spPr>
          <a:xfrm xmlns:a="http://schemas.openxmlformats.org/drawingml/2006/main">
            <a:off x="8905875" y="3009900"/>
            <a:ext cx="2533650" cy="742950"/>
          </a:xfrm>
          <a:prstGeom xmlns:a="http://schemas.openxmlformats.org/drawingml/2006/main" prst="rect">
            <a:avLst/>
          </a:prstGeom>
          <a:solidFill xmlns:a="http://schemas.openxmlformats.org/drawingml/2006/main">
            <a:srgbClr val="FFFFFF"/>
          </a:solidFill>
          <a:ln xmlns:a="http://schemas.openxmlformats.org/drawingml/2006/main" w="13335">
            <a:solidFill>
              <a:srgbClr val="1D1D1F"/>
            </a:solidFill>
            <a:prstDash val="solid"/>
          </a:ln>
        </p:spPr>
      </p:sp>
      <p:sp>
        <p:nvSpPr>
          <p:cNvPr id="16" name="">
            <a:extLst xmlns:a="http://schemas.openxmlformats.org/drawingml/2006/main">
              <a:ext uri="{FF2B5EF4-FFF2-40B4-BE49-F238E27FC236}">
                <a16:creationId xmlns:a16="http://schemas.microsoft.com/office/drawing/2014/main" id="{C9CA93E3-ED8E-4711-BF1F-6E5EE94E69F8}"/>
              </a:ext>
            </a:extLst>
          </p:cNvPr>
          <p:cNvSpPr>
            <a:spLocks xmlns:a="http://schemas.openxmlformats.org/drawingml/2006/main" noGrp="1"/>
          </p:cNvSpPr>
          <p:nvPr/>
        </p:nvSpPr>
        <p:spPr>
          <a:xfrm xmlns:a="http://schemas.openxmlformats.org/drawingml/2006/main">
            <a:off x="9048750" y="3133725"/>
            <a:ext cx="2247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1D1D1F"/>
                </a:solidFill>
                <a:latin typeface="Inter"/>
                <a:ea typeface="Inter"/>
                <a:cs typeface="Inter"/>
              </a:defRPr>
            </a:pPr>
            <a:r>
              <a:rPr sz="2025" b="1">
                <a:solidFill>
                  <a:srgbClr val="1D1D1F"/>
                </a:solidFill>
                <a:latin typeface="Inter"/>
                <a:ea typeface="Inter"/>
                <a:cs typeface="Inter"/>
              </a:rPr>
              <a:t>Owner B</a:t>
            </a:r>
          </a:p>
        </p:txBody>
      </p:sp>
      <p:sp>
        <p:nvSpPr>
          <p:cNvPr id="17" name="">
            <a:extLst xmlns:a="http://schemas.openxmlformats.org/drawingml/2006/main">
              <a:ext uri="{FF2B5EF4-FFF2-40B4-BE49-F238E27FC236}">
                <a16:creationId xmlns:a16="http://schemas.microsoft.com/office/drawing/2014/main" id="{E37999BB-2632-40AC-B401-29F7267DE9B8}"/>
              </a:ext>
            </a:extLst>
          </p:cNvPr>
          <p:cNvSpPr>
            <a:spLocks xmlns:a="http://schemas.openxmlformats.org/drawingml/2006/main" noGrp="1"/>
          </p:cNvSpPr>
          <p:nvPr/>
        </p:nvSpPr>
        <p:spPr>
          <a:xfrm xmlns:a="http://schemas.openxmlformats.org/drawingml/2006/main">
            <a:off x="704850" y="4171950"/>
            <a:ext cx="10734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ARCHITECTURAL EXTENSION / NOT EXECUTED</a:t>
            </a:r>
          </a:p>
        </p:txBody>
      </p:sp>
      <p:sp>
        <p:nvSpPr>
          <p:cNvPr id="18" name="">
            <a:extLst xmlns:a="http://schemas.openxmlformats.org/drawingml/2006/main">
              <a:ext uri="{FF2B5EF4-FFF2-40B4-BE49-F238E27FC236}">
                <a16:creationId xmlns:a16="http://schemas.microsoft.com/office/drawing/2014/main" id="{79E9AD51-7E48-4252-9A64-36E79FCCCE4C}"/>
              </a:ext>
            </a:extLst>
          </p:cNvPr>
          <p:cNvSpPr>
            <a:spLocks xmlns:a="http://schemas.openxmlformats.org/drawingml/2006/main" noGrp="1"/>
          </p:cNvSpPr>
          <p:nvPr/>
        </p:nvSpPr>
        <p:spPr>
          <a:xfrm xmlns:a="http://schemas.openxmlformats.org/drawingml/2006/main">
            <a:off x="704850" y="4572000"/>
            <a:ext cx="275272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6E6E73"/>
            </a:solidFill>
            <a:prstDash val="dash"/>
          </a:ln>
        </p:spPr>
      </p:sp>
      <p:sp>
        <p:nvSpPr>
          <p:cNvPr id="19" name="">
            <a:extLst xmlns:a="http://schemas.openxmlformats.org/drawingml/2006/main">
              <a:ext uri="{FF2B5EF4-FFF2-40B4-BE49-F238E27FC236}">
                <a16:creationId xmlns:a16="http://schemas.microsoft.com/office/drawing/2014/main" id="{A0B9ECB6-825B-4931-BE17-523159B597DD}"/>
              </a:ext>
            </a:extLst>
          </p:cNvPr>
          <p:cNvSpPr>
            <a:spLocks xmlns:a="http://schemas.openxmlformats.org/drawingml/2006/main" noGrp="1"/>
          </p:cNvSpPr>
          <p:nvPr/>
        </p:nvSpPr>
        <p:spPr>
          <a:xfrm xmlns:a="http://schemas.openxmlformats.org/drawingml/2006/main">
            <a:off x="847725" y="4695825"/>
            <a:ext cx="2466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Other owners</a:t>
            </a:r>
          </a:p>
        </p:txBody>
      </p:sp>
      <p:sp>
        <p:nvSpPr>
          <p:cNvPr id="20" name="">
            <a:extLst xmlns:a="http://schemas.openxmlformats.org/drawingml/2006/main">
              <a:ext uri="{FF2B5EF4-FFF2-40B4-BE49-F238E27FC236}">
                <a16:creationId xmlns:a16="http://schemas.microsoft.com/office/drawing/2014/main" id="{0540B924-A9AF-4133-9643-BBCABF8571FA}"/>
              </a:ext>
            </a:extLst>
          </p:cNvPr>
          <p:cNvSpPr>
            <a:spLocks xmlns:a="http://schemas.openxmlformats.org/drawingml/2006/main" noGrp="1"/>
          </p:cNvSpPr>
          <p:nvPr/>
        </p:nvSpPr>
        <p:spPr>
          <a:xfrm xmlns:a="http://schemas.openxmlformats.org/drawingml/2006/main">
            <a:off x="3552825" y="4924425"/>
            <a:ext cx="504825" cy="0"/>
          </a:xfrm>
          <a:prstGeom xmlns:a="http://schemas.openxmlformats.org/drawingml/2006/main" prst="line">
            <a:avLst/>
          </a:prstGeom>
          <a:noFill xmlns:a="http://schemas.openxmlformats.org/drawingml/2006/main"/>
          <a:ln xmlns:a="http://schemas.openxmlformats.org/drawingml/2006/main" w="19050">
            <a:solidFill>
              <a:srgbClr val="6E6E73"/>
            </a:solidFill>
            <a:prstDash val="dash"/>
          </a:ln>
        </p:spPr>
      </p:sp>
      <p:sp>
        <p:nvSpPr>
          <p:cNvPr id="21" name="">
            <a:extLst xmlns:a="http://schemas.openxmlformats.org/drawingml/2006/main">
              <a:ext uri="{FF2B5EF4-FFF2-40B4-BE49-F238E27FC236}">
                <a16:creationId xmlns:a16="http://schemas.microsoft.com/office/drawing/2014/main" id="{76B7CACF-ED39-414F-82C9-20838ABC7656}"/>
              </a:ext>
            </a:extLst>
          </p:cNvPr>
          <p:cNvSpPr>
            <a:spLocks xmlns:a="http://schemas.openxmlformats.org/drawingml/2006/main" noGrp="1"/>
          </p:cNvSpPr>
          <p:nvPr/>
        </p:nvSpPr>
        <p:spPr>
          <a:xfrm xmlns:a="http://schemas.openxmlformats.org/drawingml/2006/main">
            <a:off x="4019550" y="4857750"/>
            <a:ext cx="152400" cy="133350"/>
          </a:xfrm>
          <a:prstGeom xmlns:a="http://schemas.openxmlformats.org/drawingml/2006/main" prst="chevron">
            <a:avLst/>
          </a:prstGeom>
          <a:solidFill xmlns:a="http://schemas.openxmlformats.org/drawingml/2006/main">
            <a:srgbClr val="6E6E7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323D32B-06FB-4775-A05B-DE65A9F7BD4F}"/>
              </a:ext>
            </a:extLst>
          </p:cNvPr>
          <p:cNvSpPr>
            <a:spLocks xmlns:a="http://schemas.openxmlformats.org/drawingml/2006/main" noGrp="1"/>
          </p:cNvSpPr>
          <p:nvPr/>
        </p:nvSpPr>
        <p:spPr>
          <a:xfrm xmlns:a="http://schemas.openxmlformats.org/drawingml/2006/main">
            <a:off x="4295775" y="4572000"/>
            <a:ext cx="351472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6E6E73"/>
            </a:solidFill>
            <a:prstDash val="dash"/>
          </a:ln>
        </p:spPr>
      </p:sp>
      <p:sp>
        <p:nvSpPr>
          <p:cNvPr id="23" name="">
            <a:extLst xmlns:a="http://schemas.openxmlformats.org/drawingml/2006/main">
              <a:ext uri="{FF2B5EF4-FFF2-40B4-BE49-F238E27FC236}">
                <a16:creationId xmlns:a16="http://schemas.microsoft.com/office/drawing/2014/main" id="{8B9C2E84-C578-429C-AB3A-D6AC537928FA}"/>
              </a:ext>
            </a:extLst>
          </p:cNvPr>
          <p:cNvSpPr>
            <a:spLocks xmlns:a="http://schemas.openxmlformats.org/drawingml/2006/main" noGrp="1"/>
          </p:cNvSpPr>
          <p:nvPr/>
        </p:nvSpPr>
        <p:spPr>
          <a:xfrm xmlns:a="http://schemas.openxmlformats.org/drawingml/2006/main">
            <a:off x="4438650" y="4695825"/>
            <a:ext cx="3228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Linked experience</a:t>
            </a:r>
          </a:p>
        </p:txBody>
      </p:sp>
      <p:sp>
        <p:nvSpPr>
          <p:cNvPr id="24" name="">
            <a:extLst xmlns:a="http://schemas.openxmlformats.org/drawingml/2006/main">
              <a:ext uri="{FF2B5EF4-FFF2-40B4-BE49-F238E27FC236}">
                <a16:creationId xmlns:a16="http://schemas.microsoft.com/office/drawing/2014/main" id="{BE8D2235-232F-4A76-A501-39E40209920D}"/>
              </a:ext>
            </a:extLst>
          </p:cNvPr>
          <p:cNvSpPr>
            <a:spLocks xmlns:a="http://schemas.openxmlformats.org/drawingml/2006/main" noGrp="1"/>
          </p:cNvSpPr>
          <p:nvPr/>
        </p:nvSpPr>
        <p:spPr>
          <a:xfrm xmlns:a="http://schemas.openxmlformats.org/drawingml/2006/main">
            <a:off x="7905750" y="4924425"/>
            <a:ext cx="485775" cy="0"/>
          </a:xfrm>
          <a:prstGeom xmlns:a="http://schemas.openxmlformats.org/drawingml/2006/main" prst="line">
            <a:avLst/>
          </a:prstGeom>
          <a:noFill xmlns:a="http://schemas.openxmlformats.org/drawingml/2006/main"/>
          <a:ln xmlns:a="http://schemas.openxmlformats.org/drawingml/2006/main" w="19050">
            <a:solidFill>
              <a:srgbClr val="6E6E73"/>
            </a:solidFill>
            <a:prstDash val="dash"/>
          </a:ln>
        </p:spPr>
      </p:sp>
      <p:sp>
        <p:nvSpPr>
          <p:cNvPr id="25" name="">
            <a:extLst xmlns:a="http://schemas.openxmlformats.org/drawingml/2006/main">
              <a:ext uri="{FF2B5EF4-FFF2-40B4-BE49-F238E27FC236}">
                <a16:creationId xmlns:a16="http://schemas.microsoft.com/office/drawing/2014/main" id="{0A219CC8-4060-45B4-99E4-EA4080B9B4EB}"/>
              </a:ext>
            </a:extLst>
          </p:cNvPr>
          <p:cNvSpPr>
            <a:spLocks xmlns:a="http://schemas.openxmlformats.org/drawingml/2006/main" noGrp="1"/>
          </p:cNvSpPr>
          <p:nvPr/>
        </p:nvSpPr>
        <p:spPr>
          <a:xfrm xmlns:a="http://schemas.openxmlformats.org/drawingml/2006/main">
            <a:off x="8353425" y="4857750"/>
            <a:ext cx="152400" cy="133350"/>
          </a:xfrm>
          <a:prstGeom xmlns:a="http://schemas.openxmlformats.org/drawingml/2006/main" prst="chevron">
            <a:avLst/>
          </a:prstGeom>
          <a:solidFill xmlns:a="http://schemas.openxmlformats.org/drawingml/2006/main">
            <a:srgbClr val="6E6E7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5FE1E0D-C3D4-46BF-9535-0FF7E24FC870}"/>
              </a:ext>
            </a:extLst>
          </p:cNvPr>
          <p:cNvSpPr>
            <a:spLocks xmlns:a="http://schemas.openxmlformats.org/drawingml/2006/main" noGrp="1"/>
          </p:cNvSpPr>
          <p:nvPr/>
        </p:nvSpPr>
        <p:spPr>
          <a:xfrm xmlns:a="http://schemas.openxmlformats.org/drawingml/2006/main">
            <a:off x="8639175" y="4572000"/>
            <a:ext cx="280035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6E6E73"/>
            </a:solidFill>
            <a:prstDash val="dash"/>
          </a:ln>
        </p:spPr>
      </p:sp>
      <p:sp>
        <p:nvSpPr>
          <p:cNvPr id="27" name="">
            <a:extLst xmlns:a="http://schemas.openxmlformats.org/drawingml/2006/main">
              <a:ext uri="{FF2B5EF4-FFF2-40B4-BE49-F238E27FC236}">
                <a16:creationId xmlns:a16="http://schemas.microsoft.com/office/drawing/2014/main" id="{715192BE-8C4D-4BE7-B333-26605788641A}"/>
              </a:ext>
            </a:extLst>
          </p:cNvPr>
          <p:cNvSpPr>
            <a:spLocks xmlns:a="http://schemas.openxmlformats.org/drawingml/2006/main" noGrp="1"/>
          </p:cNvSpPr>
          <p:nvPr/>
        </p:nvSpPr>
        <p:spPr>
          <a:xfrm xmlns:a="http://schemas.openxmlformats.org/drawingml/2006/main">
            <a:off x="8782050" y="469582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New local Work</a:t>
            </a:r>
          </a:p>
        </p:txBody>
      </p:sp>
      <p:sp>
        <p:nvSpPr>
          <p:cNvPr id="28" name="">
            <a:extLst xmlns:a="http://schemas.openxmlformats.org/drawingml/2006/main">
              <a:ext uri="{FF2B5EF4-FFF2-40B4-BE49-F238E27FC236}">
                <a16:creationId xmlns:a16="http://schemas.microsoft.com/office/drawing/2014/main" id="{0AEA94F8-A312-4ED5-8FFC-3E42490CB567}"/>
              </a:ext>
            </a:extLst>
          </p:cNvPr>
          <p:cNvSpPr>
            <a:spLocks xmlns:a="http://schemas.openxmlformats.org/drawingml/2006/main" noGrp="1"/>
          </p:cNvSpPr>
          <p:nvPr/>
        </p:nvSpPr>
        <p:spPr>
          <a:xfrm xmlns:a="http://schemas.openxmlformats.org/drawingml/2006/main">
            <a:off x="704850" y="5781675"/>
            <a:ext cx="10734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6E6E73"/>
                </a:solidFill>
                <a:latin typeface="Inter"/>
                <a:ea typeface="Inter"/>
                <a:cs typeface="Inter"/>
              </a:defRPr>
            </a:pPr>
            <a:r>
              <a:rPr sz="1725" b="0">
                <a:solidFill>
                  <a:srgbClr val="6E6E73"/>
                </a:solidFill>
                <a:latin typeface="Inter"/>
                <a:ea typeface="Inter"/>
                <a:cs typeface="Inter"/>
              </a:rPr>
              <a:t>Work creates new conclusions. An index only helps locate and connect their sources.</a:t>
            </a:r>
          </a:p>
        </p:txBody>
      </p:sp>
    </p:spTree>
    <p:extLst>
      <p:ext uri="{BB962C8B-B14F-4D97-AF65-F5344CB8AC3E}">
        <p14:creationId xmlns:p14="http://schemas.microsoft.com/office/powerpoint/2010/main" val="179523528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C05012-4A3B-4BD4-817A-336E98938B57}"/>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Future capabilities can retain local ownership</a:t>
            </a:r>
          </a:p>
        </p:txBody>
      </p:sp>
      <p:sp>
        <p:nvSpPr>
          <p:cNvPr id="2" name="">
            <a:extLst xmlns:a="http://schemas.openxmlformats.org/drawingml/2006/main">
              <a:ext uri="{FF2B5EF4-FFF2-40B4-BE49-F238E27FC236}">
                <a16:creationId xmlns:a16="http://schemas.microsoft.com/office/drawing/2014/main" id="{5545FF0D-1D18-4430-B367-091054332D8D}"/>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A service description can support remote use or a separately admitted local implementation.</a:t>
            </a:r>
          </a:p>
        </p:txBody>
      </p:sp>
      <p:sp>
        <p:nvSpPr>
          <p:cNvPr id="3" name="">
            <a:extLst xmlns:a="http://schemas.openxmlformats.org/drawingml/2006/main">
              <a:ext uri="{FF2B5EF4-FFF2-40B4-BE49-F238E27FC236}">
                <a16:creationId xmlns:a16="http://schemas.microsoft.com/office/drawing/2014/main" id="{F9C98BB8-4ED1-41F7-B43E-A14DE30F6691}"/>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55C314-AB31-4F40-A8CA-7622C513A563}"/>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7fd33245aee8464f"/>
              </a:rPr>
              <a:t>D / Capability descriptions and deferred development</a:t>
            </a:r>
          </a:p>
        </p:txBody>
      </p:sp>
      <p:sp>
        <p:nvSpPr>
          <p:cNvPr id="5" name="">
            <a:extLst xmlns:a="http://schemas.openxmlformats.org/drawingml/2006/main">
              <a:ext uri="{FF2B5EF4-FFF2-40B4-BE49-F238E27FC236}">
                <a16:creationId xmlns:a16="http://schemas.microsoft.com/office/drawing/2014/main" id="{7306A930-E356-48C1-9BD2-205E2580BDE1}"/>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29</a:t>
            </a:r>
          </a:p>
        </p:txBody>
      </p:sp>
      <p:sp>
        <p:nvSpPr>
          <p:cNvPr id="6" name="">
            <a:extLst xmlns:a="http://schemas.openxmlformats.org/drawingml/2006/main">
              <a:ext uri="{FF2B5EF4-FFF2-40B4-BE49-F238E27FC236}">
                <a16:creationId xmlns:a16="http://schemas.microsoft.com/office/drawing/2014/main" id="{1FDD862C-64D1-43AC-85A6-CBF1CA2BF00F}"/>
              </a:ext>
            </a:extLst>
          </p:cNvPr>
          <p:cNvSpPr>
            <a:spLocks xmlns:a="http://schemas.openxmlformats.org/drawingml/2006/main" noGrp="1"/>
          </p:cNvSpPr>
          <p:nvPr/>
        </p:nvSpPr>
        <p:spPr>
          <a:xfrm xmlns:a="http://schemas.openxmlformats.org/drawingml/2006/main">
            <a:off x="704850" y="2686050"/>
            <a:ext cx="3943350" cy="800100"/>
          </a:xfrm>
          <a:prstGeom xmlns:a="http://schemas.openxmlformats.org/drawingml/2006/main" prst="rect">
            <a:avLst/>
          </a:prstGeom>
          <a:solidFill xmlns:a="http://schemas.openxmlformats.org/drawingml/2006/main">
            <a:srgbClr val="FFFFFF"/>
          </a:solidFill>
          <a:ln xmlns:a="http://schemas.openxmlformats.org/drawingml/2006/main" w="13335">
            <a:solidFill>
              <a:srgbClr val="6E6E73"/>
            </a:solidFill>
            <a:prstDash val="dash"/>
          </a:ln>
        </p:spPr>
      </p:sp>
      <p:sp>
        <p:nvSpPr>
          <p:cNvPr id="7" name="">
            <a:extLst xmlns:a="http://schemas.openxmlformats.org/drawingml/2006/main">
              <a:ext uri="{FF2B5EF4-FFF2-40B4-BE49-F238E27FC236}">
                <a16:creationId xmlns:a16="http://schemas.microsoft.com/office/drawing/2014/main" id="{B8B46951-89E7-44B5-9ADF-94F6C35EF152}"/>
              </a:ext>
            </a:extLst>
          </p:cNvPr>
          <p:cNvSpPr>
            <a:spLocks xmlns:a="http://schemas.openxmlformats.org/drawingml/2006/main" noGrp="1"/>
          </p:cNvSpPr>
          <p:nvPr/>
        </p:nvSpPr>
        <p:spPr>
          <a:xfrm xmlns:a="http://schemas.openxmlformats.org/drawingml/2006/main">
            <a:off x="847725" y="2809875"/>
            <a:ext cx="365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Described capability</a:t>
            </a:r>
          </a:p>
        </p:txBody>
      </p:sp>
      <p:sp>
        <p:nvSpPr>
          <p:cNvPr id="8" name="">
            <a:extLst xmlns:a="http://schemas.openxmlformats.org/drawingml/2006/main">
              <a:ext uri="{FF2B5EF4-FFF2-40B4-BE49-F238E27FC236}">
                <a16:creationId xmlns:a16="http://schemas.microsoft.com/office/drawing/2014/main" id="{C5C4F921-98A8-4B6C-B154-39A41FF246F7}"/>
              </a:ext>
            </a:extLst>
          </p:cNvPr>
          <p:cNvSpPr>
            <a:spLocks xmlns:a="http://schemas.openxmlformats.org/drawingml/2006/main" noGrp="1"/>
          </p:cNvSpPr>
          <p:nvPr/>
        </p:nvSpPr>
        <p:spPr>
          <a:xfrm xmlns:a="http://schemas.openxmlformats.org/drawingml/2006/main">
            <a:off x="4772025" y="3086100"/>
            <a:ext cx="714375" cy="0"/>
          </a:xfrm>
          <a:prstGeom xmlns:a="http://schemas.openxmlformats.org/drawingml/2006/main" prst="line">
            <a:avLst/>
          </a:prstGeom>
          <a:noFill xmlns:a="http://schemas.openxmlformats.org/drawingml/2006/main"/>
          <a:ln xmlns:a="http://schemas.openxmlformats.org/drawingml/2006/main" w="19050">
            <a:solidFill>
              <a:srgbClr val="6E6E73"/>
            </a:solidFill>
            <a:prstDash val="dash"/>
          </a:ln>
        </p:spPr>
      </p:sp>
      <p:sp>
        <p:nvSpPr>
          <p:cNvPr id="9" name="">
            <a:extLst xmlns:a="http://schemas.openxmlformats.org/drawingml/2006/main">
              <a:ext uri="{FF2B5EF4-FFF2-40B4-BE49-F238E27FC236}">
                <a16:creationId xmlns:a16="http://schemas.microsoft.com/office/drawing/2014/main" id="{8CFB5E4C-61C5-42E2-B3C1-35B6126CD56F}"/>
              </a:ext>
            </a:extLst>
          </p:cNvPr>
          <p:cNvSpPr>
            <a:spLocks xmlns:a="http://schemas.openxmlformats.org/drawingml/2006/main" noGrp="1"/>
          </p:cNvSpPr>
          <p:nvPr/>
        </p:nvSpPr>
        <p:spPr>
          <a:xfrm xmlns:a="http://schemas.openxmlformats.org/drawingml/2006/main">
            <a:off x="5448300" y="3019425"/>
            <a:ext cx="152400" cy="133350"/>
          </a:xfrm>
          <a:prstGeom xmlns:a="http://schemas.openxmlformats.org/drawingml/2006/main" prst="chevron">
            <a:avLst/>
          </a:prstGeom>
          <a:solidFill xmlns:a="http://schemas.openxmlformats.org/drawingml/2006/main">
            <a:srgbClr val="6E6E7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5EF47E-2EEF-4BF1-A0F8-AE660F5BF48F}"/>
              </a:ext>
            </a:extLst>
          </p:cNvPr>
          <p:cNvSpPr>
            <a:spLocks xmlns:a="http://schemas.openxmlformats.org/drawingml/2006/main" noGrp="1"/>
          </p:cNvSpPr>
          <p:nvPr/>
        </p:nvSpPr>
        <p:spPr>
          <a:xfrm xmlns:a="http://schemas.openxmlformats.org/drawingml/2006/main">
            <a:off x="5810250" y="2505075"/>
            <a:ext cx="561975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6E6E73"/>
            </a:solidFill>
            <a:prstDash val="dash"/>
          </a:ln>
        </p:spPr>
      </p:sp>
      <p:sp>
        <p:nvSpPr>
          <p:cNvPr id="11" name="">
            <a:extLst xmlns:a="http://schemas.openxmlformats.org/drawingml/2006/main">
              <a:ext uri="{FF2B5EF4-FFF2-40B4-BE49-F238E27FC236}">
                <a16:creationId xmlns:a16="http://schemas.microsoft.com/office/drawing/2014/main" id="{125D329D-9584-431C-AA86-852E83B87A17}"/>
              </a:ext>
            </a:extLst>
          </p:cNvPr>
          <p:cNvSpPr>
            <a:spLocks xmlns:a="http://schemas.openxmlformats.org/drawingml/2006/main" noGrp="1"/>
          </p:cNvSpPr>
          <p:nvPr/>
        </p:nvSpPr>
        <p:spPr>
          <a:xfrm xmlns:a="http://schemas.openxmlformats.org/drawingml/2006/main">
            <a:off x="5953125" y="2628900"/>
            <a:ext cx="5334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Remote use at its owner</a:t>
            </a:r>
          </a:p>
        </p:txBody>
      </p:sp>
      <p:sp>
        <p:nvSpPr>
          <p:cNvPr id="12" name="">
            <a:extLst xmlns:a="http://schemas.openxmlformats.org/drawingml/2006/main">
              <a:ext uri="{FF2B5EF4-FFF2-40B4-BE49-F238E27FC236}">
                <a16:creationId xmlns:a16="http://schemas.microsoft.com/office/drawing/2014/main" id="{DF1246FF-D213-42DC-9ECD-19B26F7B6730}"/>
              </a:ext>
            </a:extLst>
          </p:cNvPr>
          <p:cNvSpPr>
            <a:spLocks xmlns:a="http://schemas.openxmlformats.org/drawingml/2006/main" noGrp="1"/>
          </p:cNvSpPr>
          <p:nvPr/>
        </p:nvSpPr>
        <p:spPr>
          <a:xfrm xmlns:a="http://schemas.openxmlformats.org/drawingml/2006/main">
            <a:off x="5810250" y="3590925"/>
            <a:ext cx="5619750" cy="752475"/>
          </a:xfrm>
          <a:prstGeom xmlns:a="http://schemas.openxmlformats.org/drawingml/2006/main" prst="rect">
            <a:avLst/>
          </a:prstGeom>
          <a:solidFill xmlns:a="http://schemas.openxmlformats.org/drawingml/2006/main">
            <a:srgbClr val="FFFFFF"/>
          </a:solidFill>
          <a:ln xmlns:a="http://schemas.openxmlformats.org/drawingml/2006/main" w="13335">
            <a:solidFill>
              <a:srgbClr val="6E6E73"/>
            </a:solidFill>
            <a:prstDash val="dash"/>
          </a:ln>
        </p:spPr>
      </p:sp>
      <p:sp>
        <p:nvSpPr>
          <p:cNvPr id="13" name="">
            <a:extLst xmlns:a="http://schemas.openxmlformats.org/drawingml/2006/main">
              <a:ext uri="{FF2B5EF4-FFF2-40B4-BE49-F238E27FC236}">
                <a16:creationId xmlns:a16="http://schemas.microsoft.com/office/drawing/2014/main" id="{BF3E3F34-7208-495B-B84B-3F740F47A28C}"/>
              </a:ext>
            </a:extLst>
          </p:cNvPr>
          <p:cNvSpPr>
            <a:spLocks xmlns:a="http://schemas.openxmlformats.org/drawingml/2006/main" noGrp="1"/>
          </p:cNvSpPr>
          <p:nvPr/>
        </p:nvSpPr>
        <p:spPr>
          <a:xfrm xmlns:a="http://schemas.openxmlformats.org/drawingml/2006/main">
            <a:off x="5953125" y="3714750"/>
            <a:ext cx="5334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25" b="1">
                <a:solidFill>
                  <a:srgbClr val="6E6E73"/>
                </a:solidFill>
                <a:latin typeface="Inter"/>
                <a:ea typeface="Inter"/>
                <a:cs typeface="Inter"/>
              </a:defRPr>
            </a:pPr>
            <a:r>
              <a:rPr sz="2025" b="1">
                <a:solidFill>
                  <a:srgbClr val="6E6E73"/>
                </a:solidFill>
                <a:latin typeface="Inter"/>
                <a:ea typeface="Inter"/>
                <a:cs typeface="Inter"/>
              </a:rPr>
              <a:t>Local candidate + admission</a:t>
            </a:r>
          </a:p>
        </p:txBody>
      </p:sp>
      <p:sp>
        <p:nvSpPr>
          <p:cNvPr id="14" name="">
            <a:extLst xmlns:a="http://schemas.openxmlformats.org/drawingml/2006/main">
              <a:ext uri="{FF2B5EF4-FFF2-40B4-BE49-F238E27FC236}">
                <a16:creationId xmlns:a16="http://schemas.microsoft.com/office/drawing/2014/main" id="{8378E6E3-1A71-47C4-83B6-777E0BF42B80}"/>
              </a:ext>
            </a:extLst>
          </p:cNvPr>
          <p:cNvSpPr>
            <a:spLocks xmlns:a="http://schemas.openxmlformats.org/drawingml/2006/main" noGrp="1"/>
          </p:cNvSpPr>
          <p:nvPr/>
        </p:nvSpPr>
        <p:spPr>
          <a:xfrm xmlns:a="http://schemas.openxmlformats.org/drawingml/2006/main">
            <a:off x="5419725" y="3105150"/>
            <a:ext cx="0" cy="866775"/>
          </a:xfrm>
          <a:prstGeom xmlns:a="http://schemas.openxmlformats.org/drawingml/2006/main" prst="line">
            <a:avLst/>
          </a:prstGeom>
          <a:noFill xmlns:a="http://schemas.openxmlformats.org/drawingml/2006/main"/>
          <a:ln xmlns:a="http://schemas.openxmlformats.org/drawingml/2006/main" w="9525">
            <a:solidFill>
              <a:srgbClr val="6E6E73"/>
            </a:solidFill>
            <a:prstDash val="dash"/>
          </a:ln>
        </p:spPr>
      </p:sp>
      <p:sp>
        <p:nvSpPr>
          <p:cNvPr id="15" name="">
            <a:extLst xmlns:a="http://schemas.openxmlformats.org/drawingml/2006/main">
              <a:ext uri="{FF2B5EF4-FFF2-40B4-BE49-F238E27FC236}">
                <a16:creationId xmlns:a16="http://schemas.microsoft.com/office/drawing/2014/main" id="{DE581B02-6AB2-4C9F-8A54-D7FFB639EAFF}"/>
              </a:ext>
            </a:extLst>
          </p:cNvPr>
          <p:cNvSpPr>
            <a:spLocks xmlns:a="http://schemas.openxmlformats.org/drawingml/2006/main" noGrp="1"/>
          </p:cNvSpPr>
          <p:nvPr/>
        </p:nvSpPr>
        <p:spPr>
          <a:xfrm xmlns:a="http://schemas.openxmlformats.org/drawingml/2006/main">
            <a:off x="5419725" y="3971925"/>
            <a:ext cx="123825" cy="0"/>
          </a:xfrm>
          <a:prstGeom xmlns:a="http://schemas.openxmlformats.org/drawingml/2006/main" prst="line">
            <a:avLst/>
          </a:prstGeom>
          <a:noFill xmlns:a="http://schemas.openxmlformats.org/drawingml/2006/main"/>
          <a:ln xmlns:a="http://schemas.openxmlformats.org/drawingml/2006/main" w="19050">
            <a:solidFill>
              <a:srgbClr val="6E6E73"/>
            </a:solidFill>
            <a:prstDash val="dash"/>
          </a:ln>
        </p:spPr>
      </p:sp>
      <p:sp>
        <p:nvSpPr>
          <p:cNvPr id="16" name="">
            <a:extLst xmlns:a="http://schemas.openxmlformats.org/drawingml/2006/main">
              <a:ext uri="{FF2B5EF4-FFF2-40B4-BE49-F238E27FC236}">
                <a16:creationId xmlns:a16="http://schemas.microsoft.com/office/drawing/2014/main" id="{6D7A9FE4-61A3-4375-B305-90BC0E3392FB}"/>
              </a:ext>
            </a:extLst>
          </p:cNvPr>
          <p:cNvSpPr>
            <a:spLocks xmlns:a="http://schemas.openxmlformats.org/drawingml/2006/main" noGrp="1"/>
          </p:cNvSpPr>
          <p:nvPr/>
        </p:nvSpPr>
        <p:spPr>
          <a:xfrm xmlns:a="http://schemas.openxmlformats.org/drawingml/2006/main">
            <a:off x="5505450" y="3905250"/>
            <a:ext cx="152400" cy="133350"/>
          </a:xfrm>
          <a:prstGeom xmlns:a="http://schemas.openxmlformats.org/drawingml/2006/main" prst="chevron">
            <a:avLst/>
          </a:prstGeom>
          <a:solidFill xmlns:a="http://schemas.openxmlformats.org/drawingml/2006/main">
            <a:srgbClr val="6E6E7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6BAE6EE-5B38-4FF5-BBC3-25D5B7D748C5}"/>
              </a:ext>
            </a:extLst>
          </p:cNvPr>
          <p:cNvSpPr>
            <a:spLocks xmlns:a="http://schemas.openxmlformats.org/drawingml/2006/main" noGrp="1"/>
          </p:cNvSpPr>
          <p:nvPr/>
        </p:nvSpPr>
        <p:spPr>
          <a:xfrm xmlns:a="http://schemas.openxmlformats.org/drawingml/2006/main">
            <a:off x="704850" y="4838700"/>
            <a:ext cx="10734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071E3"/>
                </a:solidFill>
                <a:latin typeface="Inter"/>
                <a:ea typeface="Inter"/>
                <a:cs typeface="Inter"/>
              </a:defRPr>
            </a:pPr>
            <a:r>
              <a:rPr sz="1350" b="1">
                <a:solidFill>
                  <a:srgbClr val="0071E3"/>
                </a:solidFill>
                <a:latin typeface="Inter"/>
                <a:ea typeface="Inter"/>
                <a:cs typeface="Inter"/>
              </a:rPr>
              <a:t>DEFERRED DIRECTIONS</a:t>
            </a:r>
          </a:p>
        </p:txBody>
      </p:sp>
      <p:sp>
        <p:nvSpPr>
          <p:cNvPr id="18" name="">
            <a:extLst xmlns:a="http://schemas.openxmlformats.org/drawingml/2006/main">
              <a:ext uri="{FF2B5EF4-FFF2-40B4-BE49-F238E27FC236}">
                <a16:creationId xmlns:a16="http://schemas.microsoft.com/office/drawing/2014/main" id="{8380DB0E-92AD-4495-9607-8B1195785FBC}"/>
              </a:ext>
            </a:extLst>
          </p:cNvPr>
          <p:cNvSpPr>
            <a:spLocks xmlns:a="http://schemas.openxmlformats.org/drawingml/2006/main" noGrp="1"/>
          </p:cNvSpPr>
          <p:nvPr/>
        </p:nvSpPr>
        <p:spPr>
          <a:xfrm xmlns:a="http://schemas.openxmlformats.org/drawingml/2006/main">
            <a:off x="704850" y="5238750"/>
            <a:ext cx="52768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2250" b="1">
                <a:solidFill>
                  <a:srgbClr val="1D1D1F"/>
                </a:solidFill>
                <a:latin typeface="Inter"/>
                <a:ea typeface="Inter"/>
                <a:cs typeface="Inter"/>
              </a:defRPr>
            </a:pPr>
            <a:r>
              <a:rPr sz="2250" b="1">
                <a:solidFill>
                  <a:srgbClr val="1D1D1F"/>
                </a:solidFill>
                <a:latin typeface="Inter"/>
                <a:ea typeface="Inter"/>
                <a:cs typeface="Inter"/>
              </a:rPr>
              <a:t>Reflective improvement</a:t>
            </a:r>
          </a:p>
          <a:p xmlns:a="http://schemas.openxmlformats.org/drawingml/2006/main">
            <a:pPr algn="l">
              <a:lnSpc>
                <a:spcPct val="114000"/>
              </a:lnSpc>
              <a:buNone/>
              <a:defRPr sz="2250" b="1">
                <a:solidFill>
                  <a:srgbClr val="1D1D1F"/>
                </a:solidFill>
                <a:latin typeface="Inter"/>
                <a:ea typeface="Inter"/>
                <a:cs typeface="Inter"/>
              </a:defRPr>
            </a:pPr>
            <a:r>
              <a:rPr sz="2250" b="1">
                <a:solidFill>
                  <a:srgbClr val="1D1D1F"/>
                </a:solidFill>
                <a:latin typeface="Inter"/>
                <a:ea typeface="Inter"/>
                <a:cs typeface="Inter"/>
              </a:rPr>
              <a:t>Cross-domain transfer</a:t>
            </a:r>
          </a:p>
        </p:txBody>
      </p:sp>
      <p:sp>
        <p:nvSpPr>
          <p:cNvPr id="19" name="">
            <a:extLst xmlns:a="http://schemas.openxmlformats.org/drawingml/2006/main">
              <a:ext uri="{FF2B5EF4-FFF2-40B4-BE49-F238E27FC236}">
                <a16:creationId xmlns:a16="http://schemas.microsoft.com/office/drawing/2014/main" id="{27A1C3F0-C8C6-41AB-9248-E249F868409C}"/>
              </a:ext>
            </a:extLst>
          </p:cNvPr>
          <p:cNvSpPr>
            <a:spLocks xmlns:a="http://schemas.openxmlformats.org/drawingml/2006/main" noGrp="1"/>
          </p:cNvSpPr>
          <p:nvPr/>
        </p:nvSpPr>
        <p:spPr>
          <a:xfrm xmlns:a="http://schemas.openxmlformats.org/drawingml/2006/main">
            <a:off x="6515100" y="5143500"/>
            <a:ext cx="49244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2025" b="1">
                <a:solidFill>
                  <a:srgbClr val="1D1D1F"/>
                </a:solidFill>
                <a:latin typeface="Inter"/>
                <a:ea typeface="Inter"/>
                <a:cs typeface="Inter"/>
              </a:defRPr>
            </a:pPr>
            <a:r>
              <a:rPr sz="2025" b="1">
                <a:solidFill>
                  <a:srgbClr val="1D1D1F"/>
                </a:solidFill>
                <a:latin typeface="Inter"/>
                <a:ea typeface="Inter"/>
                <a:cs typeface="Inter"/>
              </a:rPr>
              <a:t>Cognitive Radiolaria</a:t>
            </a:r>
          </a:p>
          <a:p xmlns:a="http://schemas.openxmlformats.org/drawingml/2006/main">
            <a:pPr algn="l">
              <a:lnSpc>
                <a:spcPct val="113000"/>
              </a:lnSpc>
              <a:buNone/>
              <a:defRPr sz="2025" b="1">
                <a:solidFill>
                  <a:srgbClr val="1D1D1F"/>
                </a:solidFill>
                <a:latin typeface="Inter"/>
                <a:ea typeface="Inter"/>
                <a:cs typeface="Inter"/>
              </a:defRPr>
            </a:pPr>
            <a:r>
              <a:rPr sz="2025" b="1">
                <a:solidFill>
                  <a:srgbClr val="1D1D1F"/>
                </a:solidFill>
                <a:latin typeface="Inter"/>
                <a:ea typeface="Inter"/>
                <a:cs typeface="Inter"/>
              </a:rPr>
              <a:t>Capability Synthesis Factory</a:t>
            </a:r>
          </a:p>
          <a:p xmlns:a="http://schemas.openxmlformats.org/drawingml/2006/main">
            <a:pPr algn="l">
              <a:lnSpc>
                <a:spcPct val="113000"/>
              </a:lnSpc>
              <a:buNone/>
              <a:defRPr sz="2025" b="1">
                <a:solidFill>
                  <a:srgbClr val="1D1D1F"/>
                </a:solidFill>
                <a:latin typeface="Inter"/>
                <a:ea typeface="Inter"/>
                <a:cs typeface="Inter"/>
              </a:defRPr>
            </a:pPr>
            <a:r>
              <a:rPr sz="2025" b="1">
                <a:solidFill>
                  <a:srgbClr val="1D1D1F"/>
                </a:solidFill>
                <a:latin typeface="Inter"/>
                <a:ea typeface="Inter"/>
                <a:cs typeface="Inter"/>
              </a:rPr>
              <a:t>Global discovery / federation</a:t>
            </a:r>
          </a:p>
        </p:txBody>
      </p:sp>
    </p:spTree>
    <p:extLst>
      <p:ext uri="{BB962C8B-B14F-4D97-AF65-F5344CB8AC3E}">
        <p14:creationId xmlns:p14="http://schemas.microsoft.com/office/powerpoint/2010/main" val="32112971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A29A6F7-D51B-4942-8E60-C39171F95330}"/>
              </a:ext>
            </a:extLst>
          </p:cNvPr>
          <p:cNvSpPr>
            <a:spLocks xmlns:a="http://schemas.openxmlformats.org/drawingml/2006/main" noGrp="1"/>
          </p:cNvSpPr>
          <p:nvPr/>
        </p:nvSpPr>
        <p:spPr>
          <a:xfrm xmlns:a="http://schemas.openxmlformats.org/drawingml/2006/main">
            <a:off x="685800" y="45720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300" b="1">
                <a:solidFill>
                  <a:srgbClr val="1D1D1F"/>
                </a:solidFill>
                <a:latin typeface="Inter"/>
                <a:ea typeface="Inter"/>
                <a:cs typeface="Inter"/>
              </a:defRPr>
            </a:pPr>
            <a:r>
              <a:rPr sz="3300" b="1">
                <a:solidFill>
                  <a:srgbClr val="1D1D1F"/>
                </a:solidFill>
                <a:latin typeface="Inter"/>
                <a:ea typeface="Inter"/>
                <a:cs typeface="Inter"/>
              </a:rPr>
              <a:t>Inspect the work and follow its evidence</a:t>
            </a:r>
          </a:p>
        </p:txBody>
      </p:sp>
      <p:sp>
        <p:nvSpPr>
          <p:cNvPr id="2" name="">
            <a:extLst xmlns:a="http://schemas.openxmlformats.org/drawingml/2006/main">
              <a:ext uri="{FF2B5EF4-FFF2-40B4-BE49-F238E27FC236}">
                <a16:creationId xmlns:a16="http://schemas.microsoft.com/office/drawing/2014/main" id="{D7EACF6C-7532-4C0B-AB79-E8EF2DA32630}"/>
              </a:ext>
            </a:extLst>
          </p:cNvPr>
          <p:cNvSpPr>
            <a:spLocks xmlns:a="http://schemas.openxmlformats.org/drawingml/2006/main" noGrp="1"/>
          </p:cNvSpPr>
          <p:nvPr/>
        </p:nvSpPr>
        <p:spPr>
          <a:xfrm xmlns:a="http://schemas.openxmlformats.org/drawingml/2006/main">
            <a:off x="704850" y="1685925"/>
            <a:ext cx="1062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1000"/>
              </a:lnSpc>
              <a:buNone/>
              <a:defRPr sz="2025" b="0">
                <a:solidFill>
                  <a:srgbClr val="6E6E73"/>
                </a:solidFill>
                <a:latin typeface="Inter"/>
                <a:ea typeface="Inter"/>
                <a:cs typeface="Inter"/>
              </a:defRPr>
            </a:pPr>
            <a:r>
              <a:rPr sz="2025" b="0">
                <a:solidFill>
                  <a:srgbClr val="6E6E73"/>
                </a:solidFill>
                <a:latin typeface="Inter"/>
                <a:ea typeface="Inter"/>
                <a:cs typeface="Inter"/>
              </a:rPr>
              <a:t>Three independent reading routes share one source corpus and construction contract.</a:t>
            </a:r>
          </a:p>
        </p:txBody>
      </p:sp>
      <p:sp>
        <p:nvSpPr>
          <p:cNvPr id="3" name="">
            <a:extLst xmlns:a="http://schemas.openxmlformats.org/drawingml/2006/main">
              <a:ext uri="{FF2B5EF4-FFF2-40B4-BE49-F238E27FC236}">
                <a16:creationId xmlns:a16="http://schemas.microsoft.com/office/drawing/2014/main" id="{4838DD03-8CAF-4BAE-8457-D7A0A5268B01}"/>
              </a:ext>
            </a:extLst>
          </p:cNvPr>
          <p:cNvSpPr>
            <a:spLocks xmlns:a="http://schemas.openxmlformats.org/drawingml/2006/main" noGrp="1"/>
          </p:cNvSpPr>
          <p:nvPr/>
        </p:nvSpPr>
        <p:spPr>
          <a:xfrm xmlns:a="http://schemas.openxmlformats.org/drawingml/2006/main">
            <a:off x="704850" y="6162675"/>
            <a:ext cx="10744200"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9BC261-C90D-434A-A6D4-3CC6A8EEDA9B}"/>
              </a:ext>
            </a:extLst>
          </p:cNvPr>
          <p:cNvSpPr>
            <a:spLocks xmlns:a="http://schemas.openxmlformats.org/drawingml/2006/main" noGrp="1"/>
          </p:cNvSpPr>
          <p:nvPr/>
        </p:nvSpPr>
        <p:spPr>
          <a:xfrm xmlns:a="http://schemas.openxmlformats.org/drawingml/2006/main">
            <a:off x="704850" y="63436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a:solidFill>
                  <a:srgbClr val="0071E3"/>
                </a:solidFill>
                <a:latin typeface="Inter"/>
                <a:ea typeface="Inter"/>
                <a:cs typeface="Inter"/>
              </a:defRPr>
            </a:pPr>
            <a:r>
              <a:rPr sz="1275" b="0">
                <a:solidFill>
                  <a:srgbClr val="0071E3"/>
                </a:solidFill>
                <a:latin typeface="Inter"/>
                <a:ea typeface="Inter"/>
                <a:cs typeface="Inter"/>
                <a:hlinkClick xmlns:r="http://schemas.openxmlformats.org/officeDocument/2006/relationships" r:id="R6ab10723566c495b"/>
              </a:rPr>
              <a:t>Gate 5 source-bound publication / engineering basis 64f2b38</a:t>
            </a:r>
          </a:p>
        </p:txBody>
      </p:sp>
      <p:sp>
        <p:nvSpPr>
          <p:cNvPr id="5" name="">
            <a:extLst xmlns:a="http://schemas.openxmlformats.org/drawingml/2006/main">
              <a:ext uri="{FF2B5EF4-FFF2-40B4-BE49-F238E27FC236}">
                <a16:creationId xmlns:a16="http://schemas.microsoft.com/office/drawing/2014/main" id="{119662A0-0488-4E1D-B8B3-B67F9447089D}"/>
              </a:ext>
            </a:extLst>
          </p:cNvPr>
          <p:cNvSpPr>
            <a:spLocks xmlns:a="http://schemas.openxmlformats.org/drawingml/2006/main" noGrp="1"/>
          </p:cNvSpPr>
          <p:nvPr/>
        </p:nvSpPr>
        <p:spPr>
          <a:xfrm xmlns:a="http://schemas.openxmlformats.org/drawingml/2006/main">
            <a:off x="9048750" y="6353175"/>
            <a:ext cx="23907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a:solidFill>
                  <a:srgbClr val="6E6E73"/>
                </a:solidFill>
                <a:latin typeface="Inter"/>
                <a:ea typeface="Inter"/>
                <a:cs typeface="Inter"/>
              </a:defRPr>
            </a:pPr>
            <a:r>
              <a:rPr sz="1125" b="0">
                <a:solidFill>
                  <a:srgbClr val="6E6E73"/>
                </a:solidFill>
                <a:latin typeface="Inter"/>
                <a:ea typeface="Inter"/>
                <a:cs typeface="Inter"/>
              </a:rPr>
              <a:t>GATE 5 REFERENCE  /  30</a:t>
            </a:r>
          </a:p>
        </p:txBody>
      </p:sp>
      <p:sp>
        <p:nvSpPr>
          <p:cNvPr id="6" name="">
            <a:extLst xmlns:a="http://schemas.openxmlformats.org/drawingml/2006/main">
              <a:ext uri="{FF2B5EF4-FFF2-40B4-BE49-F238E27FC236}">
                <a16:creationId xmlns:a16="http://schemas.microsoft.com/office/drawing/2014/main" id="{47C17EA9-C88F-4541-8D30-09433B311526}"/>
              </a:ext>
            </a:extLst>
          </p:cNvPr>
          <p:cNvSpPr>
            <a:spLocks xmlns:a="http://schemas.openxmlformats.org/drawingml/2006/main" noGrp="1"/>
          </p:cNvSpPr>
          <p:nvPr/>
        </p:nvSpPr>
        <p:spPr>
          <a:xfrm xmlns:a="http://schemas.openxmlformats.org/drawingml/2006/main">
            <a:off x="704850" y="2571750"/>
            <a:ext cx="885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200" b="1">
                <a:solidFill>
                  <a:srgbClr val="0071E3"/>
                </a:solidFill>
                <a:latin typeface="Inter"/>
                <a:ea typeface="Inter"/>
                <a:cs typeface="Inter"/>
              </a:defRPr>
            </a:pPr>
            <a:r>
              <a:rPr sz="4200" b="1">
                <a:solidFill>
                  <a:srgbClr val="0071E3"/>
                </a:solidFill>
                <a:latin typeface="Inter"/>
                <a:ea typeface="Inter"/>
                <a:cs typeface="Inter"/>
              </a:rPr>
              <a:t>F</a:t>
            </a:r>
          </a:p>
        </p:txBody>
      </p:sp>
      <p:sp>
        <p:nvSpPr>
          <p:cNvPr id="7" name="">
            <a:extLst xmlns:a="http://schemas.openxmlformats.org/drawingml/2006/main">
              <a:ext uri="{FF2B5EF4-FFF2-40B4-BE49-F238E27FC236}">
                <a16:creationId xmlns:a16="http://schemas.microsoft.com/office/drawing/2014/main" id="{0268A3AE-0CA0-4EEB-8A29-269F9575870C}"/>
              </a:ext>
            </a:extLst>
          </p:cNvPr>
          <p:cNvSpPr>
            <a:spLocks xmlns:a="http://schemas.openxmlformats.org/drawingml/2006/main" noGrp="1"/>
          </p:cNvSpPr>
          <p:nvPr/>
        </p:nvSpPr>
        <p:spPr>
          <a:xfrm xmlns:a="http://schemas.openxmlformats.org/drawingml/2006/main">
            <a:off x="704850" y="3409950"/>
            <a:ext cx="311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hlinkClick xmlns:r="http://schemas.openxmlformats.org/officeDocument/2006/relationships" r:id="R5d6dd9d43e284142"/>
              </a:rPr>
              <a:t>Football Domain</a:t>
            </a:r>
          </a:p>
        </p:txBody>
      </p:sp>
      <p:sp>
        <p:nvSpPr>
          <p:cNvPr id="8" name="">
            <a:extLst xmlns:a="http://schemas.openxmlformats.org/drawingml/2006/main">
              <a:ext uri="{FF2B5EF4-FFF2-40B4-BE49-F238E27FC236}">
                <a16:creationId xmlns:a16="http://schemas.microsoft.com/office/drawing/2014/main" id="{38E34FA4-F8C2-42E6-8BCF-6E16CDED11CE}"/>
              </a:ext>
            </a:extLst>
          </p:cNvPr>
          <p:cNvSpPr>
            <a:spLocks xmlns:a="http://schemas.openxmlformats.org/drawingml/2006/main" noGrp="1"/>
          </p:cNvSpPr>
          <p:nvPr/>
        </p:nvSpPr>
        <p:spPr>
          <a:xfrm xmlns:a="http://schemas.openxmlformats.org/drawingml/2006/main">
            <a:off x="4562475" y="2571750"/>
            <a:ext cx="885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200" b="1">
                <a:solidFill>
                  <a:srgbClr val="0071E3"/>
                </a:solidFill>
                <a:latin typeface="Inter"/>
                <a:ea typeface="Inter"/>
                <a:cs typeface="Inter"/>
              </a:defRPr>
            </a:pPr>
            <a:r>
              <a:rPr sz="4200" b="1">
                <a:solidFill>
                  <a:srgbClr val="0071E3"/>
                </a:solidFill>
                <a:latin typeface="Inter"/>
                <a:ea typeface="Inter"/>
                <a:cs typeface="Inter"/>
              </a:rPr>
              <a:t>D</a:t>
            </a:r>
          </a:p>
        </p:txBody>
      </p:sp>
      <p:sp>
        <p:nvSpPr>
          <p:cNvPr id="9" name="">
            <a:extLst xmlns:a="http://schemas.openxmlformats.org/drawingml/2006/main">
              <a:ext uri="{FF2B5EF4-FFF2-40B4-BE49-F238E27FC236}">
                <a16:creationId xmlns:a16="http://schemas.microsoft.com/office/drawing/2014/main" id="{B6EB6F09-8000-497F-B027-4032D4274361}"/>
              </a:ext>
            </a:extLst>
          </p:cNvPr>
          <p:cNvSpPr>
            <a:spLocks xmlns:a="http://schemas.openxmlformats.org/drawingml/2006/main" noGrp="1"/>
          </p:cNvSpPr>
          <p:nvPr/>
        </p:nvSpPr>
        <p:spPr>
          <a:xfrm xmlns:a="http://schemas.openxmlformats.org/drawingml/2006/main">
            <a:off x="4562475" y="3409950"/>
            <a:ext cx="311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hlinkClick xmlns:r="http://schemas.openxmlformats.org/officeDocument/2006/relationships" r:id="R016d608b0c814871"/>
              </a:rPr>
              <a:t>External DRS</a:t>
            </a:r>
          </a:p>
        </p:txBody>
      </p:sp>
      <p:sp>
        <p:nvSpPr>
          <p:cNvPr id="10" name="">
            <a:extLst xmlns:a="http://schemas.openxmlformats.org/drawingml/2006/main">
              <a:ext uri="{FF2B5EF4-FFF2-40B4-BE49-F238E27FC236}">
                <a16:creationId xmlns:a16="http://schemas.microsoft.com/office/drawing/2014/main" id="{FE525052-C940-46FB-B8B2-C7B957382A17}"/>
              </a:ext>
            </a:extLst>
          </p:cNvPr>
          <p:cNvSpPr>
            <a:spLocks xmlns:a="http://schemas.openxmlformats.org/drawingml/2006/main" noGrp="1"/>
          </p:cNvSpPr>
          <p:nvPr/>
        </p:nvSpPr>
        <p:spPr>
          <a:xfrm xmlns:a="http://schemas.openxmlformats.org/drawingml/2006/main">
            <a:off x="8420100" y="2571750"/>
            <a:ext cx="885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200" b="1">
                <a:solidFill>
                  <a:srgbClr val="0071E3"/>
                </a:solidFill>
                <a:latin typeface="Inter"/>
                <a:ea typeface="Inter"/>
                <a:cs typeface="Inter"/>
              </a:defRPr>
            </a:pPr>
            <a:r>
              <a:rPr sz="4200" b="1">
                <a:solidFill>
                  <a:srgbClr val="0071E3"/>
                </a:solidFill>
                <a:latin typeface="Inter"/>
                <a:ea typeface="Inter"/>
                <a:cs typeface="Inter"/>
              </a:rPr>
              <a:t>A</a:t>
            </a:r>
          </a:p>
        </p:txBody>
      </p:sp>
      <p:sp>
        <p:nvSpPr>
          <p:cNvPr id="11" name="">
            <a:extLst xmlns:a="http://schemas.openxmlformats.org/drawingml/2006/main">
              <a:ext uri="{FF2B5EF4-FFF2-40B4-BE49-F238E27FC236}">
                <a16:creationId xmlns:a16="http://schemas.microsoft.com/office/drawing/2014/main" id="{86D56F30-BB6F-4286-8018-42F5AB6C580A}"/>
              </a:ext>
            </a:extLst>
          </p:cNvPr>
          <p:cNvSpPr>
            <a:spLocks xmlns:a="http://schemas.openxmlformats.org/drawingml/2006/main" noGrp="1"/>
          </p:cNvSpPr>
          <p:nvPr/>
        </p:nvSpPr>
        <p:spPr>
          <a:xfrm xmlns:a="http://schemas.openxmlformats.org/drawingml/2006/main">
            <a:off x="8420100" y="3409950"/>
            <a:ext cx="3114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hlinkClick xmlns:r="http://schemas.openxmlformats.org/officeDocument/2006/relationships" r:id="Rc8a4855a9ba949ff"/>
              </a:rPr>
              <a:t>Independent</a:t>
            </a:r>
          </a:p>
          <a:p xmlns:a="http://schemas.openxmlformats.org/drawingml/2006/main">
            <a:pPr algn="l">
              <a:lnSpc>
                <a:spcPct val="108000"/>
              </a:lnSpc>
              <a:buNone/>
              <a:defRPr sz="2175" b="1">
                <a:solidFill>
                  <a:srgbClr val="1D1D1F"/>
                </a:solidFill>
                <a:latin typeface="Inter"/>
                <a:ea typeface="Inter"/>
                <a:cs typeface="Inter"/>
              </a:defRPr>
            </a:pPr>
            <a:r>
              <a:rPr sz="2175" b="1">
                <a:solidFill>
                  <a:srgbClr val="1D1D1F"/>
                </a:solidFill>
                <a:latin typeface="Inter"/>
                <a:ea typeface="Inter"/>
                <a:cs typeface="Inter"/>
                <a:hlinkClick xmlns:r="http://schemas.openxmlformats.org/officeDocument/2006/relationships" r:id="Rd1848dec669c43e2"/>
              </a:rPr>
              <a:t>Authoring</a:t>
            </a:r>
          </a:p>
        </p:txBody>
      </p:sp>
      <p:sp>
        <p:nvSpPr>
          <p:cNvPr id="12" name="">
            <a:extLst xmlns:a="http://schemas.openxmlformats.org/drawingml/2006/main">
              <a:ext uri="{FF2B5EF4-FFF2-40B4-BE49-F238E27FC236}">
                <a16:creationId xmlns:a16="http://schemas.microsoft.com/office/drawing/2014/main" id="{CE4A89B4-0332-4D51-81FD-911F9A8BA71E}"/>
              </a:ext>
            </a:extLst>
          </p:cNvPr>
          <p:cNvSpPr>
            <a:spLocks xmlns:a="http://schemas.openxmlformats.org/drawingml/2006/main" noGrp="1"/>
          </p:cNvSpPr>
          <p:nvPr/>
        </p:nvSpPr>
        <p:spPr>
          <a:xfrm xmlns:a="http://schemas.openxmlformats.org/drawingml/2006/main">
            <a:off x="704850" y="4276725"/>
            <a:ext cx="10734675" cy="9525"/>
          </a:xfrm>
          <a:prstGeom xmlns:a="http://schemas.openxmlformats.org/drawingml/2006/main" prst="rect">
            <a:avLst/>
          </a:prstGeom>
          <a:solidFill xmlns:a="http://schemas.openxmlformats.org/drawingml/2006/main">
            <a:srgbClr val="D2D2D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9982BDE-EFD1-443A-81AC-10FA96A33B17}"/>
              </a:ext>
            </a:extLst>
          </p:cNvPr>
          <p:cNvSpPr>
            <a:spLocks xmlns:a="http://schemas.openxmlformats.org/drawingml/2006/main" noGrp="1"/>
          </p:cNvSpPr>
          <p:nvPr/>
        </p:nvSpPr>
        <p:spPr>
          <a:xfrm xmlns:a="http://schemas.openxmlformats.org/drawingml/2006/main">
            <a:off x="704850" y="4505325"/>
            <a:ext cx="350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0071E3"/>
                </a:solidFill>
                <a:latin typeface="Inter"/>
                <a:ea typeface="Inter"/>
                <a:cs typeface="Inter"/>
              </a:defRPr>
            </a:pPr>
            <a:r>
              <a:rPr sz="1800" b="1">
                <a:solidFill>
                  <a:srgbClr val="0071E3"/>
                </a:solidFill>
                <a:latin typeface="Inter"/>
                <a:ea typeface="Inter"/>
                <a:cs typeface="Inter"/>
                <a:hlinkClick xmlns:r="http://schemas.openxmlformats.org/officeDocument/2006/relationships" r:id="Raa1a0ac227ff4cb9"/>
              </a:rPr>
              <a:t>Reader + source index</a:t>
            </a:r>
          </a:p>
        </p:txBody>
      </p:sp>
      <p:sp>
        <p:nvSpPr>
          <p:cNvPr id="14" name="">
            <a:extLst xmlns:a="http://schemas.openxmlformats.org/drawingml/2006/main">
              <a:ext uri="{FF2B5EF4-FFF2-40B4-BE49-F238E27FC236}">
                <a16:creationId xmlns:a16="http://schemas.microsoft.com/office/drawing/2014/main" id="{810AD357-598A-4B70-A659-640E6B7E5E6A}"/>
              </a:ext>
            </a:extLst>
          </p:cNvPr>
          <p:cNvSpPr>
            <a:spLocks xmlns:a="http://schemas.openxmlformats.org/drawingml/2006/main" noGrp="1"/>
          </p:cNvSpPr>
          <p:nvPr/>
        </p:nvSpPr>
        <p:spPr>
          <a:xfrm xmlns:a="http://schemas.openxmlformats.org/drawingml/2006/main">
            <a:off x="4562475" y="4505325"/>
            <a:ext cx="3257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0071E3"/>
                </a:solidFill>
                <a:latin typeface="Inter"/>
                <a:ea typeface="Inter"/>
                <a:cs typeface="Inter"/>
              </a:defRPr>
            </a:pPr>
            <a:r>
              <a:rPr sz="1800" b="1">
                <a:solidFill>
                  <a:srgbClr val="0071E3"/>
                </a:solidFill>
                <a:latin typeface="Inter"/>
                <a:ea typeface="Inter"/>
                <a:cs typeface="Inter"/>
                <a:hlinkClick xmlns:r="http://schemas.openxmlformats.org/officeDocument/2006/relationships" r:id="R6db33c0446dc45df"/>
              </a:rPr>
              <a:t>Authoring Kit</a:t>
            </a:r>
          </a:p>
        </p:txBody>
      </p:sp>
      <p:sp>
        <p:nvSpPr>
          <p:cNvPr id="15" name="">
            <a:extLst xmlns:a="http://schemas.openxmlformats.org/drawingml/2006/main">
              <a:ext uri="{FF2B5EF4-FFF2-40B4-BE49-F238E27FC236}">
                <a16:creationId xmlns:a16="http://schemas.microsoft.com/office/drawing/2014/main" id="{7CEE0381-3ABC-4C8C-B8D4-18AC2221F76E}"/>
              </a:ext>
            </a:extLst>
          </p:cNvPr>
          <p:cNvSpPr>
            <a:spLocks xmlns:a="http://schemas.openxmlformats.org/drawingml/2006/main" noGrp="1"/>
          </p:cNvSpPr>
          <p:nvPr/>
        </p:nvSpPr>
        <p:spPr>
          <a:xfrm xmlns:a="http://schemas.openxmlformats.org/drawingml/2006/main">
            <a:off x="8420100" y="4505325"/>
            <a:ext cx="3038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0071E3"/>
                </a:solidFill>
                <a:latin typeface="Inter"/>
                <a:ea typeface="Inter"/>
                <a:cs typeface="Inter"/>
              </a:defRPr>
            </a:pPr>
            <a:r>
              <a:rPr sz="1800" b="1">
                <a:solidFill>
                  <a:srgbClr val="0071E3"/>
                </a:solidFill>
                <a:latin typeface="Inter"/>
                <a:ea typeface="Inter"/>
                <a:cs typeface="Inter"/>
                <a:hlinkClick xmlns:r="http://schemas.openxmlformats.org/officeDocument/2006/relationships" r:id="Rb89fadfabe6b4ee9"/>
              </a:rPr>
              <a:t>Offline verification</a:t>
            </a:r>
          </a:p>
        </p:txBody>
      </p:sp>
      <p:sp>
        <p:nvSpPr>
          <p:cNvPr id="16" name="">
            <a:extLst xmlns:a="http://schemas.openxmlformats.org/drawingml/2006/main">
              <a:ext uri="{FF2B5EF4-FFF2-40B4-BE49-F238E27FC236}">
                <a16:creationId xmlns:a16="http://schemas.microsoft.com/office/drawing/2014/main" id="{A92DB2C5-B210-485D-8705-548F0F91DF18}"/>
              </a:ext>
            </a:extLst>
          </p:cNvPr>
          <p:cNvSpPr>
            <a:spLocks xmlns:a="http://schemas.openxmlformats.org/drawingml/2006/main" noGrp="1"/>
          </p:cNvSpPr>
          <p:nvPr/>
        </p:nvSpPr>
        <p:spPr>
          <a:xfrm xmlns:a="http://schemas.openxmlformats.org/drawingml/2006/main">
            <a:off x="704850" y="5286375"/>
            <a:ext cx="106870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D1D1F"/>
                </a:solidFill>
                <a:latin typeface="Inter"/>
                <a:ea typeface="Inter"/>
                <a:cs typeface="Inter"/>
              </a:defRPr>
            </a:pPr>
            <a:r>
              <a:rPr sz="2325" b="1">
                <a:solidFill>
                  <a:srgbClr val="1D1D1F"/>
                </a:solidFill>
                <a:latin typeface="Inter"/>
                <a:ea typeface="Inter"/>
                <a:cs typeface="Inter"/>
              </a:rPr>
              <a:t>A new domain was built. External knowledge became useful.</a:t>
            </a:r>
          </a:p>
          <a:p xmlns:a="http://schemas.openxmlformats.org/drawingml/2006/main">
            <a:pPr algn="l">
              <a:lnSpc>
                <a:spcPct val="116000"/>
              </a:lnSpc>
              <a:buNone/>
              <a:defRPr sz="2325" b="1">
                <a:solidFill>
                  <a:srgbClr val="1D1D1F"/>
                </a:solidFill>
                <a:latin typeface="Inter"/>
                <a:ea typeface="Inter"/>
                <a:cs typeface="Inter"/>
              </a:defRPr>
            </a:pPr>
            <a:r>
              <a:rPr sz="2325" b="1">
                <a:solidFill>
                  <a:srgbClr val="1D1D1F"/>
                </a:solidFill>
                <a:latin typeface="Inter"/>
                <a:ea typeface="Inter"/>
                <a:cs typeface="Inter"/>
              </a:rPr>
              <a:t>Each owner kept the right to decide.</a:t>
            </a:r>
          </a:p>
        </p:txBody>
      </p:sp>
    </p:spTree>
    <p:extLst>
      <p:ext uri="{BB962C8B-B14F-4D97-AF65-F5344CB8AC3E}">
        <p14:creationId xmlns:p14="http://schemas.microsoft.com/office/powerpoint/2010/main" val="337154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2026-09-25T20:59:49.2160000Z</dcterms:created>
  <dcterms:modified xsi:type="dcterms:W3CDTF">2026-09-25T20:59:49.2160000Z</dcterms:modified>
</coreProperties>
</file>