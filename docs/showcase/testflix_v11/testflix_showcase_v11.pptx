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48cce630d44f98" /><Relationship Type="http://schemas.openxmlformats.org/officeDocument/2006/relationships/extended-properties" Target="/docProps/app.xml" Id="Rb5e06bdb7f7d41fc" /><Relationship Type="http://schemas.openxmlformats.org/officeDocument/2006/relationships/officeDocument" Target="/ppt/presentation.xml" Id="R1c0e54771b3f48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f086c3e0624ed2"/>
  </p:sldMasterIdLst>
  <p:notesMasterIdLst>
    <p:notesMasterId xmlns:r="http://schemas.openxmlformats.org/officeDocument/2006/relationships" r:id="Rce5a0c247a074f8d"/>
  </p:notesMasterIdLst>
  <p:sldIdLst>
    <p:sldId xmlns:r="http://schemas.openxmlformats.org/officeDocument/2006/relationships" id="256" r:id="Rdd3703a895de4e3f"/>
    <p:sldId xmlns:r="http://schemas.openxmlformats.org/officeDocument/2006/relationships" id="257" r:id="R49d798139d984d79"/>
    <p:sldId xmlns:r="http://schemas.openxmlformats.org/officeDocument/2006/relationships" id="258" r:id="Rd545c2fbcdda422d"/>
    <p:sldId xmlns:r="http://schemas.openxmlformats.org/officeDocument/2006/relationships" id="259" r:id="R43b360bf251546ba"/>
    <p:sldId xmlns:r="http://schemas.openxmlformats.org/officeDocument/2006/relationships" id="260" r:id="R4951af7daee84856"/>
    <p:sldId xmlns:r="http://schemas.openxmlformats.org/officeDocument/2006/relationships" id="261" r:id="Rf07c3163c2f544cf"/>
    <p:sldId xmlns:r="http://schemas.openxmlformats.org/officeDocument/2006/relationships" id="262" r:id="R2945c3f1b8a44e6a"/>
    <p:sldId xmlns:r="http://schemas.openxmlformats.org/officeDocument/2006/relationships" id="263" r:id="R06892bc28cf547bc"/>
    <p:sldId xmlns:r="http://schemas.openxmlformats.org/officeDocument/2006/relationships" id="264" r:id="Ra80ae5a6e5bb4f62"/>
    <p:sldId xmlns:r="http://schemas.openxmlformats.org/officeDocument/2006/relationships" id="265" r:id="Rb49a3490fc1044ee"/>
    <p:sldId xmlns:r="http://schemas.openxmlformats.org/officeDocument/2006/relationships" id="266" r:id="R76dc9425385f43f6"/>
    <p:sldId xmlns:r="http://schemas.openxmlformats.org/officeDocument/2006/relationships" id="267" r:id="Ra8649b45c449456a"/>
    <p:sldId xmlns:r="http://schemas.openxmlformats.org/officeDocument/2006/relationships" id="268" r:id="R68279709a18c4804"/>
    <p:sldId xmlns:r="http://schemas.openxmlformats.org/officeDocument/2006/relationships" id="269" r:id="R3307d10648f44cf2"/>
    <p:sldId xmlns:r="http://schemas.openxmlformats.org/officeDocument/2006/relationships" id="270" r:id="Red70f3eae0d743a0"/>
    <p:sldId xmlns:r="http://schemas.openxmlformats.org/officeDocument/2006/relationships" id="271" r:id="R6fb6c3e0d9554d06"/>
    <p:sldId xmlns:r="http://schemas.openxmlformats.org/officeDocument/2006/relationships" id="272" r:id="R54d0300b3c9d456d"/>
    <p:sldId xmlns:r="http://schemas.openxmlformats.org/officeDocument/2006/relationships" id="273" r:id="R83a5eb23eb344d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76a0a19b594fd5" /><Relationship Type="http://schemas.openxmlformats.org/officeDocument/2006/relationships/slideMaster" Target="/ppt/slideMasters/slideMaster1.xml" Id="R0df086c3e0624ed2" /><Relationship Type="http://schemas.openxmlformats.org/officeDocument/2006/relationships/notesMaster" Target="/ppt/notesMasters/notesMaster1.xml" Id="Rce5a0c247a074f8d" /><Relationship Type="http://schemas.openxmlformats.org/officeDocument/2006/relationships/presProps" Target="/ppt/presProps.xml" Id="R59bad6c633124a1b" /><Relationship Type="http://schemas.openxmlformats.org/officeDocument/2006/relationships/tableStyles" Target="/ppt/tableStyles.xml" Id="R71de56aac1034c37" /><Relationship Type="http://schemas.openxmlformats.org/officeDocument/2006/relationships/slide" Target="/ppt/slides/slide1.xml" Id="Rdd3703a895de4e3f" /><Relationship Type="http://schemas.openxmlformats.org/officeDocument/2006/relationships/slide" Target="/ppt/slides/slide2.xml" Id="R49d798139d984d79" /><Relationship Type="http://schemas.openxmlformats.org/officeDocument/2006/relationships/slide" Target="/ppt/slides/slide3.xml" Id="Rd545c2fbcdda422d" /><Relationship Type="http://schemas.openxmlformats.org/officeDocument/2006/relationships/slide" Target="/ppt/slides/slide4.xml" Id="R43b360bf251546ba" /><Relationship Type="http://schemas.openxmlformats.org/officeDocument/2006/relationships/slide" Target="/ppt/slides/slide5.xml" Id="R4951af7daee84856" /><Relationship Type="http://schemas.openxmlformats.org/officeDocument/2006/relationships/slide" Target="/ppt/slides/slide6.xml" Id="Rf07c3163c2f544cf" /><Relationship Type="http://schemas.openxmlformats.org/officeDocument/2006/relationships/slide" Target="/ppt/slides/slide7.xml" Id="R2945c3f1b8a44e6a" /><Relationship Type="http://schemas.openxmlformats.org/officeDocument/2006/relationships/slide" Target="/ppt/slides/slide8.xml" Id="R06892bc28cf547bc" /><Relationship Type="http://schemas.openxmlformats.org/officeDocument/2006/relationships/slide" Target="/ppt/slides/slide9.xml" Id="Ra80ae5a6e5bb4f62" /><Relationship Type="http://schemas.openxmlformats.org/officeDocument/2006/relationships/slide" Target="/ppt/slides/slide10.xml" Id="Rb49a3490fc1044ee" /><Relationship Type="http://schemas.openxmlformats.org/officeDocument/2006/relationships/slide" Target="/ppt/slides/slide11.xml" Id="R76dc9425385f43f6" /><Relationship Type="http://schemas.openxmlformats.org/officeDocument/2006/relationships/slide" Target="/ppt/slides/slide12.xml" Id="Ra8649b45c449456a" /><Relationship Type="http://schemas.openxmlformats.org/officeDocument/2006/relationships/slide" Target="/ppt/slides/slide13.xml" Id="R68279709a18c4804" /><Relationship Type="http://schemas.openxmlformats.org/officeDocument/2006/relationships/slide" Target="/ppt/slides/slide14.xml" Id="R3307d10648f44cf2" /><Relationship Type="http://schemas.openxmlformats.org/officeDocument/2006/relationships/slide" Target="/ppt/slides/slide15.xml" Id="Red70f3eae0d743a0" /><Relationship Type="http://schemas.openxmlformats.org/officeDocument/2006/relationships/slide" Target="/ppt/slides/slide16.xml" Id="R6fb6c3e0d9554d06" /><Relationship Type="http://schemas.openxmlformats.org/officeDocument/2006/relationships/slide" Target="/ppt/slides/slide17.xml" Id="R54d0300b3c9d456d" /><Relationship Type="http://schemas.openxmlformats.org/officeDocument/2006/relationships/slide" Target="/ppt/slides/slide18.xml" Id="R83a5eb23eb344d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e4f3eee49d43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e1b7173da9408d" /><Relationship Type="http://schemas.openxmlformats.org/officeDocument/2006/relationships/notesMaster" Target="/ppt/notesMasters/notesMaster1.xml" Id="R8c0e8c9a812349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6438f22c8b4e02" /><Relationship Type="http://schemas.openxmlformats.org/officeDocument/2006/relationships/notesMaster" Target="/ppt/notesMasters/notesMaster1.xml" Id="Re2edbb1639184f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f0d3ad7dd64747" /><Relationship Type="http://schemas.openxmlformats.org/officeDocument/2006/relationships/notesMaster" Target="/ppt/notesMasters/notesMaster1.xml" Id="R0626b0fa7d1840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1bda9c80964073" /><Relationship Type="http://schemas.openxmlformats.org/officeDocument/2006/relationships/notesMaster" Target="/ppt/notesMasters/notesMaster1.xml" Id="Re4749a7b71e640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6bcba91388430e" /><Relationship Type="http://schemas.openxmlformats.org/officeDocument/2006/relationships/notesMaster" Target="/ppt/notesMasters/notesMaster1.xml" Id="R27d71d5c4e2345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9a5400ae444d4c" /><Relationship Type="http://schemas.openxmlformats.org/officeDocument/2006/relationships/notesMaster" Target="/ppt/notesMasters/notesMaster1.xml" Id="Rfcd95d977d9c44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a2691861204cf8" /><Relationship Type="http://schemas.openxmlformats.org/officeDocument/2006/relationships/notesMaster" Target="/ppt/notesMasters/notesMaster1.xml" Id="Refa57887c3264a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5a3036b47b4ae5" /><Relationship Type="http://schemas.openxmlformats.org/officeDocument/2006/relationships/notesMaster" Target="/ppt/notesMasters/notesMaster1.xml" Id="R0bdeaa26af0b4a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c5ba3208474d7c" /><Relationship Type="http://schemas.openxmlformats.org/officeDocument/2006/relationships/notesMaster" Target="/ppt/notesMasters/notesMaster1.xml" Id="R52f26ddeb3b34b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0532b565b34706" /><Relationship Type="http://schemas.openxmlformats.org/officeDocument/2006/relationships/notesMaster" Target="/ppt/notesMasters/notesMaster1.xml" Id="R977b2ffd074242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7663adc68c4a3d" /><Relationship Type="http://schemas.openxmlformats.org/officeDocument/2006/relationships/notesMaster" Target="/ppt/notesMasters/notesMaster1.xml" Id="R1948e572c5074f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a6d304d5cd4cad" /><Relationship Type="http://schemas.openxmlformats.org/officeDocument/2006/relationships/notesMaster" Target="/ppt/notesMasters/notesMaster1.xml" Id="R2a67d5c56a9f4a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d2698f6117d4b2f" /><Relationship Type="http://schemas.openxmlformats.org/officeDocument/2006/relationships/notesMaster" Target="/ppt/notesMasters/notesMaster1.xml" Id="Rb7c5bd8de558477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d3f889591864c8d" /><Relationship Type="http://schemas.openxmlformats.org/officeDocument/2006/relationships/notesMaster" Target="/ppt/notesMasters/notesMaster1.xml" Id="R016d9807af144c2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6f43b41cf84f22" /><Relationship Type="http://schemas.openxmlformats.org/officeDocument/2006/relationships/notesMaster" Target="/ppt/notesMasters/notesMaster1.xml" Id="Rbd40876c1cec471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a9fb1a5ac9f46fa" /><Relationship Type="http://schemas.openxmlformats.org/officeDocument/2006/relationships/notesMaster" Target="/ppt/notesMasters/notesMaster1.xml" Id="Rad4e91434a8044a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ba2f98fa04f4b96" /><Relationship Type="http://schemas.openxmlformats.org/officeDocument/2006/relationships/notesMaster" Target="/ppt/notesMasters/notesMaster1.xml" Id="Rca944cf717644c5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dbff367b44d45ad" /><Relationship Type="http://schemas.openxmlformats.org/officeDocument/2006/relationships/notesMaster" Target="/ppt/notesMasters/notesMaster1.xml" Id="Rce1533836c034c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Testflix V11 showcase. .</a:t>
            </a:r>
          </a:p>
          <a:p xmlns:a="http://schemas.openxmlformats.org/drawingml/2006/main">
            <a:r>
              <a:t>Evidence IDs: main_result, ab_actual, owner_state. Resolve in evidence/evidence_map.json.</a:t>
            </a:r>
          </a:p>
          <a:p xmlns:a="http://schemas.openxmlformats.org/drawingml/2006/main">
            <a:r>
              <a:t>Accepted source: https://github.com/AAkhtanin/hedgehog-os/tree/e42d37fa98dfec7110b8cf75b1aceaa614f461be</a:t>
            </a:r>
          </a:p>
          <a:p xmlns:a="http://schemas.openxmlformats.org/drawingml/2006/main">
            <a:r>
              <a:t>Historical executions retain V09/V10 provenance. Real Gemini semantics; mocked business effects.</a:t>
            </a:r>
          </a:p>
          <a:p xmlns:a="http://schemas.openxmlformats.org/drawingml/2006/main">
            <a:r>
              <a:t>Visual direction: https://www.apple.com/apple-events/ and https://rsms.me/inter/ . Inter is the chosen typeface. No Apple branding or endorsement.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Testflix V11 showcase. An ordinary request.</a:t>
            </a:r>
          </a:p>
          <a:p xmlns:a="http://schemas.openxmlformats.org/drawingml/2006/main">
            <a:r>
              <a:t>A demanding lifecycle..</a:t>
            </a:r>
          </a:p>
          <a:p xmlns:a="http://schemas.openxmlformats.org/drawingml/2006/main">
            <a:r>
              <a:t>Evidence IDs: main_result, ab_actual, main_history. Resolve in evidence/evidence_map.json.</a:t>
            </a:r>
          </a:p>
          <a:p xmlns:a="http://schemas.openxmlformats.org/drawingml/2006/main">
            <a:r>
              <a:t>Accepted source: https://github.com/AAkhtanin/hedgehog-os/tree/e42d37fa98dfec7110b8cf75b1aceaa614f461be</a:t>
            </a:r>
          </a:p>
          <a:p xmlns:a="http://schemas.openxmlformats.org/drawingml/2006/main">
            <a:r>
              <a:t>Historical executions retain V09/V10 provenance. Real Gemini semantics; mocked business effects.</a:t>
            </a:r>
          </a:p>
          <a:p xmlns:a="http://schemas.openxmlformats.org/drawingml/2006/main">
            <a:r>
              <a:t>Visual direction: https://www.apple.com/apple-events/ and https://rsms.me/inter/ . Inter is the chosen typeface. No Apple branding or endorsement.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Testflix V11 showcase. Four different semantic jobs.</a:t>
            </a:r>
          </a:p>
          <a:p xmlns:a="http://schemas.openxmlformats.org/drawingml/2006/main">
            <a:r>
              <a:t>Evidence IDs: capture_response_14, capture_response_15, capture_response_19, capture_response_20. Resolve in evidence/evidence_map.json.</a:t>
            </a:r>
          </a:p>
          <a:p xmlns:a="http://schemas.openxmlformats.org/drawingml/2006/main">
            <a:r>
              <a:t>Accepted source: https://github.com/AAkhtanin/hedgehog-os/tree/e42d37fa98dfec7110b8cf75b1aceaa614f461be</a:t>
            </a:r>
          </a:p>
          <a:p xmlns:a="http://schemas.openxmlformats.org/drawingml/2006/main">
            <a:r>
              <a:t>Historical executions retain V09/V10 provenance. Real Gemini semantics; mocked business effects.</a:t>
            </a:r>
          </a:p>
          <a:p xmlns:a="http://schemas.openxmlformats.org/drawingml/2006/main">
            <a:r>
              <a:t>Visual direction: https://www.apple.com/apple-events/ and https://rsms.me/inter/ . Inter is the chosen typeface. No Apple branding or endorsement.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Testflix V11 showcase. Four Roots retain their own authority.</a:t>
            </a:r>
          </a:p>
          <a:p xmlns:a="http://schemas.openxmlformats.org/drawingml/2006/main">
            <a:r>
              <a:t>Evidence IDs: main_history, main_result. Resolve in evidence/evidence_map.json.</a:t>
            </a:r>
          </a:p>
          <a:p xmlns:a="http://schemas.openxmlformats.org/drawingml/2006/main">
            <a:r>
              <a:t>Accepted source: https://github.com/AAkhtanin/hedgehog-os/tree/e42d37fa98dfec7110b8cf75b1aceaa614f461be</a:t>
            </a:r>
          </a:p>
          <a:p xmlns:a="http://schemas.openxmlformats.org/drawingml/2006/main">
            <a:r>
              <a:t>Historical executions retain V09/V10 provenance. Real Gemini semantics; mocked business effects.</a:t>
            </a:r>
          </a:p>
          <a:p xmlns:a="http://schemas.openxmlformats.org/drawingml/2006/main">
            <a:r>
              <a:t>Visual direction: https://www.apple.com/apple-events/ and https://rsms.me/inter/ . Inter is the chosen typeface. No Apple branding or endorsement.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Testflix V11 showcase. The story continues after purchase.</a:t>
            </a:r>
          </a:p>
          <a:p xmlns:a="http://schemas.openxmlformats.org/drawingml/2006/main">
            <a:r>
              <a:t>Evidence IDs: main_result, main_history, p04_700_extract, p05_boundary, post_renewal_result. Resolve in evidence/evidence_map.json.</a:t>
            </a:r>
          </a:p>
          <a:p xmlns:a="http://schemas.openxmlformats.org/drawingml/2006/main">
            <a:r>
              <a:t>Accepted source: https://github.com/AAkhtanin/hedgehog-os/tree/e42d37fa98dfec7110b8cf75b1aceaa614f461be</a:t>
            </a:r>
          </a:p>
          <a:p xmlns:a="http://schemas.openxmlformats.org/drawingml/2006/main">
            <a:r>
              <a:t>Historical executions retain V09/V10 provenance. Real Gemini semantics; mocked business effects.</a:t>
            </a:r>
          </a:p>
          <a:p xmlns:a="http://schemas.openxmlformats.org/drawingml/2006/main">
            <a:r>
              <a:t>Visual direction: https://www.apple.com/apple-events/ and https://rsms.me/inter/ . Inter is the chosen typeface. No Apple branding or endorsement.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Testflix V11 showcase. The first purchase.</a:t>
            </a:r>
          </a:p>
          <a:p xmlns:a="http://schemas.openxmlformats.org/drawingml/2006/main">
            <a:r>
              <a:t>Evidence IDs: main_result, main_history. Resolve in evidence/evidence_map.json.</a:t>
            </a:r>
          </a:p>
          <a:p xmlns:a="http://schemas.openxmlformats.org/drawingml/2006/main">
            <a:r>
              <a:t>Accepted source: https://github.com/AAkhtanin/hedgehog-os/tree/e42d37fa98dfec7110b8cf75b1aceaa614f461be</a:t>
            </a:r>
          </a:p>
          <a:p xmlns:a="http://schemas.openxmlformats.org/drawingml/2006/main">
            <a:r>
              <a:t>Historical executions retain V09/V10 provenance. Real Gemini semantics; mocked business effects.</a:t>
            </a:r>
          </a:p>
          <a:p xmlns:a="http://schemas.openxmlformats.org/drawingml/2006/main">
            <a:r>
              <a:t>Visual direction: https://www.apple.com/apple-events/ and https://rsms.me/inter/ . Inter is the chosen typeface. No Apple branding or endorsement.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Testflix V11 showcase. Reuse information. Refresh authority..</a:t>
            </a:r>
          </a:p>
          <a:p xmlns:a="http://schemas.openxmlformats.org/drawingml/2006/main">
            <a:r>
              <a:t>Evidence IDs: main_result, main_history. Resolve in evidence/evidence_map.json.</a:t>
            </a:r>
          </a:p>
          <a:p xmlns:a="http://schemas.openxmlformats.org/drawingml/2006/main">
            <a:r>
              <a:t>Accepted source: https://github.com/AAkhtanin/hedgehog-os/tree/e42d37fa98dfec7110b8cf75b1aceaa614f461be</a:t>
            </a:r>
          </a:p>
          <a:p xmlns:a="http://schemas.openxmlformats.org/drawingml/2006/main">
            <a:r>
              <a:t>Historical executions retain V09/V10 provenance. Real Gemini semantics; mocked business effects.</a:t>
            </a:r>
          </a:p>
          <a:p xmlns:a="http://schemas.openxmlformats.org/drawingml/2006/main">
            <a:r>
              <a:t>Visual direction: https://www.apple.com/apple-events/ and https://rsms.me/inter/ . Inter is the chosen typeface. No Apple branding or endorsement.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Testflix V11 showcase. A price change reaches the bank.</a:t>
            </a:r>
          </a:p>
          <a:p xmlns:a="http://schemas.openxmlformats.org/drawingml/2006/main">
            <a:r>
              <a:t>Evidence IDs: p04_700_extract, n14_600_extract, n14_600_payment, supplied_1_d, supplied_1_e. Resolve in evidence/evidence_map.json.</a:t>
            </a:r>
          </a:p>
          <a:p xmlns:a="http://schemas.openxmlformats.org/drawingml/2006/main">
            <a:r>
              <a:t>Accepted source: https://github.com/AAkhtanin/hedgehog-os/tree/e42d37fa98dfec7110b8cf75b1aceaa614f461be</a:t>
            </a:r>
          </a:p>
          <a:p xmlns:a="http://schemas.openxmlformats.org/drawingml/2006/main">
            <a:r>
              <a:t>Historical executions retain V09/V10 provenance. Real Gemini semantics; mocked business effects.</a:t>
            </a:r>
          </a:p>
          <a:p xmlns:a="http://schemas.openxmlformats.org/drawingml/2006/main">
            <a:r>
              <a:t>Visual direction: https://www.apple.com/apple-events/ and https://rsms.me/inter/ . Inter is the chosen typeface. No Apple branding or endorsement.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Testflix V11 showcase. Expiry is exact. Renewal is explicit..</a:t>
            </a:r>
          </a:p>
          <a:p xmlns:a="http://schemas.openxmlformats.org/drawingml/2006/main">
            <a:r>
              <a:t>Evidence IDs: p05_boundary, p05_after, post_renewal_result, main_replay. Resolve in evidence/evidence_map.json.</a:t>
            </a:r>
          </a:p>
          <a:p xmlns:a="http://schemas.openxmlformats.org/drawingml/2006/main">
            <a:r>
              <a:t>Accepted source: https://github.com/AAkhtanin/hedgehog-os/tree/e42d37fa98dfec7110b8cf75b1aceaa614f461be</a:t>
            </a:r>
          </a:p>
          <a:p xmlns:a="http://schemas.openxmlformats.org/drawingml/2006/main">
            <a:r>
              <a:t>Historical executions retain V09/V10 provenance. Real Gemini semantics; mocked business effects.</a:t>
            </a:r>
          </a:p>
          <a:p xmlns:a="http://schemas.openxmlformats.org/drawingml/2006/main">
            <a:r>
              <a:t>Visual direction: https://www.apple.com/apple-events/ and https://rsms.me/inter/ . Inter is the chosen typeface. No Apple branding or endorsement.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Testflix V11 showcase. One changed preference.</a:t>
            </a:r>
          </a:p>
          <a:p xmlns:a="http://schemas.openxmlformats.org/drawingml/2006/main">
            <a:r>
              <a:t>A different valid choice..</a:t>
            </a:r>
          </a:p>
          <a:p xmlns:a="http://schemas.openxmlformats.org/drawingml/2006/main">
            <a:r>
              <a:t>Evidence IDs: ab_actual, ab_captured, ab_comparison, ab_consumption. Resolve in evidence/evidence_map.json.</a:t>
            </a:r>
          </a:p>
          <a:p xmlns:a="http://schemas.openxmlformats.org/drawingml/2006/main">
            <a:r>
              <a:t>Accepted source: https://github.com/AAkhtanin/hedgehog-os/tree/e42d37fa98dfec7110b8cf75b1aceaa614f461be</a:t>
            </a:r>
          </a:p>
          <a:p xmlns:a="http://schemas.openxmlformats.org/drawingml/2006/main">
            <a:r>
              <a:t>Historical executions retain V09/V10 provenance. Real Gemini semantics; mocked business effects.</a:t>
            </a:r>
          </a:p>
          <a:p xmlns:a="http://schemas.openxmlformats.org/drawingml/2006/main">
            <a:r>
              <a:t>Visual direction: https://www.apple.com/apple-events/ and https://rsms.me/inter/ . Inter is the chosen typeface. No Apple branding or endorsement.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Testflix V11 showcase. The reviewer did disagree.</a:t>
            </a:r>
          </a:p>
          <a:p xmlns:a="http://schemas.openxmlformats.org/drawingml/2006/main">
            <a:r>
              <a:t>Evidence IDs: capture_response_13, capture_response_19, capture_response_20. Resolve in evidence/evidence_map.json.</a:t>
            </a:r>
          </a:p>
          <a:p xmlns:a="http://schemas.openxmlformats.org/drawingml/2006/main">
            <a:r>
              <a:t>Accepted source: https://github.com/AAkhtanin/hedgehog-os/tree/e42d37fa98dfec7110b8cf75b1aceaa614f461be</a:t>
            </a:r>
          </a:p>
          <a:p xmlns:a="http://schemas.openxmlformats.org/drawingml/2006/main">
            <a:r>
              <a:t>Historical executions retain V09/V10 provenance. Real Gemini semantics; mocked business effects.</a:t>
            </a:r>
          </a:p>
          <a:p xmlns:a="http://schemas.openxmlformats.org/drawingml/2006/main">
            <a:r>
              <a:t>Visual direction: https://www.apple.com/apple-events/ and https://rsms.me/inter/ . Inter is the chosen typeface. No Apple branding or endorsement.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Testflix V11 showcase. Continuation preserves the record.</a:t>
            </a:r>
          </a:p>
          <a:p xmlns:a="http://schemas.openxmlformats.org/drawingml/2006/main">
            <a:r>
              <a:t>Evidence IDs: capture_failure_16, capture_failure_17, capture_failure_18, ab_checkpoint. Resolve in evidence/evidence_map.json.</a:t>
            </a:r>
          </a:p>
          <a:p xmlns:a="http://schemas.openxmlformats.org/drawingml/2006/main">
            <a:r>
              <a:t>Accepted source: https://github.com/AAkhtanin/hedgehog-os/tree/e42d37fa98dfec7110b8cf75b1aceaa614f461be</a:t>
            </a:r>
          </a:p>
          <a:p xmlns:a="http://schemas.openxmlformats.org/drawingml/2006/main">
            <a:r>
              <a:t>Historical executions retain V09/V10 provenance. Real Gemini semantics; mocked business effects.</a:t>
            </a:r>
          </a:p>
          <a:p xmlns:a="http://schemas.openxmlformats.org/drawingml/2006/main">
            <a:r>
              <a:t>Visual direction: https://www.apple.com/apple-events/ and https://rsms.me/inter/ . Inter is the chosen typeface. No Apple branding or endorsement.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Testflix V11 showcase. Captured execution reaches the same result.</a:t>
            </a:r>
          </a:p>
          <a:p xmlns:a="http://schemas.openxmlformats.org/drawingml/2006/main">
            <a:r>
              <a:t>Evidence IDs: ab_actual, ab_captured, ab_comparison. Resolve in evidence/evidence_map.json.</a:t>
            </a:r>
          </a:p>
          <a:p xmlns:a="http://schemas.openxmlformats.org/drawingml/2006/main">
            <a:r>
              <a:t>Accepted source: https://github.com/AAkhtanin/hedgehog-os/tree/e42d37fa98dfec7110b8cf75b1aceaa614f461be</a:t>
            </a:r>
          </a:p>
          <a:p xmlns:a="http://schemas.openxmlformats.org/drawingml/2006/main">
            <a:r>
              <a:t>Historical executions retain V09/V10 provenance. Real Gemini semantics; mocked business effects.</a:t>
            </a:r>
          </a:p>
          <a:p xmlns:a="http://schemas.openxmlformats.org/drawingml/2006/main">
            <a:r>
              <a:t>Visual direction: https://www.apple.com/apple-events/ and https://rsms.me/inter/ . Inter is the chosen typeface. No Apple branding or endorsement.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Testflix V11 showcase. Timing, with the scope kept intact.</a:t>
            </a:r>
          </a:p>
          <a:p xmlns:a="http://schemas.openxmlformats.org/drawingml/2006/main">
            <a:r>
              <a:t>Evidence IDs: main_result, ab_actual, ab_captured, p04_700_extract, n14_600_extract. Resolve in evidence/evidence_map.json.</a:t>
            </a:r>
          </a:p>
          <a:p xmlns:a="http://schemas.openxmlformats.org/drawingml/2006/main">
            <a:r>
              <a:t>Accepted source: https://github.com/AAkhtanin/hedgehog-os/tree/e42d37fa98dfec7110b8cf75b1aceaa614f461be</a:t>
            </a:r>
          </a:p>
          <a:p xmlns:a="http://schemas.openxmlformats.org/drawingml/2006/main">
            <a:r>
              <a:t>Historical executions retain V09/V10 provenance. Real Gemini semantics; mocked business effects.</a:t>
            </a:r>
          </a:p>
          <a:p xmlns:a="http://schemas.openxmlformats.org/drawingml/2006/main">
            <a:r>
              <a:t>Visual direction: https://www.apple.com/apple-events/ and https://rsms.me/inter/ . Inter is the chosen typeface. No Apple branding or endorsement.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Testflix V11 showcase. Common mechanisms. A specific domain..</a:t>
            </a:r>
          </a:p>
          <a:p xmlns:a="http://schemas.openxmlformats.org/drawingml/2006/main">
            <a:r>
              <a:t>Evidence IDs: ab_consumption, main_history, ab_actual. Resolve in evidence/evidence_map.json.</a:t>
            </a:r>
          </a:p>
          <a:p xmlns:a="http://schemas.openxmlformats.org/drawingml/2006/main">
            <a:r>
              <a:t>Accepted source: https://github.com/AAkhtanin/hedgehog-os/tree/e42d37fa98dfec7110b8cf75b1aceaa614f461be</a:t>
            </a:r>
          </a:p>
          <a:p xmlns:a="http://schemas.openxmlformats.org/drawingml/2006/main">
            <a:r>
              <a:t>Historical executions retain V09/V10 provenance. Real Gemini semantics; mocked business effects.</a:t>
            </a:r>
          </a:p>
          <a:p xmlns:a="http://schemas.openxmlformats.org/drawingml/2006/main">
            <a:r>
              <a:t>Visual direction: https://www.apple.com/apple-events/ and https://rsms.me/inter/ . Inter is the chosen typeface. No Apple branding or endorsement.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Testflix V11 showcase. Accepted code. Recorded evidence..</a:t>
            </a:r>
          </a:p>
          <a:p xmlns:a="http://schemas.openxmlformats.org/drawingml/2006/main">
            <a:r>
              <a:t>Evidence IDs: owner_state, owner_phases, owner_final_imports. Resolve in evidence/evidence_map.json.</a:t>
            </a:r>
          </a:p>
          <a:p xmlns:a="http://schemas.openxmlformats.org/drawingml/2006/main">
            <a:r>
              <a:t>Accepted source: https://github.com/AAkhtanin/hedgehog-os/tree/e42d37fa98dfec7110b8cf75b1aceaa614f461be</a:t>
            </a:r>
          </a:p>
          <a:p xmlns:a="http://schemas.openxmlformats.org/drawingml/2006/main">
            <a:r>
              <a:t>Historical executions retain V09/V10 provenance. Real Gemini semantics; mocked business effects.</a:t>
            </a:r>
          </a:p>
          <a:p xmlns:a="http://schemas.openxmlformats.org/drawingml/2006/main">
            <a:r>
              <a:t>Visual direction: https://www.apple.com/apple-events/ and https://rsms.me/inter/ . Inter is the chosen typeface. No Apple branding or endorsement.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Testflix V11 showcase. The scope is visible.</a:t>
            </a:r>
          </a:p>
          <a:p xmlns:a="http://schemas.openxmlformats.org/drawingml/2006/main">
            <a:r>
              <a:t>Evidence IDs: main_result, ab_actual, owner_state. Resolve in evidence/evidence_map.json.</a:t>
            </a:r>
          </a:p>
          <a:p xmlns:a="http://schemas.openxmlformats.org/drawingml/2006/main">
            <a:r>
              <a:t>Accepted source: https://github.com/AAkhtanin/hedgehog-os/tree/e42d37fa98dfec7110b8cf75b1aceaa614f461be</a:t>
            </a:r>
          </a:p>
          <a:p xmlns:a="http://schemas.openxmlformats.org/drawingml/2006/main">
            <a:r>
              <a:t>Historical executions retain V09/V10 provenance. Real Gemini semantics; mocked business effects.</a:t>
            </a:r>
          </a:p>
          <a:p xmlns:a="http://schemas.openxmlformats.org/drawingml/2006/main">
            <a:r>
              <a:t>Visual direction: https://www.apple.com/apple-events/ and https://rsms.me/inter/ . Inter is the chosen typeface. No Apple branding or endorsement.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Testflix V11 showcase. An inspectable demonstration.</a:t>
            </a:r>
          </a:p>
          <a:p xmlns:a="http://schemas.openxmlformats.org/drawingml/2006/main">
            <a:r>
              <a:t>Evidence IDs: main_result, ab_actual, owner_state. Resolve in evidence/evidence_map.json.</a:t>
            </a:r>
          </a:p>
          <a:p xmlns:a="http://schemas.openxmlformats.org/drawingml/2006/main">
            <a:r>
              <a:t>Accepted source: https://github.com/AAkhtanin/hedgehog-os/tree/e42d37fa98dfec7110b8cf75b1aceaa614f461be</a:t>
            </a:r>
          </a:p>
          <a:p xmlns:a="http://schemas.openxmlformats.org/drawingml/2006/main">
            <a:r>
              <a:t>Historical executions retain V09/V10 provenance. Real Gemini semantics; mocked business effects.</a:t>
            </a:r>
          </a:p>
          <a:p xmlns:a="http://schemas.openxmlformats.org/drawingml/2006/main">
            <a:r>
              <a:t>Visual direction: https://www.apple.com/apple-events/ and https://rsms.me/inter/ . Inter is the chosen typeface. No Apple branding or endorsement.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056ddb16054a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186feb1eb945d4" /><Relationship Type="http://schemas.openxmlformats.org/officeDocument/2006/relationships/slideLayout" Target="/ppt/slideLayouts/slideLayout1.xml" Id="R51dcfdbd3dd54d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dcfdbd3dd54d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31737eb344d8d" /><Relationship Type="http://schemas.openxmlformats.org/officeDocument/2006/relationships/image" Target="/ppt/media/image.png" Id="Rd4129fb82cdb4398" /><Relationship Type="http://schemas.openxmlformats.org/officeDocument/2006/relationships/notesSlide" Target="/ppt/notesSlides/notesSlide1.xml" Id="Rc7698cb015974b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3170cf1144ea2" /><Relationship Type="http://schemas.openxmlformats.org/officeDocument/2006/relationships/notesSlide" Target="/ppt/notesSlides/notesSlide2.xml" Id="Ra0ebc10a195e4d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47205cc2a41f0" /><Relationship Type="http://schemas.openxmlformats.org/officeDocument/2006/relationships/notesSlide" Target="/ppt/notesSlides/notesSlide3.xml" Id="Rf5b11ca437aa46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58b87ad6349b9" /><Relationship Type="http://schemas.openxmlformats.org/officeDocument/2006/relationships/notesSlide" Target="/ppt/notesSlides/notesSlide4.xml" Id="R9c438edd4a524b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2d90625734f40" /><Relationship Type="http://schemas.openxmlformats.org/officeDocument/2006/relationships/notesSlide" Target="/ppt/notesSlides/notesSlide5.xml" Id="R1f6a8721d9b649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3f416f32b4d2b" /><Relationship Type="http://schemas.openxmlformats.org/officeDocument/2006/relationships/notesSlide" Target="/ppt/notesSlides/notesSlide6.xml" Id="R706a523651ad45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7d9e26fc245be" /><Relationship Type="http://schemas.openxmlformats.org/officeDocument/2006/relationships/notesSlide" Target="/ppt/notesSlides/notesSlide7.xml" Id="R04b19b44ce214b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459fdbdf4465d" /><Relationship Type="http://schemas.openxmlformats.org/officeDocument/2006/relationships/notesSlide" Target="/ppt/notesSlides/notesSlide8.xml" Id="Ra8bcc363743d47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decdc882e4362" /><Relationship Type="http://schemas.openxmlformats.org/officeDocument/2006/relationships/notesSlide" Target="/ppt/notesSlides/notesSlide9.xml" Id="Rf9fc5fdbf88a41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ad6e0e23e4ddc" /><Relationship Type="http://schemas.openxmlformats.org/officeDocument/2006/relationships/notesSlide" Target="/ppt/notesSlides/notesSlide10.xml" Id="R31b5000318494a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460bc4a6a4f56" /><Relationship Type="http://schemas.openxmlformats.org/officeDocument/2006/relationships/notesSlide" Target="/ppt/notesSlides/notesSlide11.xml" Id="Ra4679593ba6049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1426067df4997" /><Relationship Type="http://schemas.openxmlformats.org/officeDocument/2006/relationships/notesSlide" Target="/ppt/notesSlides/notesSlide12.xml" Id="Rb62b52e8a06c444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bf2c3aa254004" /><Relationship Type="http://schemas.openxmlformats.org/officeDocument/2006/relationships/notesSlide" Target="/ppt/notesSlides/notesSlide13.xml" Id="R581838c1ac4f46c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f18a7b00847f8" /><Relationship Type="http://schemas.openxmlformats.org/officeDocument/2006/relationships/notesSlide" Target="/ppt/notesSlides/notesSlide14.xml" Id="Ra49fd4c830f648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b620b514d475b" /><Relationship Type="http://schemas.openxmlformats.org/officeDocument/2006/relationships/notesSlide" Target="/ppt/notesSlides/notesSlide15.xml" Id="R966e8c53e0aa4fa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a8b2be36f4d9a" /><Relationship Type="http://schemas.openxmlformats.org/officeDocument/2006/relationships/notesSlide" Target="/ppt/notesSlides/notesSlide16.xml" Id="R729e41a31164453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426c59157467a" /><Relationship Type="http://schemas.openxmlformats.org/officeDocument/2006/relationships/notesSlide" Target="/ppt/notesSlides/notesSlide17.xml" Id="Rdb73d0da7cfb40e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861b9ce0d473a" /><Relationship Type="http://schemas.openxmlformats.org/officeDocument/2006/relationships/notesSlide" Target="/ppt/notesSlides/notesSlide18.xml" Id="Rf7f71b5bbcba4d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">
            <a:extLst xmlns:a="http://schemas.openxmlformats.org/drawingml/2006/main">
              <a:ext uri="{FF2B5EF4-FFF2-40B4-BE49-F238E27FC236}">
                <a16:creationId xmlns:a16="http://schemas.microsoft.com/office/drawing/2014/main" id="{AB0AD604-EDFF-44F6-BE2D-610436F1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/  TESTFLIX V11</a:t>
            </a:r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F8D514E7-85AF-4C21-A042-942105F9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29fb82cdb439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9986E54-BEB1-47E4-9A74-038261C4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RADIOLARIA OS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B4FFFF5-0A97-4013-A9AD-52386099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0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70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Testflix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AB07856-EAC5-4E01-99F3-95C4147A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905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A subscription.</a:t>
            </a:r>
          </a:p>
          <a:p xmlns:a="http://schemas.openxmlformats.org/drawingml/2006/main">
            <a:pPr>
              <a:defRPr sz="31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A complete lifecycle.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6B4C4D1-709A-41EC-A173-D065134D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600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Real model responses. Independent decisions.</a:t>
            </a:r>
          </a:p>
          <a:p xmlns:a="http://schemas.openxmlformats.org/drawingml/2006/main">
            <a:pPr>
              <a:defRPr sz="18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A preserved, inspectable execution history.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B9A9F42-1CFC-4B81-ABD3-D06D8057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V11  /  Accepted 13 September 2026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DF1FD7C-26F1-46A6-8799-EF78198C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436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Conceptual artwork</a:t>
            </a:r>
          </a:p>
        </p:txBody>
      </p:sp>
    </p:spTree>
    <p:extLst>
      <p:ext uri="{BB962C8B-B14F-4D97-AF65-F5344CB8AC3E}">
        <p14:creationId xmlns:p14="http://schemas.microsoft.com/office/powerpoint/2010/main" val="18817955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 ">
            <a:extLst xmlns:a="http://schemas.openxmlformats.org/drawingml/2006/main">
              <a:ext uri="{FF2B5EF4-FFF2-40B4-BE49-F238E27FC236}">
                <a16:creationId xmlns:a16="http://schemas.microsoft.com/office/drawing/2014/main" id="{11807597-5743-4431-BEBF-FCC694A9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THE DEMONSTRATION</a:t>
            </a:r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018F5062-2E4E-4849-BD64-4B0B0B5F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7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An ordinary request.</a:t>
            </a:r>
          </a:p>
          <a:p xmlns:a="http://schemas.openxmlformats.org/drawingml/2006/main">
            <a:pPr>
              <a:defRPr sz="37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7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A demanding lifecycle.</a:t>
            </a:r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F1B1E6B6-519B-4C5B-98E3-4FCADFAA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/  TESTFLIX V11</a:t>
            </a:r>
          </a:p>
        </p:txBody>
      </p:sp>
      <p:sp>
        <p:nvSpPr>
          <p:cNvPr id="4" name="Text 3">
            <a:extLst xmlns:a="http://schemas.openxmlformats.org/drawingml/2006/main">
              <a:ext uri="{FF2B5EF4-FFF2-40B4-BE49-F238E27FC236}">
                <a16:creationId xmlns:a16="http://schemas.microsoft.com/office/drawing/2014/main" id="{412DDE36-CA2C-4310-A0C7-B790566E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5" name="Text 4">
            <a:extLst xmlns:a="http://schemas.openxmlformats.org/drawingml/2006/main">
              <a:ext uri="{FF2B5EF4-FFF2-40B4-BE49-F238E27FC236}">
                <a16:creationId xmlns:a16="http://schemas.microsoft.com/office/drawing/2014/main" id="{3D789E9E-EB7D-471F-BFBD-168E6378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55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6" name="Text 5">
            <a:extLst xmlns:a="http://schemas.openxmlformats.org/drawingml/2006/main">
              <a:ext uri="{FF2B5EF4-FFF2-40B4-BE49-F238E27FC236}">
                <a16:creationId xmlns:a16="http://schemas.microsoft.com/office/drawing/2014/main" id="{85AA2677-9D60-4DF4-B496-985CF18B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Independent Roots</a:t>
            </a:r>
          </a:p>
        </p:txBody>
      </p:sp>
      <p:sp>
        <p:nvSpPr>
          <p:cNvPr id="7" name="Text 6">
            <a:extLst xmlns:a="http://schemas.openxmlformats.org/drawingml/2006/main">
              <a:ext uri="{FF2B5EF4-FFF2-40B4-BE49-F238E27FC236}">
                <a16:creationId xmlns:a16="http://schemas.microsoft.com/office/drawing/2014/main" id="{5E21664A-7A44-4C7C-8941-CE359D02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55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6</a:t>
            </a:r>
          </a:p>
        </p:txBody>
      </p:sp>
      <p:sp>
        <p:nvSpPr>
          <p:cNvPr id="8" name="Text 7">
            <a:extLst xmlns:a="http://schemas.openxmlformats.org/drawingml/2006/main">
              <a:ext uri="{FF2B5EF4-FFF2-40B4-BE49-F238E27FC236}">
                <a16:creationId xmlns:a16="http://schemas.microsoft.com/office/drawing/2014/main" id="{AEEC07F6-0E9E-4295-AF5A-75BC18C2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623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Lifecycle scenarios</a:t>
            </a:r>
          </a:p>
        </p:txBody>
      </p:sp>
      <p:sp>
        <p:nvSpPr>
          <p:cNvPr id="9" name="Text 8">
            <a:extLst xmlns:a="http://schemas.openxmlformats.org/drawingml/2006/main">
              <a:ext uri="{FF2B5EF4-FFF2-40B4-BE49-F238E27FC236}">
                <a16:creationId xmlns:a16="http://schemas.microsoft.com/office/drawing/2014/main" id="{EA71EFE8-0F10-4C76-A355-D802DFF5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55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0" name="Text 9">
            <a:extLst xmlns:a="http://schemas.openxmlformats.org/drawingml/2006/main">
              <a:ext uri="{FF2B5EF4-FFF2-40B4-BE49-F238E27FC236}">
                <a16:creationId xmlns:a16="http://schemas.microsoft.com/office/drawing/2014/main" id="{B37827B4-8B45-4561-BE6E-9071CDA9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623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Preferences, two valid choices</a:t>
            </a:r>
          </a:p>
        </p:txBody>
      </p:sp>
      <p:sp>
        <p:nvSpPr>
          <p:cNvPr id="11" name="Text 10">
            <a:extLst xmlns:a="http://schemas.openxmlformats.org/drawingml/2006/main">
              <a:ext uri="{FF2B5EF4-FFF2-40B4-BE49-F238E27FC236}">
                <a16:creationId xmlns:a16="http://schemas.microsoft.com/office/drawing/2014/main" id="{DD0E3AE2-54E4-4EB0-8D3D-9E9A6E18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32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Choose a plan. Pay under current consent. Start playback.</a:t>
            </a:r>
          </a:p>
          <a:p xmlns:a="http://schemas.openxmlformats.org/drawingml/2006/main">
            <a:pPr>
              <a:defRPr sz="232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32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Then ask again, stop, restart, face a new price, expire and renew.</a:t>
            </a:r>
          </a:p>
        </p:txBody>
      </p:sp>
    </p:spTree>
    <p:extLst>
      <p:ext uri="{BB962C8B-B14F-4D97-AF65-F5344CB8AC3E}">
        <p14:creationId xmlns:p14="http://schemas.microsoft.com/office/powerpoint/2010/main" val="10218950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">
            <a:extLst xmlns:a="http://schemas.openxmlformats.org/drawingml/2006/main">
              <a:ext uri="{FF2B5EF4-FFF2-40B4-BE49-F238E27FC236}">
                <a16:creationId xmlns:a16="http://schemas.microsoft.com/office/drawing/2014/main" id="{2DE2B8AB-39D2-444D-855C-7959DBA0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REAL GEMINI RESPONSES</a:t>
            </a:r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02530402-37F1-4657-8416-47C41FB0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7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Four different semantic jobs</a:t>
            </a:r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9E45F809-8AF8-4EAF-9FDD-2A4EC1F0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/  TESTFLIX V11</a:t>
            </a:r>
          </a:p>
        </p:txBody>
      </p:sp>
      <p:sp>
        <p:nvSpPr>
          <p:cNvPr id="4" name="Text 3">
            <a:extLst xmlns:a="http://schemas.openxmlformats.org/drawingml/2006/main">
              <a:ext uri="{FF2B5EF4-FFF2-40B4-BE49-F238E27FC236}">
                <a16:creationId xmlns:a16="http://schemas.microsoft.com/office/drawing/2014/main" id="{0410D2CF-A004-4919-9C63-6AD8E967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524250"/>
                <a:gridCol w="7448550"/>
              </a:tblGrid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ROLE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lnT w="4763">
                      <a:solidFill>
                        <a:srgbClr val="E5E5E7"/>
                      </a:solidFill>
                    </a:lnT>
                    <a:solidFill>
                      <a:srgbClr val="F5F5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WORK PRODUCT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lnT w="4763">
                      <a:solidFill>
                        <a:srgbClr val="E5E5E7"/>
                      </a:solidFill>
                    </a:lnT>
                    <a:solidFill>
                      <a:srgbClr val="F5F5F7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Intent interpreter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The supplied preference and priorities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Terms analyst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Eligible plans under the explicit price ceiling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Plan selector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A choice that consumes intent and terms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Contract reviewer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lnB w="4763">
                      <a:solidFill>
                        <a:srgbClr val="E5E5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An independent check for blocking conflicts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lnB w="4763">
                      <a:solidFill>
                        <a:srgbClr val="E5E5E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B2BADB6-1D0A-49F1-BBC1-A1B647F5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A proposal does not grant payment or playback authority.</a:t>
            </a:r>
          </a:p>
        </p:txBody>
      </p:sp>
    </p:spTree>
    <p:extLst>
      <p:ext uri="{BB962C8B-B14F-4D97-AF65-F5344CB8AC3E}">
        <p14:creationId xmlns:p14="http://schemas.microsoft.com/office/powerpoint/2010/main" val="5783264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">
            <a:extLst xmlns:a="http://schemas.openxmlformats.org/drawingml/2006/main">
              <a:ext uri="{FF2B5EF4-FFF2-40B4-BE49-F238E27FC236}">
                <a16:creationId xmlns:a16="http://schemas.microsoft.com/office/drawing/2014/main" id="{1A38062C-B465-4A3A-AD95-E367E623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DECISION BOUNDARIES</a:t>
            </a:r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A9C925F5-8C21-41B6-9689-184169A2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7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Four Roots retain their own authority</a:t>
            </a:r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4E9763AC-75CA-423B-8614-DCFB4C68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/  TESTFLIX V11</a:t>
            </a:r>
          </a:p>
        </p:txBody>
      </p:sp>
      <p:sp>
        <p:nvSpPr>
          <p:cNvPr id="4" name="Text 3">
            <a:extLst xmlns:a="http://schemas.openxmlformats.org/drawingml/2006/main">
              <a:ext uri="{FF2B5EF4-FFF2-40B4-BE49-F238E27FC236}">
                <a16:creationId xmlns:a16="http://schemas.microsoft.com/office/drawing/2014/main" id="{AEBB6882-2340-41BE-9482-F74EB3F0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8115300"/>
              </a:tblGrid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ROOT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lnT w="4763">
                      <a:solidFill>
                        <a:srgbClr val="E5E5E7"/>
                      </a:solidFill>
                    </a:lnT>
                    <a:solidFill>
                      <a:srgbClr val="F5F5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DECISION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lnT w="4763">
                      <a:solidFill>
                        <a:srgbClr val="E5E5E7"/>
                      </a:solidFill>
                    </a:lnT>
                    <a:solidFill>
                      <a:srgbClr val="F5F5F7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UserRoot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Accept the selection for the user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BankRoot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Review payment against current terms and consent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ProviderRoot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Issue entitlement from the payment receipt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DeviceRoot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lnB w="4763">
                      <a:solidFill>
                        <a:srgbClr val="E5E5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Authorize playback for the current session and grant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lnB w="4763">
                      <a:solidFill>
                        <a:srgbClr val="E5E5E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F44238B-840C-4826-B6C1-270F49A6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The model roles advise. Each Root controls its own decision.</a:t>
            </a:r>
          </a:p>
        </p:txBody>
      </p:sp>
    </p:spTree>
    <p:extLst>
      <p:ext uri="{BB962C8B-B14F-4D97-AF65-F5344CB8AC3E}">
        <p14:creationId xmlns:p14="http://schemas.microsoft.com/office/powerpoint/2010/main" val="3170301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">
            <a:extLst xmlns:a="http://schemas.openxmlformats.org/drawingml/2006/main">
              <a:ext uri="{FF2B5EF4-FFF2-40B4-BE49-F238E27FC236}">
                <a16:creationId xmlns:a16="http://schemas.microsoft.com/office/drawing/2014/main" id="{7EC05813-2F49-45A9-AD8C-7FB409C2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P01 TO P06</a:t>
            </a:r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24B6FC7A-D84F-4F07-A415-CFAF1564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7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The story continues after purchase</a:t>
            </a:r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DA5AE077-394A-4B6E-BBF1-DF1BBA3E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/  TESTFLIX V11</a:t>
            </a:r>
          </a:p>
        </p:txBody>
      </p:sp>
      <p:sp>
        <p:nvSpPr>
          <p:cNvPr id="4" name="Text 3">
            <a:extLst xmlns:a="http://schemas.openxmlformats.org/drawingml/2006/main">
              <a:ext uri="{FF2B5EF4-FFF2-40B4-BE49-F238E27FC236}">
                <a16:creationId xmlns:a16="http://schemas.microsoft.com/office/drawing/2014/main" id="{4C817134-D616-47BD-9DEC-3807FC23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48000"/>
                <a:gridCol w="792480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SCENARIO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lnT w="4763">
                      <a:solidFill>
                        <a:srgbClr val="E5E5E7"/>
                      </a:solidFill>
                    </a:lnT>
                    <a:solidFill>
                      <a:srgbClr val="F5F5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OBSERVED BEHAVIOR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lnT w="4763">
                      <a:solidFill>
                        <a:srgbClr val="E5E5E7"/>
                      </a:solidFill>
                    </a:lnT>
                    <a:solidFill>
                      <a:srgbClr val="F5F5F7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P01  Purchase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Selection, payment, entitlement and playback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P02  Information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Reuse stored results without another effect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P03  Fresh session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Stop and restart without paying again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P04  Repricing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Recompute affected work under current consent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P05  Expiry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Refuse a new start at the exact boundary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P06  Renewal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lnB w="4763">
                      <a:solidFill>
                        <a:srgbClr val="E5E5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New consent, new payment, new paid period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lnB w="4763">
                      <a:solidFill>
                        <a:srgbClr val="E5E5E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774A438-E0DE-41C6-8FB6-DE09795F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9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P04 is separate controlled public-E evidence; the other story steps use the recorded main history.</a:t>
            </a:r>
          </a:p>
        </p:txBody>
      </p:sp>
    </p:spTree>
    <p:extLst>
      <p:ext uri="{BB962C8B-B14F-4D97-AF65-F5344CB8AC3E}">
        <p14:creationId xmlns:p14="http://schemas.microsoft.com/office/powerpoint/2010/main" val="3765927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 ">
            <a:extLst xmlns:a="http://schemas.openxmlformats.org/drawingml/2006/main">
              <a:ext uri="{FF2B5EF4-FFF2-40B4-BE49-F238E27FC236}">
                <a16:creationId xmlns:a16="http://schemas.microsoft.com/office/drawing/2014/main" id="{D55903E0-19D5-4175-AC9B-9F70365E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AD_FREE PREFERENCE</a:t>
            </a:r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FA2B6521-A1D7-4096-A115-7D9517D8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7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The first purchase</a:t>
            </a:r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47881BDB-E03C-4BEB-8466-05DC0FCA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/  TESTFLIX V11</a:t>
            </a:r>
          </a:p>
        </p:txBody>
      </p:sp>
      <p:sp>
        <p:nvSpPr>
          <p:cNvPr id="4" name="Text 3">
            <a:extLst xmlns:a="http://schemas.openxmlformats.org/drawingml/2006/main">
              <a:ext uri="{FF2B5EF4-FFF2-40B4-BE49-F238E27FC236}">
                <a16:creationId xmlns:a16="http://schemas.microsoft.com/office/drawing/2014/main" id="{A495B5D2-03CB-4808-90BF-69189FC3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5" name="Text 4">
            <a:extLst xmlns:a="http://schemas.openxmlformats.org/drawingml/2006/main">
              <a:ext uri="{FF2B5EF4-FFF2-40B4-BE49-F238E27FC236}">
                <a16:creationId xmlns:a16="http://schemas.microsoft.com/office/drawing/2014/main" id="{B892DA28-2F4C-4355-819B-0E2F68BC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55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€5.00</a:t>
            </a:r>
          </a:p>
        </p:txBody>
      </p:sp>
      <p:sp>
        <p:nvSpPr>
          <p:cNvPr id="6" name="Text 5">
            <a:extLst xmlns:a="http://schemas.openxmlformats.org/drawingml/2006/main">
              <a:ext uri="{FF2B5EF4-FFF2-40B4-BE49-F238E27FC236}">
                <a16:creationId xmlns:a16="http://schemas.microsoft.com/office/drawing/2014/main" id="{EE31E7FE-5065-42EE-9FB3-9D8C1C20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720p  /  No advertising</a:t>
            </a:r>
          </a:p>
        </p:txBody>
      </p:sp>
      <p:sp>
        <p:nvSpPr>
          <p:cNvPr id="7" name="Text 6">
            <a:extLst xmlns:a="http://schemas.openxmlformats.org/drawingml/2006/main">
              <a:ext uri="{FF2B5EF4-FFF2-40B4-BE49-F238E27FC236}">
                <a16:creationId xmlns:a16="http://schemas.microsoft.com/office/drawing/2014/main" id="{5D72E1C7-7712-4D93-BAD3-02581A83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CONSENT CEILING</a:t>
            </a:r>
          </a:p>
        </p:txBody>
      </p:sp>
      <p:sp>
        <p:nvSpPr>
          <p:cNvPr id="8" name="Text 7">
            <a:extLst xmlns:a="http://schemas.openxmlformats.org/drawingml/2006/main">
              <a:ext uri="{FF2B5EF4-FFF2-40B4-BE49-F238E27FC236}">
                <a16:creationId xmlns:a16="http://schemas.microsoft.com/office/drawing/2014/main" id="{2AD6E90D-89DA-43C5-957E-606FEA4A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19400"/>
            <a:ext cx="428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4350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€6.50</a:t>
            </a:r>
          </a:p>
        </p:txBody>
      </p:sp>
      <p:sp>
        <p:nvSpPr>
          <p:cNvPr id="9" name="Text 8">
            <a:extLst xmlns:a="http://schemas.openxmlformats.org/drawingml/2006/main">
              <a:ext uri="{FF2B5EF4-FFF2-40B4-BE49-F238E27FC236}">
                <a16:creationId xmlns:a16="http://schemas.microsoft.com/office/drawing/2014/main" id="{5046AD45-AEBE-4DC8-B453-2F40F8AC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243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OBSERVED PURCHASE HANDLE</a:t>
            </a:r>
          </a:p>
        </p:txBody>
      </p:sp>
      <p:sp>
        <p:nvSpPr>
          <p:cNvPr id="10" name="Text 9">
            <a:extLst xmlns:a="http://schemas.openxmlformats.org/drawingml/2006/main">
              <a:ext uri="{FF2B5EF4-FFF2-40B4-BE49-F238E27FC236}">
                <a16:creationId xmlns:a16="http://schemas.microsoft.com/office/drawing/2014/main" id="{CF6B1AAD-9E7C-40D8-85F5-C6B01426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62450"/>
            <a:ext cx="466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450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2 min 49 sec</a:t>
            </a:r>
          </a:p>
        </p:txBody>
      </p:sp>
      <p:sp>
        <p:nvSpPr>
          <p:cNvPr id="11" name="Text 10">
            <a:extLst xmlns:a="http://schemas.openxmlformats.org/drawingml/2006/main">
              <a:ext uri="{FF2B5EF4-FFF2-40B4-BE49-F238E27FC236}">
                <a16:creationId xmlns:a16="http://schemas.microsoft.com/office/drawing/2014/main" id="{8AFE5CCD-E406-4C4B-B07D-12F442DB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The chosen plan is consumed by the action chain.</a:t>
            </a:r>
          </a:p>
          <a:p xmlns:a="http://schemas.openxmlformats.org/drawingml/2006/main">
            <a:pPr>
              <a:defRPr sz="202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Payment, entitlement and playback produce linked records.</a:t>
            </a:r>
          </a:p>
        </p:txBody>
      </p:sp>
    </p:spTree>
    <p:extLst>
      <p:ext uri="{BB962C8B-B14F-4D97-AF65-F5344CB8AC3E}">
        <p14:creationId xmlns:p14="http://schemas.microsoft.com/office/powerpoint/2010/main" val="3276078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 ">
            <a:extLst xmlns:a="http://schemas.openxmlformats.org/drawingml/2006/main">
              <a:ext uri="{FF2B5EF4-FFF2-40B4-BE49-F238E27FC236}">
                <a16:creationId xmlns:a16="http://schemas.microsoft.com/office/drawing/2014/main" id="{CDD75DA9-E4B7-43DB-95BA-AED5DB59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P02 AND P03</a:t>
            </a:r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8D4CF441-AA7E-4F0B-B86A-01C314A4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7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Reuse information. Refresh authority.</a:t>
            </a:r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BE8B6F85-CA96-4097-9949-3654868B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/  TESTFLIX V11</a:t>
            </a:r>
          </a:p>
        </p:txBody>
      </p:sp>
      <p:sp>
        <p:nvSpPr>
          <p:cNvPr id="4" name="Text 3">
            <a:extLst xmlns:a="http://schemas.openxmlformats.org/drawingml/2006/main">
              <a:ext uri="{FF2B5EF4-FFF2-40B4-BE49-F238E27FC236}">
                <a16:creationId xmlns:a16="http://schemas.microsoft.com/office/drawing/2014/main" id="{331BF8E7-EE62-4AFF-9308-582CCCA3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5" name="Text 4">
            <a:extLst xmlns:a="http://schemas.openxmlformats.org/drawingml/2006/main">
              <a:ext uri="{FF2B5EF4-FFF2-40B4-BE49-F238E27FC236}">
                <a16:creationId xmlns:a16="http://schemas.microsoft.com/office/drawing/2014/main" id="{AFEAF192-E2FD-4A8C-8F70-A502202D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P02  INFORMATION</a:t>
            </a:r>
          </a:p>
        </p:txBody>
      </p:sp>
      <p:sp>
        <p:nvSpPr>
          <p:cNvPr id="6" name="Text 5">
            <a:extLst xmlns:a="http://schemas.openxmlformats.org/drawingml/2006/main">
              <a:ext uri="{FF2B5EF4-FFF2-40B4-BE49-F238E27FC236}">
                <a16:creationId xmlns:a16="http://schemas.microsoft.com/office/drawing/2014/main" id="{54014D03-2019-4809-9614-246F2B6B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69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0</a:t>
            </a:r>
          </a:p>
        </p:txBody>
      </p:sp>
      <p:sp>
        <p:nvSpPr>
          <p:cNvPr id="7" name="Text 6">
            <a:extLst xmlns:a="http://schemas.openxmlformats.org/drawingml/2006/main">
              <a:ext uri="{FF2B5EF4-FFF2-40B4-BE49-F238E27FC236}">
                <a16:creationId xmlns:a16="http://schemas.microsoft.com/office/drawing/2014/main" id="{7340F082-9CAC-48B9-AC38-743E062C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4714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New model calls</a:t>
            </a:r>
          </a:p>
          <a:p xmlns:a="http://schemas.openxmlformats.org/drawingml/2006/main">
            <a:pPr>
              <a:defRPr sz="217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New business effects</a:t>
            </a:r>
          </a:p>
        </p:txBody>
      </p:sp>
      <p:sp>
        <p:nvSpPr>
          <p:cNvPr id="8" name="Text 7">
            <a:extLst xmlns:a="http://schemas.openxmlformats.org/drawingml/2006/main">
              <a:ext uri="{FF2B5EF4-FFF2-40B4-BE49-F238E27FC236}">
                <a16:creationId xmlns:a16="http://schemas.microsoft.com/office/drawing/2014/main" id="{97B52B06-4D6E-4F1D-8654-ABD23F32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4315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P03  FRESH SESSION</a:t>
            </a:r>
          </a:p>
        </p:txBody>
      </p:sp>
      <p:sp>
        <p:nvSpPr>
          <p:cNvPr id="9" name="Text 8">
            <a:extLst xmlns:a="http://schemas.openxmlformats.org/drawingml/2006/main">
              <a:ext uri="{FF2B5EF4-FFF2-40B4-BE49-F238E27FC236}">
                <a16:creationId xmlns:a16="http://schemas.microsoft.com/office/drawing/2014/main" id="{73E51E14-4372-4768-8ABF-82BDF7D8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69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0</a:t>
            </a:r>
          </a:p>
        </p:txBody>
      </p:sp>
      <p:sp>
        <p:nvSpPr>
          <p:cNvPr id="10" name="Text 9">
            <a:extLst xmlns:a="http://schemas.openxmlformats.org/drawingml/2006/main">
              <a:ext uri="{FF2B5EF4-FFF2-40B4-BE49-F238E27FC236}">
                <a16:creationId xmlns:a16="http://schemas.microsoft.com/office/drawing/2014/main" id="{035310CB-CD08-4CFC-9035-CF76F287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81450"/>
            <a:ext cx="4572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Additional payments</a:t>
            </a:r>
          </a:p>
          <a:p xmlns:a="http://schemas.openxmlformats.org/drawingml/2006/main">
            <a:pPr>
              <a:defRPr sz="2100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A fresh session still needs a valid grant.</a:t>
            </a:r>
          </a:p>
        </p:txBody>
      </p:sp>
      <p:sp>
        <p:nvSpPr>
          <p:cNvPr id="11" name="Text 10">
            <a:extLst xmlns:a="http://schemas.openxmlformats.org/drawingml/2006/main">
              <a:ext uri="{FF2B5EF4-FFF2-40B4-BE49-F238E27FC236}">
                <a16:creationId xmlns:a16="http://schemas.microsoft.com/office/drawing/2014/main" id="{C1B3A207-F086-4735-B739-905906EB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The same four Hosts preserve their existing histories.</a:t>
            </a:r>
          </a:p>
        </p:txBody>
      </p:sp>
    </p:spTree>
    <p:extLst>
      <p:ext uri="{BB962C8B-B14F-4D97-AF65-F5344CB8AC3E}">
        <p14:creationId xmlns:p14="http://schemas.microsoft.com/office/powerpoint/2010/main" val="20518640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">
            <a:extLst xmlns:a="http://schemas.openxmlformats.org/drawingml/2006/main">
              <a:ext uri="{FF2B5EF4-FFF2-40B4-BE49-F238E27FC236}">
                <a16:creationId xmlns:a16="http://schemas.microsoft.com/office/drawing/2014/main" id="{69E68469-9947-4EAE-B27B-ED839BDD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P04 PUBLIC RECOMPUTATION</a:t>
            </a:r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BAAB7794-7379-4FB5-B6A5-9BE57A17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7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A price change reaches the bank</a:t>
            </a:r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DFE71666-6900-45FD-B185-5AD9A731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/  TESTFLIX V11</a:t>
            </a:r>
          </a:p>
        </p:txBody>
      </p:sp>
      <p:sp>
        <p:nvSpPr>
          <p:cNvPr id="4" name="Text 3">
            <a:extLst xmlns:a="http://schemas.openxmlformats.org/drawingml/2006/main">
              <a:ext uri="{FF2B5EF4-FFF2-40B4-BE49-F238E27FC236}">
                <a16:creationId xmlns:a16="http://schemas.microsoft.com/office/drawing/2014/main" id="{D734858E-73CB-4E63-AE79-60F3280B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sp>
        <p:nvSpPr>
          <p:cNvPr id="5" name="Text 4">
            <a:extLst xmlns:a="http://schemas.openxmlformats.org/drawingml/2006/main">
              <a:ext uri="{FF2B5EF4-FFF2-40B4-BE49-F238E27FC236}">
                <a16:creationId xmlns:a16="http://schemas.microsoft.com/office/drawing/2014/main" id="{69BED64B-6476-435B-A009-F38BBB64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76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An old €5.00 packet cannot execute against changed terms.</a:t>
            </a:r>
          </a:p>
          <a:p xmlns:a="http://schemas.openxmlformats.org/drawingml/2006/main">
            <a:pPr>
              <a:defRPr sz="217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The consent ceiling remains €6.50.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318135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76500"/>
                <a:gridCol w="3238500"/>
                <a:gridCol w="52578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CURRENT PRICE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lnT w="4763">
                      <a:solidFill>
                        <a:srgbClr val="E5E5E7"/>
                      </a:solidFill>
                    </a:lnT>
                    <a:solidFill>
                      <a:srgbClr val="F5F5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PUBLIC E</a:t>
                      </a:r>
                    </a:p>
                  </a:txBody>
                  <a:tcPr marL="152400" marR="152400" marT="114300" marB="95250" anchor="ctr">
                    <a:lnT w="4763">
                      <a:solidFill>
                        <a:srgbClr val="E5E5E7"/>
                      </a:solidFill>
                    </a:lnT>
                    <a:solidFill>
                      <a:srgbClr val="F5F5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PAYMENT OUTCOME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lnT w="4763">
                      <a:solidFill>
                        <a:srgbClr val="E5E5E7"/>
                      </a:solidFill>
                    </a:lnT>
                    <a:solidFill>
                      <a:srgbClr val="F5F5F7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€7.00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317.99 seconds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Refused: above the consent ceiling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€6.00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lnB w="4763">
                      <a:solidFill>
                        <a:srgbClr val="E5E5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318.91 seconds</a:t>
                      </a:r>
                    </a:p>
                  </a:txBody>
                  <a:tcPr marL="152400" marR="152400" marT="114300" marB="95250" anchor="ctr">
                    <a:lnB w="4763">
                      <a:solidFill>
                        <a:srgbClr val="E5E5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Accepted in an independent control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lnB w="4763">
                      <a:solidFill>
                        <a:srgbClr val="E5E5E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4417233-F992-43A8-B02A-1AC53612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Affected work is recomputed. The existing paid period and retained history are preserved.</a:t>
            </a:r>
          </a:p>
        </p:txBody>
      </p:sp>
    </p:spTree>
    <p:extLst>
      <p:ext uri="{BB962C8B-B14F-4D97-AF65-F5344CB8AC3E}">
        <p14:creationId xmlns:p14="http://schemas.microsoft.com/office/powerpoint/2010/main" val="13877149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">
            <a:extLst xmlns:a="http://schemas.openxmlformats.org/drawingml/2006/main">
              <a:ext uri="{FF2B5EF4-FFF2-40B4-BE49-F238E27FC236}">
                <a16:creationId xmlns:a16="http://schemas.microsoft.com/office/drawing/2014/main" id="{39A459A1-369C-4FC7-9EEE-035C42A2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P05 AND P06</a:t>
            </a:r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CA80C7D2-871E-4B2B-8B28-DEAB8FE4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7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Expiry is exact. Renewal is explicit.</a:t>
            </a:r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B709EA93-B763-4D9D-9C8E-6250C2A1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/  TESTFLIX V11</a:t>
            </a:r>
          </a:p>
        </p:txBody>
      </p:sp>
      <p:sp>
        <p:nvSpPr>
          <p:cNvPr id="4" name="Text 3">
            <a:extLst xmlns:a="http://schemas.openxmlformats.org/drawingml/2006/main">
              <a:ext uri="{FF2B5EF4-FFF2-40B4-BE49-F238E27FC236}">
                <a16:creationId xmlns:a16="http://schemas.microsoft.com/office/drawing/2014/main" id="{A0C9AF93-F4A5-406D-AC4F-9741AA61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09</a:t>
            </a:r>
          </a:p>
        </p:txBody>
      </p:sp>
      <p:sp>
        <p:nvSpPr>
          <p:cNvPr id="5" name="Text 4">
            <a:extLst xmlns:a="http://schemas.openxmlformats.org/drawingml/2006/main">
              <a:ext uri="{FF2B5EF4-FFF2-40B4-BE49-F238E27FC236}">
                <a16:creationId xmlns:a16="http://schemas.microsoft.com/office/drawing/2014/main" id="{4D89CC9B-E077-40B1-99BB-CC44A5DE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AT EXPIRY</a:t>
            </a:r>
          </a:p>
        </p:txBody>
      </p:sp>
      <p:sp>
        <p:nvSpPr>
          <p:cNvPr id="6" name="Text 5">
            <a:extLst xmlns:a="http://schemas.openxmlformats.org/drawingml/2006/main">
              <a:ext uri="{FF2B5EF4-FFF2-40B4-BE49-F238E27FC236}">
                <a16:creationId xmlns:a16="http://schemas.microsoft.com/office/drawing/2014/main" id="{7101977C-7D71-411C-89C7-408BD3ED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The old entitlement</a:t>
            </a:r>
          </a:p>
          <a:p xmlns:a="http://schemas.openxmlformats.org/drawingml/2006/main">
            <a:pPr>
              <a:defRPr sz="2850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cannot authorize</a:t>
            </a:r>
          </a:p>
          <a:p xmlns:a="http://schemas.openxmlformats.org/drawingml/2006/main">
            <a:pPr>
              <a:defRPr sz="2850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a new start.</a:t>
            </a:r>
          </a:p>
        </p:txBody>
      </p:sp>
      <p:sp>
        <p:nvSpPr>
          <p:cNvPr id="7" name="Text 6">
            <a:extLst xmlns:a="http://schemas.openxmlformats.org/drawingml/2006/main">
              <a:ext uri="{FF2B5EF4-FFF2-40B4-BE49-F238E27FC236}">
                <a16:creationId xmlns:a16="http://schemas.microsoft.com/office/drawing/2014/main" id="{55205A8A-E6CD-48F8-B8DC-A1E72DEC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860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WITH NEW €7.00 CONSENT</a:t>
            </a:r>
          </a:p>
        </p:txBody>
      </p:sp>
      <p:sp>
        <p:nvSpPr>
          <p:cNvPr id="8" name="Text 7">
            <a:extLst xmlns:a="http://schemas.openxmlformats.org/drawingml/2006/main">
              <a:ext uri="{FF2B5EF4-FFF2-40B4-BE49-F238E27FC236}">
                <a16:creationId xmlns:a16="http://schemas.microsoft.com/office/drawing/2014/main" id="{52396D64-706E-4A13-8FB9-2CBB8A8F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05100"/>
            <a:ext cx="4286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660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9" name="Text 8">
            <a:extLst xmlns:a="http://schemas.openxmlformats.org/drawingml/2006/main">
              <a:ext uri="{FF2B5EF4-FFF2-40B4-BE49-F238E27FC236}">
                <a16:creationId xmlns:a16="http://schemas.microsoft.com/office/drawing/2014/main" id="{F6E687F1-EC88-4820-917F-2BC415E1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576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Payments in the main history:</a:t>
            </a:r>
          </a:p>
          <a:p xmlns:a="http://schemas.openxmlformats.org/drawingml/2006/main">
            <a:pPr>
              <a:defRPr sz="2100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one purchase and one renewal.</a:t>
            </a:r>
          </a:p>
        </p:txBody>
      </p:sp>
      <p:sp>
        <p:nvSpPr>
          <p:cNvPr id="10" name="Text 9">
            <a:extLst xmlns:a="http://schemas.openxmlformats.org/drawingml/2006/main">
              <a:ext uri="{FF2B5EF4-FFF2-40B4-BE49-F238E27FC236}">
                <a16:creationId xmlns:a16="http://schemas.microsoft.com/office/drawing/2014/main" id="{D53F8CA5-381F-4B91-A3BE-2FA3EA06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Historical records remain replayable after their authority expires.</a:t>
            </a:r>
          </a:p>
        </p:txBody>
      </p:sp>
    </p:spTree>
    <p:extLst>
      <p:ext uri="{BB962C8B-B14F-4D97-AF65-F5344CB8AC3E}">
        <p14:creationId xmlns:p14="http://schemas.microsoft.com/office/powerpoint/2010/main" val="14690585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">
            <a:extLst xmlns:a="http://schemas.openxmlformats.org/drawingml/2006/main">
              <a:ext uri="{FF2B5EF4-FFF2-40B4-BE49-F238E27FC236}">
                <a16:creationId xmlns:a16="http://schemas.microsoft.com/office/drawing/2014/main" id="{DA6C157E-5CAD-4A17-B846-D18C4BCF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INDEPENDENT A/B</a:t>
            </a:r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43F0516D-22F0-4EA7-8A90-0849D16D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7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One changed preference.</a:t>
            </a:r>
          </a:p>
          <a:p xmlns:a="http://schemas.openxmlformats.org/drawingml/2006/main">
            <a:pPr>
              <a:defRPr sz="37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7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A different valid choice.</a:t>
            </a:r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6A4B2B7C-DFB4-4216-BDEE-203656D6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/  TESTFLIX V11</a:t>
            </a:r>
          </a:p>
        </p:txBody>
      </p:sp>
      <p:sp>
        <p:nvSpPr>
          <p:cNvPr id="4" name="Text 3">
            <a:extLst xmlns:a="http://schemas.openxmlformats.org/drawingml/2006/main">
              <a:ext uri="{FF2B5EF4-FFF2-40B4-BE49-F238E27FC236}">
                <a16:creationId xmlns:a16="http://schemas.microsoft.com/office/drawing/2014/main" id="{F2D81777-5C84-428C-8993-840A73A7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2669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52750"/>
                <a:gridCol w="4010025"/>
                <a:gridCol w="4010025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lnT w="4763">
                      <a:solidFill>
                        <a:srgbClr val="E5E5E7"/>
                      </a:solidFill>
                    </a:lnT>
                    <a:solidFill>
                      <a:srgbClr val="F5F5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AD_FREE</a:t>
                      </a:r>
                    </a:p>
                  </a:txBody>
                  <a:tcPr marL="152400" marR="152400" marT="114300" marB="95250" anchor="ctr">
                    <a:lnT w="4763">
                      <a:solidFill>
                        <a:srgbClr val="E5E5E7"/>
                      </a:solidFill>
                    </a:lnT>
                    <a:solidFill>
                      <a:srgbClr val="F5F5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QUALITY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lnT w="4763">
                      <a:solidFill>
                        <a:srgbClr val="E5E5E7"/>
                      </a:solidFill>
                    </a:lnT>
                    <a:solidFill>
                      <a:srgbClr val="F5F5F7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Preference priority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Avoid advertising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Higher resolution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Selected plan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plan:cd79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plan:ab31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Price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€5.00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€6.00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Resolution / ads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lnB w="4763">
                      <a:solidFill>
                        <a:srgbClr val="E5E5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720p / no ads</a:t>
                      </a:r>
                    </a:p>
                  </a:txBody>
                  <a:tcPr marL="152400" marR="152400" marT="114300" marB="95250" anchor="ctr">
                    <a:lnB w="4763">
                      <a:solidFill>
                        <a:srgbClr val="E5E5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1080p / ads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lnB w="4763">
                      <a:solidFill>
                        <a:srgbClr val="E5E5E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301F6FF-1D0E-4CC9-869C-01E38A08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Same catalogue and €6.50 ceiling. The independent QUALITY branch reaches PLAYING.</a:t>
            </a:r>
          </a:p>
        </p:txBody>
      </p:sp>
    </p:spTree>
    <p:extLst>
      <p:ext uri="{BB962C8B-B14F-4D97-AF65-F5344CB8AC3E}">
        <p14:creationId xmlns:p14="http://schemas.microsoft.com/office/powerpoint/2010/main" val="6823524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">
            <a:extLst xmlns:a="http://schemas.openxmlformats.org/drawingml/2006/main">
              <a:ext uri="{FF2B5EF4-FFF2-40B4-BE49-F238E27FC236}">
                <a16:creationId xmlns:a16="http://schemas.microsoft.com/office/drawing/2014/main" id="{F1D1C6DB-935A-44AE-95FE-48CD2DF7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PRESERVED V09 HISTORY</a:t>
            </a:r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B08A292E-8855-4112-A587-0C1A129B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7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The reviewer did disagree</a:t>
            </a:r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B5C4CF6F-F419-43EE-B0FC-FAA72B3C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/  TESTFLIX V11</a:t>
            </a:r>
          </a:p>
        </p:txBody>
      </p:sp>
      <p:sp>
        <p:nvSpPr>
          <p:cNvPr id="4" name="Text 3">
            <a:extLst xmlns:a="http://schemas.openxmlformats.org/drawingml/2006/main">
              <a:ext uri="{FF2B5EF4-FFF2-40B4-BE49-F238E27FC236}">
                <a16:creationId xmlns:a16="http://schemas.microsoft.com/office/drawing/2014/main" id="{60CB14E5-87A5-476A-B853-6786D2AD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11</a:t>
            </a:r>
          </a:p>
        </p:txBody>
      </p:sp>
      <p:sp>
        <p:nvSpPr>
          <p:cNvPr id="5" name="Text 4">
            <a:extLst xmlns:a="http://schemas.openxmlformats.org/drawingml/2006/main">
              <a:ext uri="{FF2B5EF4-FFF2-40B4-BE49-F238E27FC236}">
                <a16:creationId xmlns:a16="http://schemas.microsoft.com/office/drawing/2014/main" id="{F0EA36D1-D6A7-4577-A55C-8EA38863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858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“The upstream selection of 'plan:ab31'</a:t>
            </a:r>
          </a:p>
          <a:p xmlns:a="http://schemas.openxmlformats.org/drawingml/2006/main">
            <a:pPr>
              <a:defRPr sz="292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does not fully implement the 'QUALITY'</a:t>
            </a:r>
          </a:p>
          <a:p xmlns:a="http://schemas.openxmlformats.org/drawingml/2006/main">
            <a:pPr>
              <a:defRPr sz="292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preference because it includes ads.”</a:t>
            </a:r>
          </a:p>
        </p:txBody>
      </p:sp>
      <p:sp>
        <p:nvSpPr>
          <p:cNvPr id="6" name="Text 5">
            <a:extLst xmlns:a="http://schemas.openxmlformats.org/drawingml/2006/main">
              <a:ext uri="{FF2B5EF4-FFF2-40B4-BE49-F238E27FC236}">
                <a16:creationId xmlns:a16="http://schemas.microsoft.com/office/drawing/2014/main" id="{977683E2-BE8F-4176-B73D-9EE36833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Contract reviewer  /  Response 13  /  Historical input contract</a:t>
            </a:r>
          </a:p>
        </p:txBody>
      </p:sp>
      <p:sp>
        <p:nvSpPr>
          <p:cNvPr id="7" name="Text 6">
            <a:extLst xmlns:a="http://schemas.openxmlformats.org/drawingml/2006/main">
              <a:ext uri="{FF2B5EF4-FFF2-40B4-BE49-F238E27FC236}">
                <a16:creationId xmlns:a16="http://schemas.microsoft.com/office/drawing/2014/main" id="{1B013EE4-CA4F-4400-A938-95FA13FA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The shared QUALITY contract was clarified. The original refusal remains</a:t>
            </a:r>
          </a:p>
          <a:p xmlns:a="http://schemas.openxmlformats.org/drawingml/2006/main">
            <a:pPr>
              <a:defRPr sz="187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verifiable against its original input; later responses use the clarified rule.</a:t>
            </a:r>
          </a:p>
        </p:txBody>
      </p:sp>
    </p:spTree>
    <p:extLst>
      <p:ext uri="{BB962C8B-B14F-4D97-AF65-F5344CB8AC3E}">
        <p14:creationId xmlns:p14="http://schemas.microsoft.com/office/powerpoint/2010/main" val="19532119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 ">
            <a:extLst xmlns:a="http://schemas.openxmlformats.org/drawingml/2006/main">
              <a:ext uri="{FF2B5EF4-FFF2-40B4-BE49-F238E27FC236}">
                <a16:creationId xmlns:a16="http://schemas.microsoft.com/office/drawing/2014/main" id="{7C03DCF5-B466-43AE-B231-AD219C35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V09 TO V10</a:t>
            </a:r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7A37BF8C-9950-4766-9165-4E250BBD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7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Continuation preserves the record</a:t>
            </a:r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9EC799DA-F47E-4EE2-94DF-486F1FF4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/  TESTFLIX V11</a:t>
            </a:r>
          </a:p>
        </p:txBody>
      </p:sp>
      <p:sp>
        <p:nvSpPr>
          <p:cNvPr id="4" name="Text 3">
            <a:extLst xmlns:a="http://schemas.openxmlformats.org/drawingml/2006/main">
              <a:ext uri="{FF2B5EF4-FFF2-40B4-BE49-F238E27FC236}">
                <a16:creationId xmlns:a16="http://schemas.microsoft.com/office/drawing/2014/main" id="{DD2DCFE2-5C4D-4B9E-B772-F93E7F15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  <p:sp>
        <p:nvSpPr>
          <p:cNvPr id="5" name="Text 4">
            <a:extLst xmlns:a="http://schemas.openxmlformats.org/drawingml/2006/main">
              <a:ext uri="{FF2B5EF4-FFF2-40B4-BE49-F238E27FC236}">
                <a16:creationId xmlns:a16="http://schemas.microsoft.com/office/drawing/2014/main" id="{2B9EFB8A-39F7-4F1D-A266-5C317ABB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55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20</a:t>
            </a:r>
          </a:p>
        </p:txBody>
      </p:sp>
      <p:sp>
        <p:nvSpPr>
          <p:cNvPr id="6" name="Text 5">
            <a:extLst xmlns:a="http://schemas.openxmlformats.org/drawingml/2006/main">
              <a:ext uri="{FF2B5EF4-FFF2-40B4-BE49-F238E27FC236}">
                <a16:creationId xmlns:a16="http://schemas.microsoft.com/office/drawing/2014/main" id="{C134AACC-9FA9-4F0F-92A2-B2557055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Recorded attempts</a:t>
            </a:r>
          </a:p>
        </p:txBody>
      </p:sp>
      <p:sp>
        <p:nvSpPr>
          <p:cNvPr id="7" name="Text 6">
            <a:extLst xmlns:a="http://schemas.openxmlformats.org/drawingml/2006/main">
              <a:ext uri="{FF2B5EF4-FFF2-40B4-BE49-F238E27FC236}">
                <a16:creationId xmlns:a16="http://schemas.microsoft.com/office/drawing/2014/main" id="{631C67F0-1956-45BB-8EEE-601416E4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7647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55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17</a:t>
            </a:r>
          </a:p>
        </p:txBody>
      </p:sp>
      <p:sp>
        <p:nvSpPr>
          <p:cNvPr id="8" name="Text 7">
            <a:extLst xmlns:a="http://schemas.openxmlformats.org/drawingml/2006/main">
              <a:ext uri="{FF2B5EF4-FFF2-40B4-BE49-F238E27FC236}">
                <a16:creationId xmlns:a16="http://schemas.microsoft.com/office/drawing/2014/main" id="{0409DFED-D786-4565-BB16-94412A9E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6707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Model responses</a:t>
            </a:r>
          </a:p>
        </p:txBody>
      </p:sp>
      <p:sp>
        <p:nvSpPr>
          <p:cNvPr id="9" name="Text 8">
            <a:extLst xmlns:a="http://schemas.openxmlformats.org/drawingml/2006/main">
              <a:ext uri="{FF2B5EF4-FFF2-40B4-BE49-F238E27FC236}">
                <a16:creationId xmlns:a16="http://schemas.microsoft.com/office/drawing/2014/main" id="{E0AC7010-8891-494B-94C0-B8CEBF5E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764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55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0" name="Text 9">
            <a:extLst xmlns:a="http://schemas.openxmlformats.org/drawingml/2006/main">
              <a:ext uri="{FF2B5EF4-FFF2-40B4-BE49-F238E27FC236}">
                <a16:creationId xmlns:a16="http://schemas.microsoft.com/office/drawing/2014/main" id="{B501FCE3-5577-45D7-A6BD-67CE1165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6707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Transport failures</a:t>
            </a:r>
          </a:p>
        </p:txBody>
      </p:sp>
      <p:sp>
        <p:nvSpPr>
          <p:cNvPr id="11" name="Text 10">
            <a:extLst xmlns:a="http://schemas.openxmlformats.org/drawingml/2006/main">
              <a:ext uri="{FF2B5EF4-FFF2-40B4-BE49-F238E27FC236}">
                <a16:creationId xmlns:a16="http://schemas.microsoft.com/office/drawing/2014/main" id="{B885A589-9D05-4618-8549-8E92563B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Responses 14 and 15 were retained. Only the missing selector and reviewer</a:t>
            </a:r>
          </a:p>
          <a:p xmlns:a="http://schemas.openxmlformats.org/drawingml/2006/main">
            <a:pPr>
              <a:defRPr sz="202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were requested again as attempts 19 and 20. Both were consumed.</a:t>
            </a:r>
          </a:p>
        </p:txBody>
      </p:sp>
      <p:sp>
        <p:nvSpPr>
          <p:cNvPr id="12" name="Text 11">
            <a:extLst xmlns:a="http://schemas.openxmlformats.org/drawingml/2006/main">
              <a:ext uri="{FF2B5EF4-FFF2-40B4-BE49-F238E27FC236}">
                <a16:creationId xmlns:a16="http://schemas.microsoft.com/office/drawing/2014/main" id="{5C9779CC-3215-483F-AB4C-65AA8658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Cumulative development ledger, not calls per purchase. Failures: two Google 504s and a ReadTimeout.</a:t>
            </a:r>
          </a:p>
        </p:txBody>
      </p:sp>
    </p:spTree>
    <p:extLst>
      <p:ext uri="{BB962C8B-B14F-4D97-AF65-F5344CB8AC3E}">
        <p14:creationId xmlns:p14="http://schemas.microsoft.com/office/powerpoint/2010/main" val="2026408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">
            <a:extLst xmlns:a="http://schemas.openxmlformats.org/drawingml/2006/main">
              <a:ext uri="{FF2B5EF4-FFF2-40B4-BE49-F238E27FC236}">
                <a16:creationId xmlns:a16="http://schemas.microsoft.com/office/drawing/2014/main" id="{A70B0CA7-B20D-4B54-95E0-6F2D0A0F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FRESH HOSTS, PRESERVED MODEL OUTPUT</a:t>
            </a:r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6E4AE00F-FBA0-4D45-A6A3-9A9E071F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7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Captured execution reaches the same result</a:t>
            </a:r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72957FA7-C5C5-416B-9080-DF2A7316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/  TESTFLIX V11</a:t>
            </a:r>
          </a:p>
        </p:txBody>
      </p:sp>
      <p:sp>
        <p:nvSpPr>
          <p:cNvPr id="4" name="Text 3">
            <a:extLst xmlns:a="http://schemas.openxmlformats.org/drawingml/2006/main">
              <a:ext uri="{FF2B5EF4-FFF2-40B4-BE49-F238E27FC236}">
                <a16:creationId xmlns:a16="http://schemas.microsoft.com/office/drawing/2014/main" id="{33D2B7B0-550B-48D8-9B54-C140FEA0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13</a:t>
            </a:r>
          </a:p>
        </p:txBody>
      </p:sp>
      <p:sp>
        <p:nvSpPr>
          <p:cNvPr id="5" name="Text 4">
            <a:extLst xmlns:a="http://schemas.openxmlformats.org/drawingml/2006/main">
              <a:ext uri="{FF2B5EF4-FFF2-40B4-BE49-F238E27FC236}">
                <a16:creationId xmlns:a16="http://schemas.microsoft.com/office/drawing/2014/main" id="{CDB73BF6-B07E-4F28-BB02-E7ECC725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ACTUAL QUALITY A/B</a:t>
            </a:r>
          </a:p>
        </p:txBody>
      </p:sp>
      <p:sp>
        <p:nvSpPr>
          <p:cNvPr id="6" name="Text 5">
            <a:extLst xmlns:a="http://schemas.openxmlformats.org/drawingml/2006/main">
              <a:ext uri="{FF2B5EF4-FFF2-40B4-BE49-F238E27FC236}">
                <a16:creationId xmlns:a16="http://schemas.microsoft.com/office/drawing/2014/main" id="{CC4BDB05-EE6B-42E9-A5C6-FAB495C2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51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290.81 s</a:t>
            </a:r>
          </a:p>
        </p:txBody>
      </p:sp>
      <p:sp>
        <p:nvSpPr>
          <p:cNvPr id="7" name="Text 6">
            <a:extLst xmlns:a="http://schemas.openxmlformats.org/drawingml/2006/main">
              <a:ext uri="{FF2B5EF4-FFF2-40B4-BE49-F238E27FC236}">
                <a16:creationId xmlns:a16="http://schemas.microsoft.com/office/drawing/2014/main" id="{94D65CCA-7933-43A7-A312-1197700C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5267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CAPTURED QUALITY A/B</a:t>
            </a:r>
          </a:p>
        </p:txBody>
      </p:sp>
      <p:sp>
        <p:nvSpPr>
          <p:cNvPr id="8" name="Text 7">
            <a:extLst xmlns:a="http://schemas.openxmlformats.org/drawingml/2006/main">
              <a:ext uri="{FF2B5EF4-FFF2-40B4-BE49-F238E27FC236}">
                <a16:creationId xmlns:a16="http://schemas.microsoft.com/office/drawing/2014/main" id="{26CA5319-4AD3-4057-A9FF-5983A673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5175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276.22 s</a:t>
            </a:r>
          </a:p>
        </p:txBody>
      </p:sp>
      <p:sp>
        <p:nvSpPr>
          <p:cNvPr id="9" name="Text 8">
            <a:extLst xmlns:a="http://schemas.openxmlformats.org/drawingml/2006/main">
              <a:ext uri="{FF2B5EF4-FFF2-40B4-BE49-F238E27FC236}">
                <a16:creationId xmlns:a16="http://schemas.microsoft.com/office/drawing/2014/main" id="{4F13703C-A95C-410C-BFC0-8F1C7A6D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400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Same selected plan. Same decisions. Same history content.</a:t>
            </a:r>
          </a:p>
        </p:txBody>
      </p:sp>
      <p:sp>
        <p:nvSpPr>
          <p:cNvPr id="10" name="Text 9">
            <a:extLst xmlns:a="http://schemas.openxmlformats.org/drawingml/2006/main">
              <a:ext uri="{FF2B5EF4-FFF2-40B4-BE49-F238E27FC236}">
                <a16:creationId xmlns:a16="http://schemas.microsoft.com/office/drawing/2014/main" id="{E4C6B356-93B8-4B57-B074-6F1DE388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Captured run: zero LLM calls. Comparison excludes exactly two declared</a:t>
            </a:r>
          </a:p>
          <a:p xmlns:a="http://schemas.openxmlformats.org/drawingml/2006/main">
            <a:pPr>
              <a:defRPr sz="1950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mode fields. Business effects are local mocks in both executions.</a:t>
            </a:r>
          </a:p>
        </p:txBody>
      </p:sp>
    </p:spTree>
    <p:extLst>
      <p:ext uri="{BB962C8B-B14F-4D97-AF65-F5344CB8AC3E}">
        <p14:creationId xmlns:p14="http://schemas.microsoft.com/office/powerpoint/2010/main" val="11672057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">
            <a:extLst xmlns:a="http://schemas.openxmlformats.org/drawingml/2006/main">
              <a:ext uri="{FF2B5EF4-FFF2-40B4-BE49-F238E27FC236}">
                <a16:creationId xmlns:a16="http://schemas.microsoft.com/office/drawing/2014/main" id="{65D225DF-0B26-4226-ADB6-228C0AC3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RECORDED EXECUTIONS</a:t>
            </a:r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BBD6F9F5-1E7F-4746-835F-78334CAC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7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Timing, with the scope kept intact</a:t>
            </a:r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AB9AAA27-B899-4AA8-88A4-6C748033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/  TESTFLIX V11</a:t>
            </a:r>
          </a:p>
        </p:txBody>
      </p:sp>
      <p:sp>
        <p:nvSpPr>
          <p:cNvPr id="4" name="Text 3">
            <a:extLst xmlns:a="http://schemas.openxmlformats.org/drawingml/2006/main">
              <a:ext uri="{FF2B5EF4-FFF2-40B4-BE49-F238E27FC236}">
                <a16:creationId xmlns:a16="http://schemas.microsoft.com/office/drawing/2014/main" id="{78545954-55B0-4A3B-9D6B-F4D69C34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667500"/>
                <a:gridCol w="4305300"/>
              </a:tblGrid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EXECUTION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lnT w="4763">
                      <a:solidFill>
                        <a:srgbClr val="E5E5E7"/>
                      </a:solidFill>
                    </a:lnT>
                    <a:solidFill>
                      <a:srgbClr val="F5F5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RECORDED TIME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lnT w="4763">
                      <a:solidFill>
                        <a:srgbClr val="E5E5E7"/>
                      </a:solidFill>
                    </a:lnT>
                    <a:solidFill>
                      <a:srgbClr val="F5F5F7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Initial purchase handle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169.10 s  /  2 min 49 sec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QUALITY A/B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290.81 s  /  4 min 51 sec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Captured QUALITY A/B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276.22 s  /  4 min 36 sec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Public E repricing controls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317.99 s and 318.91 s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Full main purchase-to-renewal story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lnB w="4763">
                      <a:solidFill>
                        <a:srgbClr val="E5E5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1174.80 s  /  19.6 minutes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lnB w="4763">
                      <a:solidFill>
                        <a:srgbClr val="E5E5E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DAB6D83-C551-4CFF-A8A3-B1A7111E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912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The complete main story includes renewal and replay. P04 is separate. These are observations, not an SLA.</a:t>
            </a:r>
          </a:p>
        </p:txBody>
      </p:sp>
    </p:spTree>
    <p:extLst>
      <p:ext uri="{BB962C8B-B14F-4D97-AF65-F5344CB8AC3E}">
        <p14:creationId xmlns:p14="http://schemas.microsoft.com/office/powerpoint/2010/main" val="6799858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">
            <a:extLst xmlns:a="http://schemas.openxmlformats.org/drawingml/2006/main">
              <a:ext uri="{FF2B5EF4-FFF2-40B4-BE49-F238E27FC236}">
                <a16:creationId xmlns:a16="http://schemas.microsoft.com/office/drawing/2014/main" id="{F80AA694-E856-4A3D-8236-57D1D8B7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ARCHITECTURE DEMONSTRATED</a:t>
            </a:r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3C5FF950-0815-4C61-B51F-698AF96B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7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Common mechanisms. A specific domain.</a:t>
            </a:r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72233328-18FA-40A6-A45F-0CAB5101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/  TESTFLIX V11</a:t>
            </a:r>
          </a:p>
        </p:txBody>
      </p:sp>
      <p:sp>
        <p:nvSpPr>
          <p:cNvPr id="4" name="Text 3">
            <a:extLst xmlns:a="http://schemas.openxmlformats.org/drawingml/2006/main">
              <a:ext uri="{FF2B5EF4-FFF2-40B4-BE49-F238E27FC236}">
                <a16:creationId xmlns:a16="http://schemas.microsoft.com/office/drawing/2014/main" id="{22981331-F6E2-4796-8F3F-B507044D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15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524500"/>
                <a:gridCol w="5448300"/>
              </a:tblGrid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REUSABLE MECHANISM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lnT w="4763">
                      <a:solidFill>
                        <a:srgbClr val="E5E5E7"/>
                      </a:solidFill>
                    </a:lnT>
                    <a:solidFill>
                      <a:srgbClr val="F5F5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TESTFLIX INPUT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lnT w="4763">
                      <a:solidFill>
                        <a:srgbClr val="E5E5E7"/>
                      </a:solidFill>
                    </a:lnT>
                    <a:solidFill>
                      <a:srgbClr val="F5F5F7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Typed work and result consumption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Catalogue, preference and selected plan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Independent Root authority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User, bank, provider and device decisions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Currentness and retained recomputation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Changed price, time and existing paid period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Continuation and preserved history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lnB w="4763">
                      <a:solidFill>
                        <a:srgbClr val="E5E5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Reuse, new sessions and explicit renewal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lnB w="4763">
                      <a:solidFill>
                        <a:srgbClr val="E5E5E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475880E-33C0-4F92-BA57-C19F4BAF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1066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This demonstrates reuse in a reviewed domain; arbitrary-domain universality is not claimed.</a:t>
            </a:r>
          </a:p>
        </p:txBody>
      </p:sp>
    </p:spTree>
    <p:extLst>
      <p:ext uri="{BB962C8B-B14F-4D97-AF65-F5344CB8AC3E}">
        <p14:creationId xmlns:p14="http://schemas.microsoft.com/office/powerpoint/2010/main" val="16530870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 ">
            <a:extLst xmlns:a="http://schemas.openxmlformats.org/drawingml/2006/main">
              <a:ext uri="{FF2B5EF4-FFF2-40B4-BE49-F238E27FC236}">
                <a16:creationId xmlns:a16="http://schemas.microsoft.com/office/drawing/2014/main" id="{E9D94732-B52E-4D36-BA9F-F368B2BA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V11 OWNER ADMISSION</a:t>
            </a:r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6B3FE767-B59B-493F-B35E-867850B4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7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Accepted code. Recorded evidence.</a:t>
            </a:r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2724BCB2-AB69-4C5F-A786-C80955E7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/  TESTFLIX V11</a:t>
            </a:r>
          </a:p>
        </p:txBody>
      </p:sp>
      <p:sp>
        <p:nvSpPr>
          <p:cNvPr id="4" name="Text 3">
            <a:extLst xmlns:a="http://schemas.openxmlformats.org/drawingml/2006/main">
              <a:ext uri="{FF2B5EF4-FFF2-40B4-BE49-F238E27FC236}">
                <a16:creationId xmlns:a16="http://schemas.microsoft.com/office/drawing/2014/main" id="{CD73B4E4-E8EF-478F-8A67-EC8B413F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16</a:t>
            </a:r>
          </a:p>
        </p:txBody>
      </p:sp>
      <p:sp>
        <p:nvSpPr>
          <p:cNvPr id="5" name="Text 4">
            <a:extLst xmlns:a="http://schemas.openxmlformats.org/drawingml/2006/main">
              <a:ext uri="{FF2B5EF4-FFF2-40B4-BE49-F238E27FC236}">
                <a16:creationId xmlns:a16="http://schemas.microsoft.com/office/drawing/2014/main" id="{37FF5EC1-0FDD-4A4E-8CA6-0280F2E5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55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49</a:t>
            </a:r>
          </a:p>
        </p:txBody>
      </p:sp>
      <p:sp>
        <p:nvSpPr>
          <p:cNvPr id="6" name="Text 5">
            <a:extLst xmlns:a="http://schemas.openxmlformats.org/drawingml/2006/main">
              <a:ext uri="{FF2B5EF4-FFF2-40B4-BE49-F238E27FC236}">
                <a16:creationId xmlns:a16="http://schemas.microsoft.com/office/drawing/2014/main" id="{2E1523B4-88BC-42CB-8281-67E43C6F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Post-commit tests passed</a:t>
            </a:r>
          </a:p>
        </p:txBody>
      </p:sp>
      <p:sp>
        <p:nvSpPr>
          <p:cNvPr id="7" name="Text 6">
            <a:extLst xmlns:a="http://schemas.openxmlformats.org/drawingml/2006/main">
              <a:ext uri="{FF2B5EF4-FFF2-40B4-BE49-F238E27FC236}">
                <a16:creationId xmlns:a16="http://schemas.microsoft.com/office/drawing/2014/main" id="{A978F989-856B-4451-B297-66CEFCA1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241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55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147</a:t>
            </a:r>
          </a:p>
        </p:txBody>
      </p:sp>
      <p:sp>
        <p:nvSpPr>
          <p:cNvPr id="8" name="Text 7">
            <a:extLst xmlns:a="http://schemas.openxmlformats.org/drawingml/2006/main">
              <a:ext uri="{FF2B5EF4-FFF2-40B4-BE49-F238E27FC236}">
                <a16:creationId xmlns:a16="http://schemas.microsoft.com/office/drawing/2014/main" id="{CC88A530-5EFE-42F3-B410-364E9604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147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Post-commit phases</a:t>
            </a:r>
          </a:p>
        </p:txBody>
      </p:sp>
      <p:sp>
        <p:nvSpPr>
          <p:cNvPr id="9" name="Text 8">
            <a:extLst xmlns:a="http://schemas.openxmlformats.org/drawingml/2006/main">
              <a:ext uri="{FF2B5EF4-FFF2-40B4-BE49-F238E27FC236}">
                <a16:creationId xmlns:a16="http://schemas.microsoft.com/office/drawing/2014/main" id="{2AFB0AC2-BFCC-42B9-88A0-854FC0A1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241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55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51</a:t>
            </a:r>
          </a:p>
        </p:txBody>
      </p:sp>
      <p:sp>
        <p:nvSpPr>
          <p:cNvPr id="10" name="Text 9">
            <a:extLst xmlns:a="http://schemas.openxmlformats.org/drawingml/2006/main">
              <a:ext uri="{FF2B5EF4-FFF2-40B4-BE49-F238E27FC236}">
                <a16:creationId xmlns:a16="http://schemas.microsoft.com/office/drawing/2014/main" id="{4B8D90D2-B878-4715-B0C6-4EF95F8B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1470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Accepted repository paths</a:t>
            </a:r>
          </a:p>
        </p:txBody>
      </p:sp>
      <p:sp>
        <p:nvSpPr>
          <p:cNvPr id="11" name="Text 10">
            <a:extLst xmlns:a="http://schemas.openxmlformats.org/drawingml/2006/main">
              <a:ext uri="{FF2B5EF4-FFF2-40B4-BE49-F238E27FC236}">
                <a16:creationId xmlns:a16="http://schemas.microsoft.com/office/drawing/2014/main" id="{492A86B1-B55C-4EA5-844F-5A0C2BBC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ACCEPTED MAIN COMMIT</a:t>
            </a:r>
          </a:p>
        </p:txBody>
      </p:sp>
      <p:sp>
        <p:nvSpPr>
          <p:cNvPr id="12" name="Text 11">
            <a:extLst xmlns:a="http://schemas.openxmlformats.org/drawingml/2006/main">
              <a:ext uri="{FF2B5EF4-FFF2-40B4-BE49-F238E27FC236}">
                <a16:creationId xmlns:a16="http://schemas.microsoft.com/office/drawing/2014/main" id="{79B1991D-F31B-4D5E-95D7-BBE918B1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e42d37fa98dfec7110b8cf75b1aceaa614f461be</a:t>
            </a:r>
          </a:p>
        </p:txBody>
      </p:sp>
      <p:sp>
        <p:nvSpPr>
          <p:cNvPr id="13" name="Text 12">
            <a:extLst xmlns:a="http://schemas.openxmlformats.org/drawingml/2006/main">
              <a:ext uri="{FF2B5EF4-FFF2-40B4-BE49-F238E27FC236}">
                <a16:creationId xmlns:a16="http://schemas.microsoft.com/office/drawing/2014/main" id="{76CA9BD2-E6B9-4281-990F-B6FD6D72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Preparation: 82 tests, 246 phases and 8 process controls. Owner commit and push were confirmed.</a:t>
            </a:r>
          </a:p>
        </p:txBody>
      </p:sp>
    </p:spTree>
    <p:extLst>
      <p:ext uri="{BB962C8B-B14F-4D97-AF65-F5344CB8AC3E}">
        <p14:creationId xmlns:p14="http://schemas.microsoft.com/office/powerpoint/2010/main" val="13529485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">
            <a:extLst xmlns:a="http://schemas.openxmlformats.org/drawingml/2006/main">
              <a:ext uri="{FF2B5EF4-FFF2-40B4-BE49-F238E27FC236}">
                <a16:creationId xmlns:a16="http://schemas.microsoft.com/office/drawing/2014/main" id="{901ADF86-0E70-4ACB-8324-1F11227F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WHAT A REVIEWER CAN CONCLUDE</a:t>
            </a:r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46B697FF-DAEE-4473-AF9F-85FC27A7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7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The scope is visible</a:t>
            </a:r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BCD3C401-7E78-4E16-B08D-46DFE9B3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/  TESTFLIX V11</a:t>
            </a:r>
          </a:p>
        </p:txBody>
      </p:sp>
      <p:sp>
        <p:nvSpPr>
          <p:cNvPr id="4" name="Text 3">
            <a:extLst xmlns:a="http://schemas.openxmlformats.org/drawingml/2006/main">
              <a:ext uri="{FF2B5EF4-FFF2-40B4-BE49-F238E27FC236}">
                <a16:creationId xmlns:a16="http://schemas.microsoft.com/office/drawing/2014/main" id="{EA005D68-E03D-4863-955D-1A8FD3FF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17</a:t>
            </a:r>
          </a:p>
        </p:txBody>
      </p:sp>
      <p:sp>
        <p:nvSpPr>
          <p:cNvPr id="5" name="Text 4">
            <a:extLst xmlns:a="http://schemas.openxmlformats.org/drawingml/2006/main">
              <a:ext uri="{FF2B5EF4-FFF2-40B4-BE49-F238E27FC236}">
                <a16:creationId xmlns:a16="http://schemas.microsoft.com/office/drawing/2014/main" id="{21885670-84E8-436A-974C-67F2574F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ACTUAL EXECUTION</a:t>
            </a:r>
          </a:p>
        </p:txBody>
      </p:sp>
      <p:sp>
        <p:nvSpPr>
          <p:cNvPr id="6" name="Text 5">
            <a:extLst xmlns:a="http://schemas.openxmlformats.org/drawingml/2006/main">
              <a:ext uri="{FF2B5EF4-FFF2-40B4-BE49-F238E27FC236}">
                <a16:creationId xmlns:a16="http://schemas.microsoft.com/office/drawing/2014/main" id="{F860D3FE-9833-450E-87BD-026E2F8A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509587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Gemini 2.5 Flash responses</a:t>
            </a:r>
          </a:p>
          <a:p xmlns:a="http://schemas.openxmlformats.org/drawingml/2006/main">
            <a:pPr>
              <a:defRPr sz="202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Public kernel and Host execution</a:t>
            </a:r>
          </a:p>
          <a:p xmlns:a="http://schemas.openxmlformats.org/drawingml/2006/main">
            <a:pPr>
              <a:defRPr sz="202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Independent Root reviews</a:t>
            </a:r>
          </a:p>
          <a:p xmlns:a="http://schemas.openxmlformats.org/drawingml/2006/main">
            <a:pPr>
              <a:defRPr sz="202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Captured reexecution and source hashes</a:t>
            </a:r>
          </a:p>
        </p:txBody>
      </p:sp>
      <p:sp>
        <p:nvSpPr>
          <p:cNvPr id="7" name="Text 6">
            <a:extLst xmlns:a="http://schemas.openxmlformats.org/drawingml/2006/main">
              <a:ext uri="{FF2B5EF4-FFF2-40B4-BE49-F238E27FC236}">
                <a16:creationId xmlns:a16="http://schemas.microsoft.com/office/drawing/2014/main" id="{D92D67F8-3DE0-481E-873D-98145D93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3837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CONTROLLED ENVIRONMENT</a:t>
            </a:r>
          </a:p>
        </p:txBody>
      </p:sp>
      <p:sp>
        <p:nvSpPr>
          <p:cNvPr id="8" name="Text 7">
            <a:extLst xmlns:a="http://schemas.openxmlformats.org/drawingml/2006/main">
              <a:ext uri="{FF2B5EF4-FFF2-40B4-BE49-F238E27FC236}">
                <a16:creationId xmlns:a16="http://schemas.microsoft.com/office/drawing/2014/main" id="{664EB900-0CCF-4E5A-BA60-177061C1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71775"/>
            <a:ext cx="471487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Finite catalogue and local test clock</a:t>
            </a:r>
          </a:p>
          <a:p xmlns:a="http://schemas.openxmlformats.org/drawingml/2006/main">
            <a:pPr>
              <a:defRPr sz="202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Mock bank payment</a:t>
            </a:r>
          </a:p>
          <a:p xmlns:a="http://schemas.openxmlformats.org/drawingml/2006/main">
            <a:pPr>
              <a:defRPr sz="202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Mock provider entitlement</a:t>
            </a:r>
          </a:p>
          <a:p xmlns:a="http://schemas.openxmlformats.org/drawingml/2006/main">
            <a:pPr>
              <a:defRPr sz="2025" b="0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D1D1F"/>
                </a:solidFill>
                <a:latin typeface="Inter"/>
                <a:ea typeface="Inter"/>
                <a:cs typeface="Inter"/>
              </a:rPr>
              <a:t>Mock device playback</a:t>
            </a:r>
          </a:p>
        </p:txBody>
      </p:sp>
      <p:sp>
        <p:nvSpPr>
          <p:cNvPr id="9" name="Text 8">
            <a:extLst xmlns:a="http://schemas.openxmlformats.org/drawingml/2006/main">
              <a:ext uri="{FF2B5EF4-FFF2-40B4-BE49-F238E27FC236}">
                <a16:creationId xmlns:a16="http://schemas.microsoft.com/office/drawing/2014/main" id="{AF78CED7-AD37-43D1-8EBA-ABAF6FB6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896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A live Netflix purchase, external time attestation and production certification are outside this claim.</a:t>
            </a:r>
          </a:p>
        </p:txBody>
      </p:sp>
    </p:spTree>
    <p:extLst>
      <p:ext uri="{BB962C8B-B14F-4D97-AF65-F5344CB8AC3E}">
        <p14:creationId xmlns:p14="http://schemas.microsoft.com/office/powerpoint/2010/main" val="7283693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">
            <a:extLst xmlns:a="http://schemas.openxmlformats.org/drawingml/2006/main">
              <a:ext uri="{FF2B5EF4-FFF2-40B4-BE49-F238E27FC236}">
                <a16:creationId xmlns:a16="http://schemas.microsoft.com/office/drawing/2014/main" id="{D3C5E0E7-81D7-43F4-88B4-467188EB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REVIEW THE PACKAGE</a:t>
            </a:r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32F2F4FF-3F22-489A-A070-47A75712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D1D1F"/>
                </a:solidFill>
                <a:latin typeface="Inter"/>
                <a:ea typeface="Inter"/>
                <a:cs typeface="Inter"/>
              </a:defRPr>
            </a:pPr>
            <a:r>
              <a:rPr sz="3750" b="1">
                <a:solidFill>
                  <a:srgbClr val="1D1D1F"/>
                </a:solidFill>
                <a:latin typeface="Inter"/>
                <a:ea typeface="Inter"/>
                <a:cs typeface="Inter"/>
              </a:rPr>
              <a:t>An inspectable demonstration</a:t>
            </a:r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00F890EE-9B73-4B6E-A95A-7AD88AAB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RADIOLARIA OS  /  TESTFLIX V11</a:t>
            </a:r>
          </a:p>
        </p:txBody>
      </p:sp>
      <p:sp>
        <p:nvSpPr>
          <p:cNvPr id="4" name="Text 3">
            <a:extLst xmlns:a="http://schemas.openxmlformats.org/drawingml/2006/main">
              <a:ext uri="{FF2B5EF4-FFF2-40B4-BE49-F238E27FC236}">
                <a16:creationId xmlns:a16="http://schemas.microsoft.com/office/drawing/2014/main" id="{006B2CB6-CEE7-4059-B257-AF72E93B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E6E73"/>
                </a:solidFill>
                <a:latin typeface="Inter"/>
                <a:ea typeface="Inter"/>
                <a:cs typeface="Inter"/>
              </a:rPr>
              <a:t>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381500"/>
                <a:gridCol w="6591300"/>
              </a:tblGrid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START WITH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lnT w="4763">
                      <a:solidFill>
                        <a:srgbClr val="E5E5E7"/>
                      </a:solidFill>
                    </a:lnT>
                    <a:solidFill>
                      <a:srgbClr val="F5F5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6E6E73"/>
                          </a:solidFill>
                          <a:latin typeface="Inter"/>
                          <a:ea typeface="Inter"/>
                          <a:cs typeface="Inter"/>
                        </a:rPr>
                        <a:t>THEN FOLLOW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lnT w="4763">
                      <a:solidFill>
                        <a:srgbClr val="E5E5E7"/>
                      </a:solidFill>
                    </a:lnT>
                    <a:solidFill>
                      <a:srgbClr val="F5F5F7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README and story.html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A readable guide to the story and its boundaries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Technical Appendix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Exact source lineage, records and interpretation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Claim evidence JSON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Each claim mapped to its supporting records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LLM reader XML</a:t>
                      </a:r>
                    </a:p>
                  </a:txBody>
                  <a:tcPr marL="152400" marR="152400" marT="114300" marB="95250" anchor="ctr">
                    <a:lnL w="4763">
                      <a:solidFill>
                        <a:srgbClr val="FFFFFF"/>
                      </a:solidFill>
                    </a:lnL>
                    <a:lnB w="4763">
                      <a:solidFill>
                        <a:srgbClr val="E5E5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</a:rPr>
                        <a:t>One portable file for a first external review</a:t>
                      </a:r>
                    </a:p>
                  </a:txBody>
                  <a:tcPr marL="152400" marR="152400" marT="114300" marB="95250" anchor="ctr">
                    <a:lnR w="4763">
                      <a:solidFill>
                        <a:srgbClr val="FFFFFF"/>
                      </a:solidFill>
                    </a:lnR>
                    <a:lnB w="4763">
                      <a:solidFill>
                        <a:srgbClr val="E5E5E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814C7B6-EB34-49E1-B5ED-D1C3ABC1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1E3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0071E3"/>
                </a:solidFill>
                <a:latin typeface="Inter"/>
                <a:ea typeface="Inter"/>
                <a:cs typeface="Inter"/>
              </a:rPr>
              <a:t>docs/showcase/testflix_v11/</a:t>
            </a:r>
          </a:p>
        </p:txBody>
      </p:sp>
    </p:spTree>
    <p:extLst>
      <p:ext uri="{BB962C8B-B14F-4D97-AF65-F5344CB8AC3E}">
        <p14:creationId xmlns:p14="http://schemas.microsoft.com/office/powerpoint/2010/main" val="1324295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2026-09-13T11:00:21.6150000Z</dcterms:created>
  <dcterms:modified xsi:type="dcterms:W3CDTF">2026-09-13T11:00:21.6150000Z</dcterms:modified>
</coreProperties>
</file>