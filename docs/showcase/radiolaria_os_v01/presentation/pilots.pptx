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4ee94a3c894d34" /><Relationship Type="http://schemas.openxmlformats.org/officeDocument/2006/relationships/extended-properties" Target="/docProps/app.xml" Id="R1082181ad3e34623" /><Relationship Type="http://schemas.openxmlformats.org/officeDocument/2006/relationships/officeDocument" Target="/ppt/presentation.xml" Id="R3ad7d8e892c341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2c80f25b054b0e"/>
  </p:sldMasterIdLst>
  <p:notesMasterIdLst>
    <p:notesMasterId xmlns:r="http://schemas.openxmlformats.org/officeDocument/2006/relationships" r:id="R6f3e807710e54cb0"/>
  </p:notesMasterIdLst>
  <p:sldIdLst>
    <p:sldId xmlns:r="http://schemas.openxmlformats.org/officeDocument/2006/relationships" id="256" r:id="R2bbb356e66ea4417"/>
    <p:sldId xmlns:r="http://schemas.openxmlformats.org/officeDocument/2006/relationships" id="257" r:id="Re7b818d5f40b4503"/>
    <p:sldId xmlns:r="http://schemas.openxmlformats.org/officeDocument/2006/relationships" id="258" r:id="Ref3ce3f1ce6b4af4"/>
    <p:sldId xmlns:r="http://schemas.openxmlformats.org/officeDocument/2006/relationships" id="259" r:id="R11cf64959258474e"/>
    <p:sldId xmlns:r="http://schemas.openxmlformats.org/officeDocument/2006/relationships" id="260" r:id="R95a92b666bf6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f1dd701974181" /><Relationship Type="http://schemas.openxmlformats.org/officeDocument/2006/relationships/slideMaster" Target="/ppt/slideMasters/slideMaster1.xml" Id="R8f2c80f25b054b0e" /><Relationship Type="http://schemas.openxmlformats.org/officeDocument/2006/relationships/notesMaster" Target="/ppt/notesMasters/notesMaster1.xml" Id="R6f3e807710e54cb0" /><Relationship Type="http://schemas.openxmlformats.org/officeDocument/2006/relationships/presProps" Target="/ppt/presProps.xml" Id="Rb2440cc322f0429a" /><Relationship Type="http://schemas.openxmlformats.org/officeDocument/2006/relationships/tableStyles" Target="/ppt/tableStyles.xml" Id="Rc96e129d4e1e47bd" /><Relationship Type="http://schemas.openxmlformats.org/officeDocument/2006/relationships/slide" Target="/ppt/slides/slide1.xml" Id="R2bbb356e66ea4417" /><Relationship Type="http://schemas.openxmlformats.org/officeDocument/2006/relationships/slide" Target="/ppt/slides/slide2.xml" Id="Re7b818d5f40b4503" /><Relationship Type="http://schemas.openxmlformats.org/officeDocument/2006/relationships/slide" Target="/ppt/slides/slide3.xml" Id="Ref3ce3f1ce6b4af4" /><Relationship Type="http://schemas.openxmlformats.org/officeDocument/2006/relationships/slide" Target="/ppt/slides/slide4.xml" Id="R11cf64959258474e" /><Relationship Type="http://schemas.openxmlformats.org/officeDocument/2006/relationships/slide" Target="/ppt/slides/slide5.xml" Id="R95a92b666bf6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4f97540ef4e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7818d86e7499f" /><Relationship Type="http://schemas.openxmlformats.org/officeDocument/2006/relationships/notesMaster" Target="/ppt/notesMasters/notesMaster1.xml" Id="R3566b4ebef1d48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7a6d5e9c7748a7" /><Relationship Type="http://schemas.openxmlformats.org/officeDocument/2006/relationships/notesMaster" Target="/ppt/notesMasters/notesMaster1.xml" Id="R71184443e1c54c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e55357b9741e3" /><Relationship Type="http://schemas.openxmlformats.org/officeDocument/2006/relationships/notesMaster" Target="/ppt/notesMasters/notesMaster1.xml" Id="R17c2f423fc9749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6f8dcb7eae469f" /><Relationship Type="http://schemas.openxmlformats.org/officeDocument/2006/relationships/notesMaster" Target="/ppt/notesMasters/notesMaster1.xml" Id="Recb2e0fc3aee48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a6bc9ac524ebe" /><Relationship Type="http://schemas.openxmlformats.org/officeDocument/2006/relationships/notesMaster" Target="/ppt/notesMasters/notesMaster1.xml" Id="R6234eb254b2b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"title": "Computing, assembled around intent",</a:t>
            </a:r>
          </a:p>
          <a:p xmlns:a="http://schemas.openxmlformats.org/drawingml/2006/main">
            <a:r>
              <a:t>  "classification": "CL01-CL03 / Useful activity; bounded recorded example",</a:t>
            </a:r>
          </a:p>
          <a:p xmlns:a="http://schemas.openxmlformats.org/drawingml/2006/main">
            <a:r>
              <a:t>  "source": "presentation/slides.json",</a:t>
            </a:r>
          </a:p>
          <a:p xmlns:a="http://schemas.openxmlformats.org/drawingml/2006/main">
            <a:r>
              <a:t>  "local_route": "../README.md",</a:t>
            </a:r>
          </a:p>
          <a:p xmlns:a="http://schemas.openxmlformats.org/drawingml/2006/main">
            <a:r>
              <a:t>  "technical_basis": "2e965ecb18e545e428380eb8e9aa5a7037a388be",</a:t>
            </a:r>
          </a:p>
          <a:p xmlns:a="http://schemas.openxmlformats.org/drawingml/2006/main">
            <a:r>
              <a:t>  "claim_ids": [],</a:t>
            </a:r>
          </a:p>
          <a:p xmlns:a="http://schemas.openxmlformats.org/drawingml/2006/main">
            <a:r>
              <a:t>  "entity_ids": [],</a:t>
            </a:r>
          </a:p>
          <a:p xmlns:a="http://schemas.openxmlformats.org/drawingml/2006/main">
            <a:r>
              <a:t>  "technical_sources": [],</a:t>
            </a:r>
          </a:p>
          <a:p xmlns:a="http://schemas.openxmlformats.org/drawingml/2006/main">
            <a:r>
              <a:t>  "figure_id": null,</a:t>
            </a:r>
          </a:p>
          <a:p xmlns:a="http://schemas.openxmlformats.org/drawingml/2006/main">
            <a:r>
              <a:t>  "artwork": "Original bytes, conceptual/prototype scope preserved. See assets/provenance.json."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"title": "Independent owners, useful work",</a:t>
            </a:r>
          </a:p>
          <a:p xmlns:a="http://schemas.openxmlformats.org/drawingml/2006/main">
            <a:r>
              <a:t>  "classification": "ATLAS_A / CONCEPTUAL / CL01 / No SuperRoot",</a:t>
            </a:r>
          </a:p>
          <a:p xmlns:a="http://schemas.openxmlformats.org/drawingml/2006/main">
            <a:r>
              <a:t>  "source": "presentation/slides.json",</a:t>
            </a:r>
          </a:p>
          <a:p xmlns:a="http://schemas.openxmlformats.org/drawingml/2006/main">
            <a:r>
              <a:t>  "local_route": "../atlas/README.md#atlas_a",</a:t>
            </a:r>
          </a:p>
          <a:p xmlns:a="http://schemas.openxmlformats.org/drawingml/2006/main">
            <a:r>
              <a:t>  "technical_basis": "2e965ecb18e545e428380eb8e9aa5a7037a388be",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"CL01"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"entity_ids": [</a:t>
            </a:r>
          </a:p>
          <a:p xmlns:a="http://schemas.openxmlformats.org/drawingml/2006/main">
            <a:r>
              <a:t>    "INTENT",</a:t>
            </a:r>
          </a:p>
          <a:p xmlns:a="http://schemas.openxmlformats.org/drawingml/2006/main">
            <a:r>
              <a:t>    "MODEL",</a:t>
            </a:r>
          </a:p>
          <a:p xmlns:a="http://schemas.openxmlformats.org/drawingml/2006/main">
            <a:r>
              <a:t>    "VENUE",</a:t>
            </a:r>
          </a:p>
          <a:p xmlns:a="http://schemas.openxmlformats.org/drawingml/2006/main">
            <a:r>
              <a:t>    "REQUESTER",</a:t>
            </a:r>
          </a:p>
          <a:p xmlns:a="http://schemas.openxmlformats.org/drawingml/2006/main">
            <a:r>
              <a:t>    "WORK",</a:t>
            </a:r>
          </a:p>
          <a:p xmlns:a="http://schemas.openxmlformats.org/drawingml/2006/main">
            <a:r>
              <a:t>    "ROOT",</a:t>
            </a:r>
          </a:p>
          <a:p xmlns:a="http://schemas.openxmlformats.org/drawingml/2006/main">
            <a:r>
              <a:t>    "MEMORY",</a:t>
            </a:r>
          </a:p>
          <a:p xmlns:a="http://schemas.openxmlformats.org/drawingml/2006/main">
            <a:r>
              <a:t>    "FIREWALL"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"technical_sources": [</a:t>
            </a:r>
          </a:p>
          <a:p xmlns:a="http://schemas.openxmlformats.org/drawingml/2006/main">
            <a:r>
              <a:t>    "specs/current_architecture_lock_v01.md"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"figure_id": "ATLAS_A",</a:t>
            </a:r>
          </a:p>
          <a:p xmlns:a="http://schemas.openxmlformats.org/drawingml/2006/main">
            <a:r>
              <a:t>  "artwork": "Original bytes, conceptual/prototype scope preserved. See assets/provenance.json."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"title": "A result crosses; permission does not",</a:t>
            </a:r>
          </a:p>
          <a:p xmlns:a="http://schemas.openxmlformats.org/drawingml/2006/main">
            <a:r>
              <a:t>  "classification": "ATLAS_B / RECORDED_EXECUTION / CL02-CL03 / G54D1 main + revoked_source",</a:t>
            </a:r>
          </a:p>
          <a:p xmlns:a="http://schemas.openxmlformats.org/drawingml/2006/main">
            <a:r>
              <a:t>  "source": "presentation/slides.json",</a:t>
            </a:r>
          </a:p>
          <a:p xmlns:a="http://schemas.openxmlformats.org/drawingml/2006/main">
            <a:r>
              <a:t>  "local_route": "../episode/FOOTBALL.md",</a:t>
            </a:r>
          </a:p>
          <a:p xmlns:a="http://schemas.openxmlformats.org/drawingml/2006/main">
            <a:r>
              <a:t>  "technical_basis": "2e965ecb18e545e428380eb8e9aa5a7037a388be",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"CL02",</a:t>
            </a:r>
          </a:p>
          <a:p xmlns:a="http://schemas.openxmlformats.org/drawingml/2006/main">
            <a:r>
              <a:t>    "CL03"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"entity_ids": [</a:t>
            </a:r>
          </a:p>
          <a:p xmlns:a="http://schemas.openxmlformats.org/drawingml/2006/main">
            <a:r>
              <a:t>    "VENUE",</a:t>
            </a:r>
          </a:p>
          <a:p xmlns:a="http://schemas.openxmlformats.org/drawingml/2006/main">
            <a:r>
              <a:t>    "E",</a:t>
            </a:r>
          </a:p>
          <a:p xmlns:a="http://schemas.openxmlformats.org/drawingml/2006/main">
            <a:r>
              <a:t>    "B",</a:t>
            </a:r>
          </a:p>
          <a:p xmlns:a="http://schemas.openxmlformats.org/drawingml/2006/main">
            <a:r>
              <a:t>    "POINTER",</a:t>
            </a:r>
          </a:p>
          <a:p xmlns:a="http://schemas.openxmlformats.org/drawingml/2006/main">
            <a:r>
              <a:t>    "STATUS",</a:t>
            </a:r>
          </a:p>
          <a:p xmlns:a="http://schemas.openxmlformats.org/drawingml/2006/main">
            <a:r>
              <a:t>    "C",</a:t>
            </a:r>
          </a:p>
          <a:p xmlns:a="http://schemas.openxmlformats.org/drawingml/2006/main">
            <a:r>
              <a:t>    "REQUESTER"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"technical_sources": [</a:t>
            </a:r>
          </a:p>
          <a:p xmlns:a="http://schemas.openxmlformats.org/drawingml/2006/main">
            <a:r>
              <a:t>    "main_pub_shift_venue_work",</a:t>
            </a:r>
          </a:p>
          <a:p xmlns:a="http://schemas.openxmlformats.org/drawingml/2006/main">
            <a:r>
              <a:t>    "main_pub_shift_offer_body",</a:t>
            </a:r>
          </a:p>
          <a:p xmlns:a="http://schemas.openxmlformats.org/drawingml/2006/main">
            <a:r>
              <a:t>    "main_req_shift_requester_work",</a:t>
            </a:r>
          </a:p>
          <a:p xmlns:a="http://schemas.openxmlformats.org/drawingml/2006/main">
            <a:r>
              <a:t>    "negative_shift_status"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"figure_id": "ATLAS_B",</a:t>
            </a:r>
          </a:p>
          <a:p xmlns:a="http://schemas.openxmlformats.org/drawingml/2006/main">
            <a:r>
              <a:t>  "artwork": "Original bytes, conceptual/prototype scope preserved. See assets/provenance.json."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"title": "Authorship is not runtime permission",</a:t>
            </a:r>
          </a:p>
          <a:p xmlns:a="http://schemas.openxmlformats.org/drawingml/2006/main">
            <a:r>
              <a:t>  "classification": "ATLAS_C / CONCEPTUAL / CL04 / Historical admission remains source-bound",</a:t>
            </a:r>
          </a:p>
          <a:p xmlns:a="http://schemas.openxmlformats.org/drawingml/2006/main">
            <a:r>
              <a:t>  "source": "presentation/slides.json",</a:t>
            </a:r>
          </a:p>
          <a:p xmlns:a="http://schemas.openxmlformats.org/drawingml/2006/main">
            <a:r>
              <a:t>  "local_route": "../CONTRIBUTIONS.md",</a:t>
            </a:r>
          </a:p>
          <a:p xmlns:a="http://schemas.openxmlformats.org/drawingml/2006/main">
            <a:r>
              <a:t>  "technical_basis": "2e965ecb18e545e428380eb8e9aa5a7037a388be",</a:t>
            </a:r>
          </a:p>
          <a:p xmlns:a="http://schemas.openxmlformats.org/drawingml/2006/main">
            <a:r>
              <a:t>  "claim_ids": [</a:t>
            </a:r>
          </a:p>
          <a:p xmlns:a="http://schemas.openxmlformats.org/drawingml/2006/main">
            <a:r>
              <a:t>    "CL04"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"entity_ids": [</a:t>
            </a:r>
          </a:p>
          <a:p xmlns:a="http://schemas.openxmlformats.org/drawingml/2006/main">
            <a:r>
              <a:t>    "KIT",</a:t>
            </a:r>
          </a:p>
          <a:p xmlns:a="http://schemas.openxmlformats.org/drawingml/2006/main">
            <a:r>
              <a:t>    "WHAT",</a:t>
            </a:r>
          </a:p>
          <a:p xmlns:a="http://schemas.openxmlformats.org/drawingml/2006/main">
            <a:r>
              <a:t>    "CANDIDATE",</a:t>
            </a:r>
          </a:p>
          <a:p xmlns:a="http://schemas.openxmlformats.org/drawingml/2006/main">
            <a:r>
              <a:t>    "EXAMINER",</a:t>
            </a:r>
          </a:p>
          <a:p xmlns:a="http://schemas.openxmlformats.org/drawingml/2006/main">
            <a:r>
              <a:t>    "SOURCE_ADMISSION",</a:t>
            </a:r>
          </a:p>
          <a:p xmlns:a="http://schemas.openxmlformats.org/drawingml/2006/main">
            <a:r>
              <a:t>    "READER"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"technical_sources": [</a:t>
            </a:r>
          </a:p>
          <a:p xmlns:a="http://schemas.openxmlformats.org/drawingml/2006/main">
            <a:r>
              <a:t>    "docs/gate5_authoring_kit_v01/START_HERE.md",</a:t>
            </a:r>
          </a:p>
          <a:p xmlns:a="http://schemas.openxmlformats.org/drawingml/2006/main">
            <a:r>
              <a:t>    "docs/showcase/gate5_reference_v01/dossiers/A.md"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"figure_id": "ATLAS_C",</a:t>
            </a:r>
          </a:p>
          <a:p xmlns:a="http://schemas.openxmlformats.org/drawingml/2006/main">
            <a:r>
              <a:t>  "artwork": "Original bytes, conceptual/prototype scope preserved. See assets/provenance.json."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"title": "A visible fingerprint, not authority",</a:t>
            </a:r>
          </a:p>
          <a:p xmlns:a="http://schemas.openxmlformats.org/drawingml/2006/main">
            <a:r>
              <a:t>  "classification": "VISUAL_SEAL / PROTOTYPE / Existing sibling outputs; not a fresh generation",</a:t>
            </a:r>
          </a:p>
          <a:p xmlns:a="http://schemas.openxmlformats.org/drawingml/2006/main">
            <a:r>
              <a:t>  "source": "presentation/slides.json",</a:t>
            </a:r>
          </a:p>
          <a:p xmlns:a="http://schemas.openxmlformats.org/drawingml/2006/main">
            <a:r>
              <a:t>  "local_route": "../VISUAL_SEAL.md",</a:t>
            </a:r>
          </a:p>
          <a:p xmlns:a="http://schemas.openxmlformats.org/drawingml/2006/main">
            <a:r>
              <a:t>  "technical_basis": "2e965ecb18e545e428380eb8e9aa5a7037a388be",</a:t>
            </a:r>
          </a:p>
          <a:p xmlns:a="http://schemas.openxmlformats.org/drawingml/2006/main">
            <a:r>
              <a:t>  "claim_ids": [],</a:t>
            </a:r>
          </a:p>
          <a:p xmlns:a="http://schemas.openxmlformats.org/drawingml/2006/main">
            <a:r>
              <a:t>  "entity_ids": [],</a:t>
            </a:r>
          </a:p>
          <a:p xmlns:a="http://schemas.openxmlformats.org/drawingml/2006/main">
            <a:r>
              <a:t>  "technical_sources": [],</a:t>
            </a:r>
          </a:p>
          <a:p xmlns:a="http://schemas.openxmlformats.org/drawingml/2006/main">
            <a:r>
              <a:t>  "figure_id": null,</a:t>
            </a:r>
          </a:p>
          <a:p xmlns:a="http://schemas.openxmlformats.org/drawingml/2006/main">
            <a:r>
              <a:t>  "artwork": "Original bytes, conceptual/prototype scope preserved. See assets/provenance.json."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9ff2592a6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99570ffb704111" /><Relationship Type="http://schemas.openxmlformats.org/officeDocument/2006/relationships/slideLayout" Target="/ppt/slideLayouts/slideLayout1.xml" Id="Ra9a40510089a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40510089a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85f3c6181dc4d7a"/><Relationship Type="http://schemas.openxmlformats.org/officeDocument/2006/relationships/image" Target="/ppt/media/image.png" Id="Rd15ce22a1bd74916"/><Relationship Type="http://schemas.openxmlformats.org/officeDocument/2006/relationships/notesSlide" Target="/ppt/notesSlides/notesSlide1.xml" Id="R0429244560a543db"/><Relationship Id="g6b1ExactFooterLink1" Type="http://schemas.openxmlformats.org/officeDocument/2006/relationships/hyperlink" Target="../README.md" TargetMode="External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3bd398b092c4b21"/><Relationship Type="http://schemas.openxmlformats.org/officeDocument/2006/relationships/notesSlide" Target="/ppt/notesSlides/notesSlide2.xml" Id="R374bed43a4e546cc"/><Relationship Id="g6b1ExactFooterLink2" Type="http://schemas.openxmlformats.org/officeDocument/2006/relationships/hyperlink" Target="../atlas/README.md#atlas_a" TargetMode="External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5adef4ca3754bd0"/><Relationship Type="http://schemas.openxmlformats.org/officeDocument/2006/relationships/notesSlide" Target="/ppt/notesSlides/notesSlide3.xml" Id="R37c46e0d27724570"/><Relationship Id="g6b1ExactFooterLink3" Type="http://schemas.openxmlformats.org/officeDocument/2006/relationships/hyperlink" Target="../episode/FOOTBALL.md" TargetMode="External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86bb9df00ff43bb"/><Relationship Type="http://schemas.openxmlformats.org/officeDocument/2006/relationships/notesSlide" Target="/ppt/notesSlides/notesSlide4.xml" Id="Ree32d895bbac42c2"/><Relationship Id="g6b1ExactFooterLink4" Type="http://schemas.openxmlformats.org/officeDocument/2006/relationships/hyperlink" Target="../CONTRIBUTIONS.md" TargetMode="External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6a89bcd5dd14518"/><Relationship Type="http://schemas.openxmlformats.org/officeDocument/2006/relationships/image" Target="/ppt/media/image2.png" Id="R4fb2a756ba4045cd"/><Relationship Type="http://schemas.openxmlformats.org/officeDocument/2006/relationships/notesSlide" Target="/ppt/notesSlides/notesSlide5.xml" Id="R619f3e2893144828"/><Relationship Id="g6b1ExactFooterLink5" Type="http://schemas.openxmlformats.org/officeDocument/2006/relationships/hyperlink" Target="../VISUAL_SEAL.md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ource_1_0_text">
            <a:extLst xmlns:a="http://schemas.openxmlformats.org/drawingml/2006/main">
              <a:ext uri="{FF2B5EF4-FFF2-40B4-BE49-F238E27FC236}">
                <a16:creationId xmlns:a16="http://schemas.microsoft.com/office/drawing/2014/main" id="{3BFE3120-0FFB-471A-9DD0-6DB9B15A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24635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RADIOLARIA OS  /  EDITORIAL PILOT</a:t>
            </a:r>
          </a:p>
        </p:txBody>
      </p:sp>
      <p:sp>
        <p:nvSpPr>
          <p:cNvPr id="2" name="source_1_1_text">
            <a:extLst xmlns:a="http://schemas.openxmlformats.org/drawingml/2006/main">
              <a:ext uri="{FF2B5EF4-FFF2-40B4-BE49-F238E27FC236}">
                <a16:creationId xmlns:a16="http://schemas.microsoft.com/office/drawing/2014/main" id="{7A765995-3B2D-4476-ADDE-F8BFBD5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6846189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Computing, assembled around intent</a:t>
            </a:r>
          </a:p>
        </p:txBody>
      </p:sp>
      <p:sp>
        <p:nvSpPr>
          <p:cNvPr id="3" name="source_1_2_line">
            <a:extLst xmlns:a="http://schemas.openxmlformats.org/drawingml/2006/main">
              <a:ext uri="{FF2B5EF4-FFF2-40B4-BE49-F238E27FC236}">
                <a16:creationId xmlns:a16="http://schemas.microsoft.com/office/drawing/2014/main" id="{624B08DA-84CD-4A32-9E84-DDB36F5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4" name="source_1_3_text">
            <a:extLst xmlns:a="http://schemas.openxmlformats.org/drawingml/2006/main">
              <a:ext uri="{FF2B5EF4-FFF2-40B4-BE49-F238E27FC236}">
                <a16:creationId xmlns:a16="http://schemas.microsoft.com/office/drawing/2014/main" id="{B3522E06-CF56-4CC0-9EBD-8680B8CD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3190608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CL01-CL03 / Useful activity; bounded recorded example</a:t>
            </a:r>
          </a:p>
        </p:txBody>
      </p:sp>
      <p:sp>
        <p:nvSpPr>
          <p:cNvPr id="5" name="source_1_4_text">
            <a:extLst xmlns:a="http://schemas.openxmlformats.org/drawingml/2006/main">
              <a:ext uri="{FF2B5EF4-FFF2-40B4-BE49-F238E27FC236}">
                <a16:creationId xmlns:a16="http://schemas.microsoft.com/office/drawing/2014/main" id="{ABD72C74-A1ED-4FCA-A2DE-F5737E06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53175"/>
            <a:ext cx="52208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01 / 05</a:t>
            </a:r>
          </a:p>
        </p:txBody>
      </p:sp>
      <p:sp>
        <p:nvSpPr>
          <p:cNvPr id="6" name="source_1_5_link">
            <a:extLst xmlns:a="http://schemas.openxmlformats.org/drawingml/2006/main">
              <a:ext uri="{FF2B5EF4-FFF2-40B4-BE49-F238E27FC236}">
                <a16:creationId xmlns:a16="http://schemas.microsoft.com/office/drawing/2014/main" id="{A2E7D14B-4324-4F74-877F-02058CDA2828}"/>
              </a:ext>
            </a:extLst>
            <ns0:hlinkClick xmlns:ns0="http://schemas.openxmlformats.org/drawingml/2006/main" xmlns:ns1="http://schemas.openxmlformats.org/officeDocument/2006/relationships" ns1:id="g6b1ExactFooterLin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14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source_1_6_text">
            <a:extLst xmlns:a="http://schemas.openxmlformats.org/drawingml/2006/main">
              <a:ext uri="{FF2B5EF4-FFF2-40B4-BE49-F238E27FC236}">
                <a16:creationId xmlns:a16="http://schemas.microsoft.com/office/drawing/2014/main" id="{A9CDF047-2AC9-4FC7-9323-E1DA888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6036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Three football sessions.</a:t>
            </a:r>
          </a:p>
        </p:txBody>
      </p:sp>
      <p:sp>
        <p:nvSpPr>
          <p:cNvPr id="8" name="source_1_7_text">
            <a:extLst xmlns:a="http://schemas.openxmlformats.org/drawingml/2006/main">
              <a:ext uri="{FF2B5EF4-FFF2-40B4-BE49-F238E27FC236}">
                <a16:creationId xmlns:a16="http://schemas.microsoft.com/office/drawing/2014/main" id="{871D3ED7-C41C-450D-B1A9-3281B0FB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40334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Natural grass. A EUR 70 limit.</a:t>
            </a:r>
          </a:p>
        </p:txBody>
      </p:sp>
      <p:sp>
        <p:nvSpPr>
          <p:cNvPr id="9" name="source_1_8_text">
            <a:extLst xmlns:a="http://schemas.openxmlformats.org/drawingml/2006/main">
              <a:ext uri="{FF2B5EF4-FFF2-40B4-BE49-F238E27FC236}">
                <a16:creationId xmlns:a16="http://schemas.microsoft.com/office/drawing/2014/main" id="{05405D09-43ED-4D94-9DEC-E89EE85F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2096491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Compute an offer.</a:t>
            </a:r>
          </a:p>
        </p:txBody>
      </p:sp>
      <p:sp>
        <p:nvSpPr>
          <p:cNvPr id="10" name="source_1_9_text">
            <a:extLst xmlns:a="http://schemas.openxmlformats.org/drawingml/2006/main">
              <a:ext uri="{FF2B5EF4-FFF2-40B4-BE49-F238E27FC236}">
                <a16:creationId xmlns:a16="http://schemas.microsoft.com/office/drawing/2014/main" id="{37F2C381-8720-466A-B5F1-4D27146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3238652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Check it with another owner.</a:t>
            </a:r>
          </a:p>
        </p:txBody>
      </p:sp>
      <p:sp>
        <p:nvSpPr>
          <p:cNvPr id="11" name="source_1_10_text">
            <a:extLst xmlns:a="http://schemas.openxmlformats.org/drawingml/2006/main">
              <a:ext uri="{FF2B5EF4-FFF2-40B4-BE49-F238E27FC236}">
                <a16:creationId xmlns:a16="http://schemas.microsoft.com/office/drawing/2014/main" id="{E61AF75E-925E-4F2E-AA96-7320E86D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748316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Book only with separate consent.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ce22a1bd74916"/>
          <a:stretch xmlns:a="http://schemas.openxmlformats.org/drawingml/2006/main"/>
        </p:blipFill>
        <p:spPr>
          <a:xfrm xmlns:a="http://schemas.openxmlformats.org/drawingml/2006/main">
            <a:off x="6357229" y="1428750"/>
            <a:ext cx="5297317" cy="2981325"/>
          </a:xfrm>
          <a:prstGeom xmlns:a="http://schemas.openxmlformats.org/drawingml/2006/main" prst="rect">
            <a:avLst/>
          </a:prstGeom>
        </p:spPr>
      </p:pic>
      <p:sp>
        <p:nvSpPr>
          <p:cNvPr id="13" name="source_1_12_text">
            <a:extLst xmlns:a="http://schemas.openxmlformats.org/drawingml/2006/main">
              <a:ext uri="{FF2B5EF4-FFF2-40B4-BE49-F238E27FC236}">
                <a16:creationId xmlns:a16="http://schemas.microsoft.com/office/drawing/2014/main" id="{25D3C90A-64C9-44A8-AA1C-C45733A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67225"/>
            <a:ext cx="2708491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Approved conceptual artwork, not evidence.</a:t>
            </a:r>
          </a:p>
        </p:txBody>
      </p:sp>
      <p:sp>
        <p:nvSpPr>
          <p:cNvPr id="14" name="source_1_13_text">
            <a:extLst xmlns:a="http://schemas.openxmlformats.org/drawingml/2006/main">
              <a:ext uri="{FF2B5EF4-FFF2-40B4-BE49-F238E27FC236}">
                <a16:creationId xmlns:a16="http://schemas.microsoft.com/office/drawing/2014/main" id="{A3C6FB21-74CE-4F5F-9555-E4D3C175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5914434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An application execution kernel for models, code and services.</a:t>
            </a:r>
          </a:p>
        </p:txBody>
      </p:sp>
      <p:sp>
        <p:nvSpPr>
          <p:cNvPr id="15" name="source_1_14_text">
            <a:extLst xmlns:a="http://schemas.openxmlformats.org/drawingml/2006/main">
              <a:ext uri="{FF2B5EF4-FFF2-40B4-BE49-F238E27FC236}">
                <a16:creationId xmlns:a16="http://schemas.microsoft.com/office/drawing/2014/main" id="{2745B4D2-BE73-4A62-AEFF-8A4B4D1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9725"/>
            <a:ext cx="5240826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Recorded reference code. Mock effects. No new runtime campaign.</a:t>
            </a:r>
          </a:p>
        </p:txBody>
      </p:sp>
    </p:spTree>
    <p:extLst>
      <p:ext uri="{BB962C8B-B14F-4D97-AF65-F5344CB8AC3E}">
        <p14:creationId xmlns:p14="http://schemas.microsoft.com/office/powerpoint/2010/main" val="121726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ource_2_0_text">
            <a:extLst xmlns:a="http://schemas.openxmlformats.org/drawingml/2006/main">
              <a:ext uri="{FF2B5EF4-FFF2-40B4-BE49-F238E27FC236}">
                <a16:creationId xmlns:a16="http://schemas.microsoft.com/office/drawing/2014/main" id="{3D50CFE3-A1C9-48A3-89A4-35ECF5E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24635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RADIOLARIA OS  /  EDITORIAL PILOT</a:t>
            </a:r>
          </a:p>
        </p:txBody>
      </p:sp>
      <p:sp>
        <p:nvSpPr>
          <p:cNvPr id="2" name="source_2_1_text">
            <a:extLst xmlns:a="http://schemas.openxmlformats.org/drawingml/2006/main">
              <a:ext uri="{FF2B5EF4-FFF2-40B4-BE49-F238E27FC236}">
                <a16:creationId xmlns:a16="http://schemas.microsoft.com/office/drawing/2014/main" id="{90E3A3BC-E493-4A51-AB7B-635C154E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6148197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Independent owners, useful work</a:t>
            </a:r>
          </a:p>
        </p:txBody>
      </p:sp>
      <p:sp>
        <p:nvSpPr>
          <p:cNvPr id="3" name="source_2_2_line">
            <a:extLst xmlns:a="http://schemas.openxmlformats.org/drawingml/2006/main">
              <a:ext uri="{FF2B5EF4-FFF2-40B4-BE49-F238E27FC236}">
                <a16:creationId xmlns:a16="http://schemas.microsoft.com/office/drawing/2014/main" id="{C9B61A86-D0F7-4907-A5F7-DFDCDD3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4" name="source_2_3_text">
            <a:extLst xmlns:a="http://schemas.openxmlformats.org/drawingml/2006/main">
              <a:ext uri="{FF2B5EF4-FFF2-40B4-BE49-F238E27FC236}">
                <a16:creationId xmlns:a16="http://schemas.microsoft.com/office/drawing/2014/main" id="{83099D46-0ED2-4C71-8D5E-6988B386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2894543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ATLAS_A / CONCEPTUAL / CL01 / No SuperRoot</a:t>
            </a:r>
          </a:p>
        </p:txBody>
      </p:sp>
      <p:sp>
        <p:nvSpPr>
          <p:cNvPr id="5" name="source_2_4_text">
            <a:extLst xmlns:a="http://schemas.openxmlformats.org/drawingml/2006/main">
              <a:ext uri="{FF2B5EF4-FFF2-40B4-BE49-F238E27FC236}">
                <a16:creationId xmlns:a16="http://schemas.microsoft.com/office/drawing/2014/main" id="{36F0D933-FE07-4452-8C45-10AA4B14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53175"/>
            <a:ext cx="52208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02 / 05</a:t>
            </a:r>
          </a:p>
        </p:txBody>
      </p:sp>
      <p:sp>
        <p:nvSpPr>
          <p:cNvPr id="6" name="source_2_5_link">
            <a:extLst xmlns:a="http://schemas.openxmlformats.org/drawingml/2006/main">
              <a:ext uri="{FF2B5EF4-FFF2-40B4-BE49-F238E27FC236}">
                <a16:creationId xmlns:a16="http://schemas.microsoft.com/office/drawing/2014/main" id="{8F036187-A681-44A6-9CC5-03CC22A1E523}"/>
              </a:ext>
            </a:extLst>
            <ns0:hlinkClick xmlns:ns0="http://schemas.openxmlformats.org/drawingml/2006/main" xmlns:ns1="http://schemas.openxmlformats.org/officeDocument/2006/relationships" ns1:id="g6b1ExactFooterLin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14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source_2_6_text">
            <a:extLst xmlns:a="http://schemas.openxmlformats.org/drawingml/2006/main">
              <a:ext uri="{FF2B5EF4-FFF2-40B4-BE49-F238E27FC236}">
                <a16:creationId xmlns:a16="http://schemas.microsoft.com/office/drawing/2014/main" id="{0D3AAC2F-7D16-4CA6-98D5-6FCBD59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43025"/>
            <a:ext cx="7590453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 user or event supplies an intention; semantic proposals are not permission.</a:t>
            </a:r>
          </a:p>
        </p:txBody>
      </p:sp>
      <p:sp>
        <p:nvSpPr>
          <p:cNvPr id="8" name="source_2_7_text">
            <a:extLst xmlns:a="http://schemas.openxmlformats.org/drawingml/2006/main">
              <a:ext uri="{FF2B5EF4-FFF2-40B4-BE49-F238E27FC236}">
                <a16:creationId xmlns:a16="http://schemas.microsoft.com/office/drawing/2014/main" id="{F09015D6-7BB1-47A5-BD5F-0CF90BA3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572216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VenueRoot</a:t>
            </a:r>
          </a:p>
        </p:txBody>
      </p:sp>
      <p:sp>
        <p:nvSpPr>
          <p:cNvPr id="9" name="source_2_8_text">
            <a:extLst xmlns:a="http://schemas.openxmlformats.org/drawingml/2006/main">
              <a:ext uri="{FF2B5EF4-FFF2-40B4-BE49-F238E27FC236}">
                <a16:creationId xmlns:a16="http://schemas.microsoft.com/office/drawing/2014/main" id="{A1A3EF2F-630B-4C27-A8DC-EF10784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76425"/>
            <a:ext cx="2401167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ActivePlanetRoot</a:t>
            </a:r>
          </a:p>
        </p:txBody>
      </p:sp>
      <p:sp>
        <p:nvSpPr>
          <p:cNvPr id="10" name="source_2_9_line">
            <a:extLst xmlns:a="http://schemas.openxmlformats.org/drawingml/2006/main">
              <a:ext uri="{FF2B5EF4-FFF2-40B4-BE49-F238E27FC236}">
                <a16:creationId xmlns:a16="http://schemas.microsoft.com/office/drawing/2014/main" id="{42E29040-D16A-4163-8CFB-C914916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" y="234315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11" name="source_2_10_line">
            <a:extLst xmlns:a="http://schemas.openxmlformats.org/drawingml/2006/main">
              <a:ext uri="{FF2B5EF4-FFF2-40B4-BE49-F238E27FC236}">
                <a16:creationId xmlns:a16="http://schemas.microsoft.com/office/drawing/2014/main" id="{332497D8-FCEB-4CB0-B9DD-61D40213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96100" y="234315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12" name="source_2_11_text">
            <a:extLst xmlns:a="http://schemas.openxmlformats.org/drawingml/2006/main">
              <a:ext uri="{FF2B5EF4-FFF2-40B4-BE49-F238E27FC236}">
                <a16:creationId xmlns:a16="http://schemas.microsoft.com/office/drawing/2014/main" id="{649CF0DF-5889-4512-872B-EAD556E6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457042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Bounded code computes availability</a:t>
            </a:r>
          </a:p>
        </p:txBody>
      </p:sp>
      <p:sp>
        <p:nvSpPr>
          <p:cNvPr id="13" name="source_2_12_text">
            <a:extLst xmlns:a="http://schemas.openxmlformats.org/drawingml/2006/main">
              <a:ext uri="{FF2B5EF4-FFF2-40B4-BE49-F238E27FC236}">
                <a16:creationId xmlns:a16="http://schemas.microsoft.com/office/drawing/2014/main" id="{3B9336D4-5C7C-4024-BFAB-15C33404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3910927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Local Work consumes checked evidence</a:t>
            </a:r>
          </a:p>
        </p:txBody>
      </p:sp>
      <p:sp>
        <p:nvSpPr>
          <p:cNvPr id="14" name="source_2_13_text">
            <a:extLst xmlns:a="http://schemas.openxmlformats.org/drawingml/2006/main">
              <a:ext uri="{FF2B5EF4-FFF2-40B4-BE49-F238E27FC236}">
                <a16:creationId xmlns:a16="http://schemas.microsoft.com/office/drawing/2014/main" id="{234C867E-05C5-4DF8-AECB-E50F3CF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926785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Local Root reviews the result</a:t>
            </a:r>
          </a:p>
        </p:txBody>
      </p:sp>
      <p:sp>
        <p:nvSpPr>
          <p:cNvPr id="15" name="source_2_14_text">
            <a:extLst xmlns:a="http://schemas.openxmlformats.org/drawingml/2006/main">
              <a:ext uri="{FF2B5EF4-FFF2-40B4-BE49-F238E27FC236}">
                <a16:creationId xmlns:a16="http://schemas.microsoft.com/office/drawing/2014/main" id="{30CB8FE1-5E9A-44CE-B252-28CDFD9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2817247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Its own Root decides locally</a:t>
            </a:r>
          </a:p>
        </p:txBody>
      </p:sp>
      <p:sp>
        <p:nvSpPr>
          <p:cNvPr id="16" name="source_2_15_line">
            <a:extLst xmlns:a="http://schemas.openxmlformats.org/drawingml/2006/main">
              <a:ext uri="{FF2B5EF4-FFF2-40B4-BE49-F238E27FC236}">
                <a16:creationId xmlns:a16="http://schemas.microsoft.com/office/drawing/2014/main" id="{6640FFF7-12D7-49EF-B369-6FD89FB2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0175" y="3133725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7" name="source_2_16_line">
            <a:extLst xmlns:a="http://schemas.openxmlformats.org/drawingml/2006/main">
              <a:ext uri="{FF2B5EF4-FFF2-40B4-BE49-F238E27FC236}">
                <a16:creationId xmlns:a16="http://schemas.microsoft.com/office/drawing/2014/main" id="{64460EE7-C1E6-4B83-B5C3-F26E23E6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86550" y="30861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8" name="source_2_17_line">
            <a:extLst xmlns:a="http://schemas.openxmlformats.org/drawingml/2006/main">
              <a:ext uri="{FF2B5EF4-FFF2-40B4-BE49-F238E27FC236}">
                <a16:creationId xmlns:a16="http://schemas.microsoft.com/office/drawing/2014/main" id="{E80F7693-1B51-49FC-94B1-B3EA75FA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86550" y="313372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9" name="source_2_18_text">
            <a:extLst xmlns:a="http://schemas.openxmlformats.org/drawingml/2006/main">
              <a:ext uri="{FF2B5EF4-FFF2-40B4-BE49-F238E27FC236}">
                <a16:creationId xmlns:a16="http://schemas.microsoft.com/office/drawing/2014/main" id="{01CC7092-B493-4963-894F-A8B84A5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104" y="2743200"/>
            <a:ext cx="444541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DATA</a:t>
            </a:r>
          </a:p>
        </p:txBody>
      </p:sp>
      <p:sp>
        <p:nvSpPr>
          <p:cNvPr id="20" name="source_2_19_text">
            <a:extLst xmlns:a="http://schemas.openxmlformats.org/drawingml/2006/main">
              <a:ext uri="{FF2B5EF4-FFF2-40B4-BE49-F238E27FC236}">
                <a16:creationId xmlns:a16="http://schemas.microsoft.com/office/drawing/2014/main" id="{F52EBC57-69DF-47A5-8A58-C07B4C2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3560064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PERMISSION: current packet -&gt; Firewall</a:t>
            </a:r>
          </a:p>
        </p:txBody>
      </p:sp>
      <p:sp>
        <p:nvSpPr>
          <p:cNvPr id="21" name="source_2_20_text">
            <a:extLst xmlns:a="http://schemas.openxmlformats.org/drawingml/2006/main">
              <a:ext uri="{FF2B5EF4-FFF2-40B4-BE49-F238E27FC236}">
                <a16:creationId xmlns:a16="http://schemas.microsoft.com/office/drawing/2014/main" id="{592BEB39-B1DB-4982-9ECB-64935B75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9525"/>
            <a:ext cx="3316853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Foreign approval is not permission</a:t>
            </a:r>
          </a:p>
        </p:txBody>
      </p:sp>
      <p:sp>
        <p:nvSpPr>
          <p:cNvPr id="22" name="source_2_21_text">
            <a:extLst xmlns:a="http://schemas.openxmlformats.org/drawingml/2006/main">
              <a:ext uri="{FF2B5EF4-FFF2-40B4-BE49-F238E27FC236}">
                <a16:creationId xmlns:a16="http://schemas.microsoft.com/office/drawing/2014/main" id="{2A9AD80A-02D0-4D18-B157-3ECB3824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671697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EXECUTION: separately authorized effect</a:t>
            </a:r>
          </a:p>
        </p:txBody>
      </p:sp>
      <p:sp>
        <p:nvSpPr>
          <p:cNvPr id="23" name="source_2_22_text">
            <a:extLst xmlns:a="http://schemas.openxmlformats.org/drawingml/2006/main">
              <a:ext uri="{FF2B5EF4-FFF2-40B4-BE49-F238E27FC236}">
                <a16:creationId xmlns:a16="http://schemas.microsoft.com/office/drawing/2014/main" id="{F9BD291F-CB06-4721-9F8F-4EE7E15C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2919794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No write access to venue registry</a:t>
            </a:r>
          </a:p>
        </p:txBody>
      </p:sp>
      <p:sp>
        <p:nvSpPr>
          <p:cNvPr id="24" name="source_2_23_text">
            <a:extLst xmlns:a="http://schemas.openxmlformats.org/drawingml/2006/main">
              <a:ext uri="{FF2B5EF4-FFF2-40B4-BE49-F238E27FC236}">
                <a16:creationId xmlns:a16="http://schemas.microsoft.com/office/drawing/2014/main" id="{13B2780E-E2B8-43CB-8558-4E58E7F3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7577747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Time and local memory inform each decision; neither retains action authority.</a:t>
            </a:r>
          </a:p>
        </p:txBody>
      </p:sp>
      <p:sp>
        <p:nvSpPr>
          <p:cNvPr id="25" name="source_2_24_text">
            <a:extLst xmlns:a="http://schemas.openxmlformats.org/drawingml/2006/main">
              <a:ext uri="{FF2B5EF4-FFF2-40B4-BE49-F238E27FC236}">
                <a16:creationId xmlns:a16="http://schemas.microsoft.com/office/drawing/2014/main" id="{F5E39774-BE3A-4F9B-B4EA-B2216866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6621799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Typed Work can compose child Work. Runtime owns topology, not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872087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ource_3_0_text">
            <a:extLst xmlns:a="http://schemas.openxmlformats.org/drawingml/2006/main">
              <a:ext uri="{FF2B5EF4-FFF2-40B4-BE49-F238E27FC236}">
                <a16:creationId xmlns:a16="http://schemas.microsoft.com/office/drawing/2014/main" id="{F9174DBC-62F8-47FE-B48F-6D8B6B2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24635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RADIOLARIA OS  /  EDITORIAL PILOT</a:t>
            </a:r>
          </a:p>
        </p:txBody>
      </p:sp>
      <p:sp>
        <p:nvSpPr>
          <p:cNvPr id="2" name="source_3_1_text">
            <a:extLst xmlns:a="http://schemas.openxmlformats.org/drawingml/2006/main">
              <a:ext uri="{FF2B5EF4-FFF2-40B4-BE49-F238E27FC236}">
                <a16:creationId xmlns:a16="http://schemas.microsoft.com/office/drawing/2014/main" id="{C545A938-8E54-48DA-AE21-A2CC4E4D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703783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 result crosses; permission does not</a:t>
            </a:r>
          </a:p>
        </p:txBody>
      </p:sp>
      <p:sp>
        <p:nvSpPr>
          <p:cNvPr id="3" name="source_3_2_line">
            <a:extLst xmlns:a="http://schemas.openxmlformats.org/drawingml/2006/main">
              <a:ext uri="{FF2B5EF4-FFF2-40B4-BE49-F238E27FC236}">
                <a16:creationId xmlns:a16="http://schemas.microsoft.com/office/drawing/2014/main" id="{12FF683A-A293-4238-A6DA-16ACA74E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4" name="source_3_3_text">
            <a:extLst xmlns:a="http://schemas.openxmlformats.org/drawingml/2006/main">
              <a:ext uri="{FF2B5EF4-FFF2-40B4-BE49-F238E27FC236}">
                <a16:creationId xmlns:a16="http://schemas.microsoft.com/office/drawing/2014/main" id="{850DD8A9-6F34-47CC-A4CB-AAA02D8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817793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ATLAS_B / RECORDED_EXECUTION / CL02-CL03 / G54D1 main + revoked_source</a:t>
            </a:r>
          </a:p>
        </p:txBody>
      </p:sp>
      <p:sp>
        <p:nvSpPr>
          <p:cNvPr id="5" name="source_3_4_text">
            <a:extLst xmlns:a="http://schemas.openxmlformats.org/drawingml/2006/main">
              <a:ext uri="{FF2B5EF4-FFF2-40B4-BE49-F238E27FC236}">
                <a16:creationId xmlns:a16="http://schemas.microsoft.com/office/drawing/2014/main" id="{AF285723-8594-41F7-A4CA-65C20624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53175"/>
            <a:ext cx="52208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03 / 05</a:t>
            </a:r>
          </a:p>
        </p:txBody>
      </p:sp>
      <p:sp>
        <p:nvSpPr>
          <p:cNvPr id="6" name="source_3_5_link">
            <a:extLst xmlns:a="http://schemas.openxmlformats.org/drawingml/2006/main">
              <a:ext uri="{FF2B5EF4-FFF2-40B4-BE49-F238E27FC236}">
                <a16:creationId xmlns:a16="http://schemas.microsoft.com/office/drawing/2014/main" id="{0DBF8755-D3FE-4B18-B013-EC65585EC931}"/>
              </a:ext>
            </a:extLst>
            <ns0:hlinkClick xmlns:ns0="http://schemas.openxmlformats.org/drawingml/2006/main" xmlns:ns1="http://schemas.openxmlformats.org/officeDocument/2006/relationships" ns1:id="g6b1ExactFooterLin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14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source_3_6_text">
            <a:extLst xmlns:a="http://schemas.openxmlformats.org/drawingml/2006/main">
              <a:ext uri="{FF2B5EF4-FFF2-40B4-BE49-F238E27FC236}">
                <a16:creationId xmlns:a16="http://schemas.microsoft.com/office/drawing/2014/main" id="{1B9A75CC-94FF-452E-AE5B-82BA666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2559177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E: computed offer</a:t>
            </a:r>
          </a:p>
        </p:txBody>
      </p:sp>
      <p:sp>
        <p:nvSpPr>
          <p:cNvPr id="8" name="source_3_7_text">
            <a:extLst xmlns:a="http://schemas.openxmlformats.org/drawingml/2006/main">
              <a:ext uri="{FF2B5EF4-FFF2-40B4-BE49-F238E27FC236}">
                <a16:creationId xmlns:a16="http://schemas.microsoft.com/office/drawing/2014/main" id="{DE1A1064-25D5-4DBF-88B5-163F172B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222656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VenueRoot native Work</a:t>
            </a:r>
          </a:p>
        </p:txBody>
      </p:sp>
      <p:sp>
        <p:nvSpPr>
          <p:cNvPr id="9" name="source_3_8_line">
            <a:extLst xmlns:a="http://schemas.openxmlformats.org/drawingml/2006/main">
              <a:ext uri="{FF2B5EF4-FFF2-40B4-BE49-F238E27FC236}">
                <a16:creationId xmlns:a16="http://schemas.microsoft.com/office/drawing/2014/main" id="{92956CC9-B724-4C95-82D9-5591FA3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264795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10" name="source_3_9_text">
            <a:extLst xmlns:a="http://schemas.openxmlformats.org/drawingml/2006/main">
              <a:ext uri="{FF2B5EF4-FFF2-40B4-BE49-F238E27FC236}">
                <a16:creationId xmlns:a16="http://schemas.microsoft.com/office/drawing/2014/main" id="{708466EB-6A89-4D26-BD5E-CB32165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43075"/>
            <a:ext cx="2194274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B: source body</a:t>
            </a:r>
          </a:p>
        </p:txBody>
      </p:sp>
      <p:sp>
        <p:nvSpPr>
          <p:cNvPr id="11" name="source_3_10_text">
            <a:extLst xmlns:a="http://schemas.openxmlformats.org/drawingml/2006/main">
              <a:ext uri="{FF2B5EF4-FFF2-40B4-BE49-F238E27FC236}">
                <a16:creationId xmlns:a16="http://schemas.microsoft.com/office/drawing/2014/main" id="{ACDF1289-FAD6-4B31-A174-89C1435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27617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Offer + Work/review refs</a:t>
            </a:r>
          </a:p>
        </p:txBody>
      </p:sp>
      <p:sp>
        <p:nvSpPr>
          <p:cNvPr id="12" name="source_3_11_line">
            <a:extLst xmlns:a="http://schemas.openxmlformats.org/drawingml/2006/main">
              <a:ext uri="{FF2B5EF4-FFF2-40B4-BE49-F238E27FC236}">
                <a16:creationId xmlns:a16="http://schemas.microsoft.com/office/drawing/2014/main" id="{2E7E3115-C36F-4AA9-B345-9F7AF01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264795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13" name="source_3_12_text">
            <a:extLst xmlns:a="http://schemas.openxmlformats.org/drawingml/2006/main">
              <a:ext uri="{FF2B5EF4-FFF2-40B4-BE49-F238E27FC236}">
                <a16:creationId xmlns:a16="http://schemas.microsoft.com/office/drawing/2014/main" id="{9100552E-AC9C-47A1-8B85-451CD76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43075"/>
            <a:ext cx="2718054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C: local Work input</a:t>
            </a:r>
          </a:p>
        </p:txBody>
      </p:sp>
      <p:sp>
        <p:nvSpPr>
          <p:cNvPr id="14" name="source_3_13_text">
            <a:extLst xmlns:a="http://schemas.openxmlformats.org/drawingml/2006/main">
              <a:ext uri="{FF2B5EF4-FFF2-40B4-BE49-F238E27FC236}">
                <a16:creationId xmlns:a16="http://schemas.microsoft.com/office/drawing/2014/main" id="{522D150E-530B-4600-8D90-AF2C80B1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61561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ActivePlanetRoot consumes</a:t>
            </a:r>
          </a:p>
        </p:txBody>
      </p:sp>
      <p:sp>
        <p:nvSpPr>
          <p:cNvPr id="15" name="source_3_14_line">
            <a:extLst xmlns:a="http://schemas.openxmlformats.org/drawingml/2006/main">
              <a:ext uri="{FF2B5EF4-FFF2-40B4-BE49-F238E27FC236}">
                <a16:creationId xmlns:a16="http://schemas.microsoft.com/office/drawing/2014/main" id="{F7D5512D-5C98-48DF-BA9F-B54FD763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0100" y="264795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16" name="source_3_15_line">
            <a:extLst xmlns:a="http://schemas.openxmlformats.org/drawingml/2006/main">
              <a:ext uri="{FF2B5EF4-FFF2-40B4-BE49-F238E27FC236}">
                <a16:creationId xmlns:a16="http://schemas.microsoft.com/office/drawing/2014/main" id="{DBFE8D07-3CCD-478A-BEDD-360AC43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201930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7" name="source_3_16_line">
            <a:extLst xmlns:a="http://schemas.openxmlformats.org/drawingml/2006/main">
              <a:ext uri="{FF2B5EF4-FFF2-40B4-BE49-F238E27FC236}">
                <a16:creationId xmlns:a16="http://schemas.microsoft.com/office/drawing/2014/main" id="{3F3463EF-EC51-4625-AA3F-5959970C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10050" y="19716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8" name="source_3_17_line">
            <a:extLst xmlns:a="http://schemas.openxmlformats.org/drawingml/2006/main">
              <a:ext uri="{FF2B5EF4-FFF2-40B4-BE49-F238E27FC236}">
                <a16:creationId xmlns:a16="http://schemas.microsoft.com/office/drawing/2014/main" id="{6272C72A-DC28-42F9-8CF2-AE696FC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10050" y="20193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9" name="source_3_18_text">
            <a:extLst xmlns:a="http://schemas.openxmlformats.org/drawingml/2006/main">
              <a:ext uri="{FF2B5EF4-FFF2-40B4-BE49-F238E27FC236}">
                <a16:creationId xmlns:a16="http://schemas.microsoft.com/office/drawing/2014/main" id="{AA98648F-7C21-473C-90E0-EB5D9074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003" y="1628775"/>
            <a:ext cx="871118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DERIVATION</a:t>
            </a:r>
          </a:p>
        </p:txBody>
      </p:sp>
      <p:sp>
        <p:nvSpPr>
          <p:cNvPr id="20" name="source_3_19_line">
            <a:extLst xmlns:a="http://schemas.openxmlformats.org/drawingml/2006/main">
              <a:ext uri="{FF2B5EF4-FFF2-40B4-BE49-F238E27FC236}">
                <a16:creationId xmlns:a16="http://schemas.microsoft.com/office/drawing/2014/main" id="{8A7A6EEA-949F-4803-88C7-838427C6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72400" y="201930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1" name="source_3_20_line">
            <a:extLst xmlns:a="http://schemas.openxmlformats.org/drawingml/2006/main">
              <a:ext uri="{FF2B5EF4-FFF2-40B4-BE49-F238E27FC236}">
                <a16:creationId xmlns:a16="http://schemas.microsoft.com/office/drawing/2014/main" id="{32DBE523-D1EC-4B86-A860-28A29A7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19716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2" name="source_3_21_line">
            <a:extLst xmlns:a="http://schemas.openxmlformats.org/drawingml/2006/main">
              <a:ext uri="{FF2B5EF4-FFF2-40B4-BE49-F238E27FC236}">
                <a16:creationId xmlns:a16="http://schemas.microsoft.com/office/drawing/2014/main" id="{47C1677B-4631-4092-9A40-2BEA5B0B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53400" y="20193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3" name="source_3_22_text">
            <a:extLst xmlns:a="http://schemas.openxmlformats.org/drawingml/2006/main">
              <a:ext uri="{FF2B5EF4-FFF2-40B4-BE49-F238E27FC236}">
                <a16:creationId xmlns:a16="http://schemas.microsoft.com/office/drawing/2014/main" id="{EA4E6ECF-2092-44AA-A77F-E29A0760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642" y="1628775"/>
            <a:ext cx="444541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DATA</a:t>
            </a:r>
          </a:p>
        </p:txBody>
      </p:sp>
      <p:sp>
        <p:nvSpPr>
          <p:cNvPr id="24" name="source_3_23_text">
            <a:extLst xmlns:a="http://schemas.openxmlformats.org/drawingml/2006/main">
              <a:ext uri="{FF2B5EF4-FFF2-40B4-BE49-F238E27FC236}">
                <a16:creationId xmlns:a16="http://schemas.microsoft.com/office/drawing/2014/main" id="{78FDE950-62E2-4561-9FBD-FF54E73A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232637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Three natural-grass slots</a:t>
            </a:r>
          </a:p>
        </p:txBody>
      </p:sp>
      <p:sp>
        <p:nvSpPr>
          <p:cNvPr id="25" name="source_3_24_text">
            <a:extLst xmlns:a="http://schemas.openxmlformats.org/drawingml/2006/main">
              <a:ext uri="{FF2B5EF4-FFF2-40B4-BE49-F238E27FC236}">
                <a16:creationId xmlns:a16="http://schemas.microsoft.com/office/drawing/2014/main" id="{9ECCE95D-FE0F-41FA-A206-A047FE0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60246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6300 / 7000 minor EUR</a:t>
            </a:r>
          </a:p>
        </p:txBody>
      </p:sp>
      <p:sp>
        <p:nvSpPr>
          <p:cNvPr id="26" name="source_3_25_text">
            <a:extLst xmlns:a="http://schemas.openxmlformats.org/drawingml/2006/main">
              <a:ext uri="{FF2B5EF4-FFF2-40B4-BE49-F238E27FC236}">
                <a16:creationId xmlns:a16="http://schemas.microsoft.com/office/drawing/2014/main" id="{930BAE4D-EB5F-4CBA-9FA5-2193530B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60705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EUR 63 / EUR 70</a:t>
            </a:r>
          </a:p>
        </p:txBody>
      </p:sp>
      <p:sp>
        <p:nvSpPr>
          <p:cNvPr id="27" name="source_3_26_text">
            <a:extLst xmlns:a="http://schemas.openxmlformats.org/drawingml/2006/main">
              <a:ext uri="{FF2B5EF4-FFF2-40B4-BE49-F238E27FC236}">
                <a16:creationId xmlns:a16="http://schemas.microsoft.com/office/drawing/2014/main" id="{8C99876A-6482-4243-A375-385E3E8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30417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Address locates material</a:t>
            </a:r>
          </a:p>
        </p:txBody>
      </p:sp>
      <p:sp>
        <p:nvSpPr>
          <p:cNvPr id="28" name="source_3_27_text">
            <a:extLst xmlns:a="http://schemas.openxmlformats.org/drawingml/2006/main">
              <a:ext uri="{FF2B5EF4-FFF2-40B4-BE49-F238E27FC236}">
                <a16:creationId xmlns:a16="http://schemas.microsoft.com/office/drawing/2014/main" id="{C920AF98-821D-4FE0-B0A6-BEB91F3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212635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Release binds delivery</a:t>
            </a:r>
          </a:p>
        </p:txBody>
      </p:sp>
      <p:sp>
        <p:nvSpPr>
          <p:cNvPr id="29" name="source_3_28_text">
            <a:extLst xmlns:a="http://schemas.openxmlformats.org/drawingml/2006/main">
              <a:ext uri="{FF2B5EF4-FFF2-40B4-BE49-F238E27FC236}">
                <a16:creationId xmlns:a16="http://schemas.microsoft.com/office/drawing/2014/main" id="{55D6EB4C-68D2-4B36-9604-88B2283D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14855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No booking permission</a:t>
            </a:r>
          </a:p>
        </p:txBody>
      </p:sp>
      <p:sp>
        <p:nvSpPr>
          <p:cNvPr id="30" name="source_3_29_text">
            <a:extLst xmlns:a="http://schemas.openxmlformats.org/drawingml/2006/main">
              <a:ext uri="{FF2B5EF4-FFF2-40B4-BE49-F238E27FC236}">
                <a16:creationId xmlns:a16="http://schemas.microsoft.com/office/drawing/2014/main" id="{A05B3855-7B4B-40EB-8F82-4473A43B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78803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Body + current ACTIVE status</a:t>
            </a:r>
          </a:p>
        </p:txBody>
      </p:sp>
      <p:sp>
        <p:nvSpPr>
          <p:cNvPr id="31" name="source_3_30_text">
            <a:extLst xmlns:a="http://schemas.openxmlformats.org/drawingml/2006/main">
              <a:ext uri="{FF2B5EF4-FFF2-40B4-BE49-F238E27FC236}">
                <a16:creationId xmlns:a16="http://schemas.microsoft.com/office/drawing/2014/main" id="{D65C0332-A12B-4505-BBF3-5FBB11F1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177050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Local result review</a:t>
            </a:r>
          </a:p>
        </p:txBody>
      </p:sp>
      <p:sp>
        <p:nvSpPr>
          <p:cNvPr id="32" name="source_3_31_text">
            <a:extLst xmlns:a="http://schemas.openxmlformats.org/drawingml/2006/main">
              <a:ext uri="{FF2B5EF4-FFF2-40B4-BE49-F238E27FC236}">
                <a16:creationId xmlns:a16="http://schemas.microsoft.com/office/drawing/2014/main" id="{62187EB5-BDC8-48C1-8F6C-D1454A16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001412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SHIFT: zero effects</a:t>
            </a:r>
          </a:p>
        </p:txBody>
      </p:sp>
      <p:sp>
        <p:nvSpPr>
          <p:cNvPr id="33" name="source_3_32_line">
            <a:extLst xmlns:a="http://schemas.openxmlformats.org/drawingml/2006/main">
              <a:ext uri="{FF2B5EF4-FFF2-40B4-BE49-F238E27FC236}">
                <a16:creationId xmlns:a16="http://schemas.microsoft.com/office/drawing/2014/main" id="{078113B4-0863-4DD8-9B33-6C27BA78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30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34" name="source_3_33_text">
            <a:extLst xmlns:a="http://schemas.openxmlformats.org/drawingml/2006/main">
              <a:ext uri="{FF2B5EF4-FFF2-40B4-BE49-F238E27FC236}">
                <a16:creationId xmlns:a16="http://schemas.microsoft.com/office/drawing/2014/main" id="{6B518BD0-175D-4D0F-BB2F-D7DC829E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6426575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D2D32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8D2D32"/>
                </a:solidFill>
                <a:latin typeface="Nimbus Sans"/>
                <a:ea typeface="Nimbus Sans"/>
                <a:cs typeface="Nimbus Sans"/>
              </a:rPr>
              <a:t>REVOKED -&gt; status_not_active -&gt; Root BLOCKED_FAIL_CLOSED</a:t>
            </a:r>
          </a:p>
        </p:txBody>
      </p:sp>
      <p:sp>
        <p:nvSpPr>
          <p:cNvPr id="35" name="source_3_34_text">
            <a:extLst xmlns:a="http://schemas.openxmlformats.org/drawingml/2006/main">
              <a:ext uri="{FF2B5EF4-FFF2-40B4-BE49-F238E27FC236}">
                <a16:creationId xmlns:a16="http://schemas.microsoft.com/office/drawing/2014/main" id="{ED42A744-AFC2-433D-A4D3-85AB5FD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6400829" cy="23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Native reason: hard_identity_violation. No successful consumer in that branch.</a:t>
            </a:r>
          </a:p>
        </p:txBody>
      </p:sp>
      <p:sp>
        <p:nvSpPr>
          <p:cNvPr id="36" name="source_3_35_text">
            <a:extLst xmlns:a="http://schemas.openxmlformats.org/drawingml/2006/main">
              <a:ext uri="{FF2B5EF4-FFF2-40B4-BE49-F238E27FC236}">
                <a16:creationId xmlns:a16="http://schemas.microsoft.com/office/drawing/2014/main" id="{81CCFF40-A4D2-4C3E-95CE-3A8F74F7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7422985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BOOK is separate: explicit consent -&gt; VenueRoot -&gt; one mock effect + receipt.</a:t>
            </a:r>
          </a:p>
        </p:txBody>
      </p:sp>
    </p:spTree>
    <p:extLst>
      <p:ext uri="{BB962C8B-B14F-4D97-AF65-F5344CB8AC3E}">
        <p14:creationId xmlns:p14="http://schemas.microsoft.com/office/powerpoint/2010/main" val="218027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ource_4_0_text">
            <a:extLst xmlns:a="http://schemas.openxmlformats.org/drawingml/2006/main">
              <a:ext uri="{FF2B5EF4-FFF2-40B4-BE49-F238E27FC236}">
                <a16:creationId xmlns:a16="http://schemas.microsoft.com/office/drawing/2014/main" id="{B6DA9ED8-61AC-4279-A2A9-EFA1C95D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24635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RADIOLARIA OS  /  EDITORIAL PILOT</a:t>
            </a:r>
          </a:p>
        </p:txBody>
      </p:sp>
      <p:sp>
        <p:nvSpPr>
          <p:cNvPr id="2" name="source_4_1_text">
            <a:extLst xmlns:a="http://schemas.openxmlformats.org/drawingml/2006/main">
              <a:ext uri="{FF2B5EF4-FFF2-40B4-BE49-F238E27FC236}">
                <a16:creationId xmlns:a16="http://schemas.microsoft.com/office/drawing/2014/main" id="{7CFAEF3F-B0C9-4068-8C2C-5EF24B9E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690981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Authorship is not runtime permission</a:t>
            </a:r>
          </a:p>
        </p:txBody>
      </p:sp>
      <p:sp>
        <p:nvSpPr>
          <p:cNvPr id="3" name="source_4_2_line">
            <a:extLst xmlns:a="http://schemas.openxmlformats.org/drawingml/2006/main">
              <a:ext uri="{FF2B5EF4-FFF2-40B4-BE49-F238E27FC236}">
                <a16:creationId xmlns:a16="http://schemas.microsoft.com/office/drawing/2014/main" id="{2AD0B24E-D6D1-42CA-AA06-592E01C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4" name="source_4_3_text">
            <a:extLst xmlns:a="http://schemas.openxmlformats.org/drawingml/2006/main">
              <a:ext uri="{FF2B5EF4-FFF2-40B4-BE49-F238E27FC236}">
                <a16:creationId xmlns:a16="http://schemas.microsoft.com/office/drawing/2014/main" id="{1EB90543-4D19-4092-B453-2E8A1685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483837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ATLAS_C / CONCEPTUAL / CL04 / Historical admission remains source-bound</a:t>
            </a:r>
          </a:p>
        </p:txBody>
      </p:sp>
      <p:sp>
        <p:nvSpPr>
          <p:cNvPr id="5" name="source_4_4_text">
            <a:extLst xmlns:a="http://schemas.openxmlformats.org/drawingml/2006/main">
              <a:ext uri="{FF2B5EF4-FFF2-40B4-BE49-F238E27FC236}">
                <a16:creationId xmlns:a16="http://schemas.microsoft.com/office/drawing/2014/main" id="{9604448F-38B9-4DC8-847C-293E9D6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53175"/>
            <a:ext cx="52208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04 / 05</a:t>
            </a:r>
          </a:p>
        </p:txBody>
      </p:sp>
      <p:sp>
        <p:nvSpPr>
          <p:cNvPr id="6" name="source_4_5_link">
            <a:extLst xmlns:a="http://schemas.openxmlformats.org/drawingml/2006/main">
              <a:ext uri="{FF2B5EF4-FFF2-40B4-BE49-F238E27FC236}">
                <a16:creationId xmlns:a16="http://schemas.microsoft.com/office/drawing/2014/main" id="{C8F1F310-1001-4008-BDB1-19CF0E2F1D53}"/>
              </a:ext>
            </a:extLst>
            <ns0:hlinkClick xmlns:ns0="http://schemas.openxmlformats.org/drawingml/2006/main" xmlns:ns1="http://schemas.openxmlformats.org/officeDocument/2006/relationships" ns1:id="g6b1ExactFooterLink4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14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source_4_6_text">
            <a:extLst xmlns:a="http://schemas.openxmlformats.org/drawingml/2006/main">
              <a:ext uri="{FF2B5EF4-FFF2-40B4-BE49-F238E27FC236}">
                <a16:creationId xmlns:a16="http://schemas.microsoft.com/office/drawing/2014/main" id="{6679CB82-AE68-4298-ADE8-ECE4D3E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104313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DESIGN TIME</a:t>
            </a:r>
          </a:p>
        </p:txBody>
      </p:sp>
      <p:sp>
        <p:nvSpPr>
          <p:cNvPr id="8" name="source_4_7_text">
            <a:extLst xmlns:a="http://schemas.openxmlformats.org/drawingml/2006/main">
              <a:ext uri="{FF2B5EF4-FFF2-40B4-BE49-F238E27FC236}">
                <a16:creationId xmlns:a16="http://schemas.microsoft.com/office/drawing/2014/main" id="{1D186E24-66CD-4397-8431-ED95130C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807283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HOW + WHAT</a:t>
            </a:r>
          </a:p>
        </p:txBody>
      </p:sp>
      <p:sp>
        <p:nvSpPr>
          <p:cNvPr id="9" name="source_4_8_text">
            <a:extLst xmlns:a="http://schemas.openxmlformats.org/drawingml/2006/main">
              <a:ext uri="{FF2B5EF4-FFF2-40B4-BE49-F238E27FC236}">
                <a16:creationId xmlns:a16="http://schemas.microsoft.com/office/drawing/2014/main" id="{9D8D33DB-13F1-484F-AD44-6E037B4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59273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Public interfaces and task</a:t>
            </a:r>
          </a:p>
        </p:txBody>
      </p:sp>
      <p:sp>
        <p:nvSpPr>
          <p:cNvPr id="10" name="source_4_9_text">
            <a:extLst xmlns:a="http://schemas.openxmlformats.org/drawingml/2006/main">
              <a:ext uri="{FF2B5EF4-FFF2-40B4-BE49-F238E27FC236}">
                <a16:creationId xmlns:a16="http://schemas.microsoft.com/office/drawing/2014/main" id="{C44F9306-4EE8-415D-BC3C-300FDEE9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19300"/>
            <a:ext cx="1357484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Candidate</a:t>
            </a:r>
          </a:p>
        </p:txBody>
      </p:sp>
      <p:sp>
        <p:nvSpPr>
          <p:cNvPr id="11" name="source_4_10_text">
            <a:extLst xmlns:a="http://schemas.openxmlformats.org/drawingml/2006/main">
              <a:ext uri="{FF2B5EF4-FFF2-40B4-BE49-F238E27FC236}">
                <a16:creationId xmlns:a16="http://schemas.microsoft.com/office/drawing/2014/main" id="{9FD0F435-F918-481A-91A5-F43DE461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1419254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Authored program</a:t>
            </a:r>
          </a:p>
        </p:txBody>
      </p:sp>
      <p:sp>
        <p:nvSpPr>
          <p:cNvPr id="12" name="source_4_11_text">
            <a:extLst xmlns:a="http://schemas.openxmlformats.org/drawingml/2006/main">
              <a:ext uri="{FF2B5EF4-FFF2-40B4-BE49-F238E27FC236}">
                <a16:creationId xmlns:a16="http://schemas.microsoft.com/office/drawing/2014/main" id="{37DC44C4-E2D8-4F64-9405-CFEA316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372296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Independent exam</a:t>
            </a:r>
          </a:p>
        </p:txBody>
      </p:sp>
      <p:sp>
        <p:nvSpPr>
          <p:cNvPr id="13" name="source_4_12_text">
            <a:extLst xmlns:a="http://schemas.openxmlformats.org/drawingml/2006/main">
              <a:ext uri="{FF2B5EF4-FFF2-40B4-BE49-F238E27FC236}">
                <a16:creationId xmlns:a16="http://schemas.microsoft.com/office/drawing/2014/main" id="{0E9ECFE0-C6E5-4F0F-AB6E-AE1CC90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725292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Own inputs and oracle</a:t>
            </a:r>
          </a:p>
        </p:txBody>
      </p:sp>
      <p:sp>
        <p:nvSpPr>
          <p:cNvPr id="14" name="source_4_13_text">
            <a:extLst xmlns:a="http://schemas.openxmlformats.org/drawingml/2006/main">
              <a:ext uri="{FF2B5EF4-FFF2-40B4-BE49-F238E27FC236}">
                <a16:creationId xmlns:a16="http://schemas.microsoft.com/office/drawing/2014/main" id="{89DF65E9-7C0A-4361-AB87-EC0B8C9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19300"/>
            <a:ext cx="1428979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Admission</a:t>
            </a:r>
          </a:p>
        </p:txBody>
      </p:sp>
      <p:sp>
        <p:nvSpPr>
          <p:cNvPr id="15" name="source_4_14_text">
            <a:extLst xmlns:a="http://schemas.openxmlformats.org/drawingml/2006/main">
              <a:ext uri="{FF2B5EF4-FFF2-40B4-BE49-F238E27FC236}">
                <a16:creationId xmlns:a16="http://schemas.microsoft.com/office/drawing/2014/main" id="{AFD82759-0BF9-427B-939F-393EB9DE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356103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Reviewed source</a:t>
            </a:r>
          </a:p>
        </p:txBody>
      </p:sp>
      <p:sp>
        <p:nvSpPr>
          <p:cNvPr id="16" name="source_4_15_line">
            <a:extLst xmlns:a="http://schemas.openxmlformats.org/drawingml/2006/main">
              <a:ext uri="{FF2B5EF4-FFF2-40B4-BE49-F238E27FC236}">
                <a16:creationId xmlns:a16="http://schemas.microsoft.com/office/drawing/2014/main" id="{DE0441A9-D711-4246-A09A-10FAEDA2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14650" y="22098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7" name="source_4_16_line">
            <a:extLst xmlns:a="http://schemas.openxmlformats.org/drawingml/2006/main">
              <a:ext uri="{FF2B5EF4-FFF2-40B4-BE49-F238E27FC236}">
                <a16:creationId xmlns:a16="http://schemas.microsoft.com/office/drawing/2014/main" id="{1E7B5F05-47E6-420B-8158-CF0DD0D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90900" y="21621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8" name="source_4_17_line">
            <a:extLst xmlns:a="http://schemas.openxmlformats.org/drawingml/2006/main">
              <a:ext uri="{FF2B5EF4-FFF2-40B4-BE49-F238E27FC236}">
                <a16:creationId xmlns:a16="http://schemas.microsoft.com/office/drawing/2014/main" id="{CB1531AA-6F5C-4F18-8404-B2F913B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90900" y="22098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19" name="source_4_18_text">
            <a:extLst xmlns:a="http://schemas.openxmlformats.org/drawingml/2006/main">
              <a:ext uri="{FF2B5EF4-FFF2-40B4-BE49-F238E27FC236}">
                <a16:creationId xmlns:a16="http://schemas.microsoft.com/office/drawing/2014/main" id="{05416F3F-FB24-4FE8-9A74-958E4F9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31" y="1819275"/>
            <a:ext cx="1662113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DOCUMENT_REFERENCE</a:t>
            </a:r>
          </a:p>
        </p:txBody>
      </p:sp>
      <p:sp>
        <p:nvSpPr>
          <p:cNvPr id="20" name="source_4_19_line">
            <a:extLst xmlns:a="http://schemas.openxmlformats.org/drawingml/2006/main">
              <a:ext uri="{FF2B5EF4-FFF2-40B4-BE49-F238E27FC236}">
                <a16:creationId xmlns:a16="http://schemas.microsoft.com/office/drawing/2014/main" id="{ADE5118F-89AC-4F25-9BB5-18445E46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57850" y="22098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1" name="source_4_20_line">
            <a:extLst xmlns:a="http://schemas.openxmlformats.org/drawingml/2006/main">
              <a:ext uri="{FF2B5EF4-FFF2-40B4-BE49-F238E27FC236}">
                <a16:creationId xmlns:a16="http://schemas.microsoft.com/office/drawing/2014/main" id="{4A9959FC-BE65-47D9-9902-B503DA09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05525" y="21621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2" name="source_4_21_line">
            <a:extLst xmlns:a="http://schemas.openxmlformats.org/drawingml/2006/main">
              <a:ext uri="{FF2B5EF4-FFF2-40B4-BE49-F238E27FC236}">
                <a16:creationId xmlns:a16="http://schemas.microsoft.com/office/drawing/2014/main" id="{DA0D6E3A-B736-4384-869C-97D35474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05525" y="22098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3" name="source_4_22_text">
            <a:extLst xmlns:a="http://schemas.openxmlformats.org/drawingml/2006/main">
              <a:ext uri="{FF2B5EF4-FFF2-40B4-BE49-F238E27FC236}">
                <a16:creationId xmlns:a16="http://schemas.microsoft.com/office/drawing/2014/main" id="{5C456976-D445-4A99-AADD-5EDB56E7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29" y="1819275"/>
            <a:ext cx="444541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DATA</a:t>
            </a:r>
          </a:p>
        </p:txBody>
      </p:sp>
      <p:sp>
        <p:nvSpPr>
          <p:cNvPr id="24" name="source_4_23_line">
            <a:extLst xmlns:a="http://schemas.openxmlformats.org/drawingml/2006/main">
              <a:ext uri="{FF2B5EF4-FFF2-40B4-BE49-F238E27FC236}">
                <a16:creationId xmlns:a16="http://schemas.microsoft.com/office/drawing/2014/main" id="{D67B070A-D3A1-47D1-BFCF-7CECC93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82050" y="22098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5" name="source_4_24_line">
            <a:extLst xmlns:a="http://schemas.openxmlformats.org/drawingml/2006/main">
              <a:ext uri="{FF2B5EF4-FFF2-40B4-BE49-F238E27FC236}">
                <a16:creationId xmlns:a16="http://schemas.microsoft.com/office/drawing/2014/main" id="{99E9C8B1-CB70-42E4-B2EB-AE949242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48775" y="2162175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6" name="source_4_25_line">
            <a:extLst xmlns:a="http://schemas.openxmlformats.org/drawingml/2006/main">
              <a:ext uri="{FF2B5EF4-FFF2-40B4-BE49-F238E27FC236}">
                <a16:creationId xmlns:a16="http://schemas.microsoft.com/office/drawing/2014/main" id="{30C0392B-C763-40B1-A640-BB2EDE95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248775" y="2209800"/>
            <a:ext cx="85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1E3"/>
            </a:solidFill>
          </a:ln>
        </p:spPr>
      </p:sp>
      <p:sp>
        <p:nvSpPr>
          <p:cNvPr id="27" name="source_4_26_text">
            <a:extLst xmlns:a="http://schemas.openxmlformats.org/drawingml/2006/main">
              <a:ext uri="{FF2B5EF4-FFF2-40B4-BE49-F238E27FC236}">
                <a16:creationId xmlns:a16="http://schemas.microsoft.com/office/drawing/2014/main" id="{18418EB2-0F9F-4277-827B-3ED4390D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632" y="1819275"/>
            <a:ext cx="795585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PROPOSAL</a:t>
            </a:r>
          </a:p>
        </p:txBody>
      </p:sp>
      <p:sp>
        <p:nvSpPr>
          <p:cNvPr id="28" name="source_4_27_text">
            <a:extLst xmlns:a="http://schemas.openxmlformats.org/drawingml/2006/main">
              <a:ext uri="{FF2B5EF4-FFF2-40B4-BE49-F238E27FC236}">
                <a16:creationId xmlns:a16="http://schemas.microsoft.com/office/drawing/2014/main" id="{168B0A33-B5FB-4443-B897-B211865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33725"/>
            <a:ext cx="704969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G54D1 continued an existing lineage with authorized correction 4.</a:t>
            </a:r>
          </a:p>
        </p:txBody>
      </p:sp>
      <p:sp>
        <p:nvSpPr>
          <p:cNvPr id="29" name="source_4_28_text">
            <a:extLst xmlns:a="http://schemas.openxmlformats.org/drawingml/2006/main">
              <a:ext uri="{FF2B5EF4-FFF2-40B4-BE49-F238E27FC236}">
                <a16:creationId xmlns:a16="http://schemas.microsoft.com/office/drawing/2014/main" id="{7BE424B4-5EF4-4C67-AFDA-417A79A5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684014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G54B1 and G54D remain INCOMPLETE. This was not one-shot authorship.</a:t>
            </a:r>
          </a:p>
        </p:txBody>
      </p:sp>
      <p:sp>
        <p:nvSpPr>
          <p:cNvPr id="30" name="source_4_29_line">
            <a:extLst xmlns:a="http://schemas.openxmlformats.org/drawingml/2006/main">
              <a:ext uri="{FF2B5EF4-FFF2-40B4-BE49-F238E27FC236}">
                <a16:creationId xmlns:a16="http://schemas.microsoft.com/office/drawing/2014/main" id="{62C6EAFB-8BCC-48BF-9FED-2A19248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210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31" name="source_4_30_text">
            <a:extLst xmlns:a="http://schemas.openxmlformats.org/drawingml/2006/main">
              <a:ext uri="{FF2B5EF4-FFF2-40B4-BE49-F238E27FC236}">
                <a16:creationId xmlns:a16="http://schemas.microsoft.com/office/drawing/2014/main" id="{2E1F9093-A995-413D-983F-2776D337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765096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RUNTIME</a:t>
            </a:r>
          </a:p>
        </p:txBody>
      </p:sp>
      <p:sp>
        <p:nvSpPr>
          <p:cNvPr id="32" name="source_4_31_text">
            <a:extLst xmlns:a="http://schemas.openxmlformats.org/drawingml/2006/main">
              <a:ext uri="{FF2B5EF4-FFF2-40B4-BE49-F238E27FC236}">
                <a16:creationId xmlns:a16="http://schemas.microsoft.com/office/drawing/2014/main" id="{CFA6DC5B-B5A5-4BAE-BA33-8BBC16EF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67275"/>
            <a:ext cx="7846114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New request -&gt; current sources -&gt; bounded Work -&gt; local Root -&gt; scoped effect</a:t>
            </a:r>
          </a:p>
        </p:txBody>
      </p:sp>
      <p:sp>
        <p:nvSpPr>
          <p:cNvPr id="33" name="source_4_32_text">
            <a:extLst xmlns:a="http://schemas.openxmlformats.org/drawingml/2006/main">
              <a:ext uri="{FF2B5EF4-FFF2-40B4-BE49-F238E27FC236}">
                <a16:creationId xmlns:a16="http://schemas.microsoft.com/office/drawing/2014/main" id="{B3242E78-D8F3-4AE9-AA7D-805BF524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7129777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The audit Reader explains evidence; it is not the Authoring Kit or hidden oracle.</a:t>
            </a:r>
          </a:p>
        </p:txBody>
      </p:sp>
    </p:spTree>
    <p:extLst>
      <p:ext uri="{BB962C8B-B14F-4D97-AF65-F5344CB8AC3E}">
        <p14:creationId xmlns:p14="http://schemas.microsoft.com/office/powerpoint/2010/main" val="1676724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ource_5_0_text">
            <a:extLst xmlns:a="http://schemas.openxmlformats.org/drawingml/2006/main">
              <a:ext uri="{FF2B5EF4-FFF2-40B4-BE49-F238E27FC236}">
                <a16:creationId xmlns:a16="http://schemas.microsoft.com/office/drawing/2014/main" id="{87F7E7AE-93B1-4661-9A9D-96CDAE43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246352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RADIOLARIA OS  /  EDITORIAL PILOT</a:t>
            </a:r>
          </a:p>
        </p:txBody>
      </p:sp>
      <p:sp>
        <p:nvSpPr>
          <p:cNvPr id="2" name="source_5_1_text">
            <a:extLst xmlns:a="http://schemas.openxmlformats.org/drawingml/2006/main">
              <a:ext uri="{FF2B5EF4-FFF2-40B4-BE49-F238E27FC236}">
                <a16:creationId xmlns:a16="http://schemas.microsoft.com/office/drawing/2014/main" id="{0A7335E0-11F0-4D9C-ABF4-E5AD962E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623239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A visible fingerprint, not authority</a:t>
            </a:r>
          </a:p>
        </p:txBody>
      </p:sp>
      <p:sp>
        <p:nvSpPr>
          <p:cNvPr id="3" name="source_5_2_line">
            <a:extLst xmlns:a="http://schemas.openxmlformats.org/drawingml/2006/main">
              <a:ext uri="{FF2B5EF4-FFF2-40B4-BE49-F238E27FC236}">
                <a16:creationId xmlns:a16="http://schemas.microsoft.com/office/drawing/2014/main" id="{E3ECFA31-C7D6-47DF-B138-42BAE26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1912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</a:ln>
        </p:spPr>
      </p:sp>
      <p:sp>
        <p:nvSpPr>
          <p:cNvPr id="4" name="source_5_3_text">
            <a:extLst xmlns:a="http://schemas.openxmlformats.org/drawingml/2006/main">
              <a:ext uri="{FF2B5EF4-FFF2-40B4-BE49-F238E27FC236}">
                <a16:creationId xmlns:a16="http://schemas.microsoft.com/office/drawing/2014/main" id="{D9AAE113-E9EA-4C1B-8412-F3D3DAE3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4443346" cy="163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VISUAL_SEAL / PROTOTYPE / Existing sibling outputs; not a fresh generation</a:t>
            </a:r>
          </a:p>
        </p:txBody>
      </p:sp>
      <p:sp>
        <p:nvSpPr>
          <p:cNvPr id="5" name="source_5_4_text">
            <a:extLst xmlns:a="http://schemas.openxmlformats.org/drawingml/2006/main">
              <a:ext uri="{FF2B5EF4-FFF2-40B4-BE49-F238E27FC236}">
                <a16:creationId xmlns:a16="http://schemas.microsoft.com/office/drawing/2014/main" id="{ACA3F46C-4A0C-4867-B943-2E9F4EF2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53175"/>
            <a:ext cx="52208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05 / 05</a:t>
            </a:r>
          </a:p>
        </p:txBody>
      </p:sp>
      <p:sp>
        <p:nvSpPr>
          <p:cNvPr id="6" name="source_5_5_link">
            <a:extLst xmlns:a="http://schemas.openxmlformats.org/drawingml/2006/main">
              <a:ext uri="{FF2B5EF4-FFF2-40B4-BE49-F238E27FC236}">
                <a16:creationId xmlns:a16="http://schemas.microsoft.com/office/drawing/2014/main" id="{38980169-808E-4F4D-9227-D777508DEC93}"/>
              </a:ext>
            </a:extLst>
            <ns0:hlinkClick xmlns:ns0="http://schemas.openxmlformats.org/drawingml/2006/main" xmlns:ns1="http://schemas.openxmlformats.org/officeDocument/2006/relationships" ns1:id="g6b1ExactFooterLink5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144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source_5_6_text">
            <a:extLst xmlns:a="http://schemas.openxmlformats.org/drawingml/2006/main">
              <a:ext uri="{FF2B5EF4-FFF2-40B4-BE49-F238E27FC236}">
                <a16:creationId xmlns:a16="http://schemas.microsoft.com/office/drawing/2014/main" id="{D77DF592-7722-4742-B603-070ACB0A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444487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Evidence object -&gt; digest -&gt; picture</a:t>
            </a:r>
          </a:p>
        </p:txBody>
      </p:sp>
      <p:sp>
        <p:nvSpPr>
          <p:cNvPr id="8" name="source_5_7_text">
            <a:extLst xmlns:a="http://schemas.openxmlformats.org/drawingml/2006/main">
              <a:ext uri="{FF2B5EF4-FFF2-40B4-BE49-F238E27FC236}">
                <a16:creationId xmlns:a16="http://schemas.microsoft.com/office/drawing/2014/main" id="{2A399CAC-EEA4-48E2-A0A7-1FE6F1C6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875227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71E3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0071E3"/>
                </a:solidFill>
                <a:latin typeface="Nimbus Sans"/>
                <a:ea typeface="Nimbus Sans"/>
                <a:cs typeface="Nimbus Sans"/>
              </a:rPr>
              <a:t>Existing SVG and noncanonical PNG</a:t>
            </a:r>
          </a:p>
        </p:txBody>
      </p:sp>
      <p:sp>
        <p:nvSpPr>
          <p:cNvPr id="9" name="source_5_8_text">
            <a:extLst xmlns:a="http://schemas.openxmlformats.org/drawingml/2006/main">
              <a:ext uri="{FF2B5EF4-FFF2-40B4-BE49-F238E27FC236}">
                <a16:creationId xmlns:a16="http://schemas.microsoft.com/office/drawing/2014/main" id="{4FDF197B-4354-4293-A9B5-D235123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9465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Source files and output hashes inspected</a:t>
            </a:r>
          </a:p>
        </p:txBody>
      </p:sp>
      <p:sp>
        <p:nvSpPr>
          <p:cNvPr id="10" name="source_5_9_text">
            <a:extLst xmlns:a="http://schemas.openxmlformats.org/drawingml/2006/main">
              <a:ext uri="{FF2B5EF4-FFF2-40B4-BE49-F238E27FC236}">
                <a16:creationId xmlns:a16="http://schemas.microsoft.com/office/drawing/2014/main" id="{C6EB8226-FE8A-4019-8C15-9B4E133B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3491617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No fresh repeatability or camera test</a:t>
            </a:r>
          </a:p>
        </p:txBody>
      </p:sp>
      <p:sp>
        <p:nvSpPr>
          <p:cNvPr id="11" name="source_5_10_text">
            <a:extLst xmlns:a="http://schemas.openxmlformats.org/drawingml/2006/main">
              <a:ext uri="{FF2B5EF4-FFF2-40B4-BE49-F238E27FC236}">
                <a16:creationId xmlns:a16="http://schemas.microsoft.com/office/drawing/2014/main" id="{CE833B22-626B-4CCD-9E04-FC2202B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3386423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No image-to-hash recovery or ECC</a:t>
            </a:r>
          </a:p>
        </p:txBody>
      </p:sp>
      <p:sp>
        <p:nvSpPr>
          <p:cNvPr id="12" name="source_5_11_text">
            <a:extLst xmlns:a="http://schemas.openxmlformats.org/drawingml/2006/main">
              <a:ext uri="{FF2B5EF4-FFF2-40B4-BE49-F238E27FC236}">
                <a16:creationId xmlns:a16="http://schemas.microsoft.com/office/drawing/2014/main" id="{04437973-14BD-4228-94FB-FDFFA542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1475"/>
            <a:ext cx="4149804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No permission, signature or uniqueness proof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2a756ba4045cd"/>
          <a:stretch xmlns:a="http://schemas.openxmlformats.org/drawingml/2006/main"/>
        </p:blipFill>
        <p:spPr>
          <a:xfrm xmlns:a="http://schemas.openxmlformats.org/drawingml/2006/main">
            <a:off x="7753350" y="1514475"/>
            <a:ext cx="3476625" cy="3476625"/>
          </a:xfrm>
          <a:prstGeom xmlns:a="http://schemas.openxmlformats.org/drawingml/2006/main" prst="rect">
            <a:avLst/>
          </a:prstGeom>
        </p:spPr>
      </p:pic>
      <p:sp>
        <p:nvSpPr>
          <p:cNvPr id="14" name="source_5_13_text">
            <a:extLst xmlns:a="http://schemas.openxmlformats.org/drawingml/2006/main">
              <a:ext uri="{FF2B5EF4-FFF2-40B4-BE49-F238E27FC236}">
                <a16:creationId xmlns:a16="http://schemas.microsoft.com/office/drawing/2014/main" id="{2F4383E2-0B6B-444E-AE59-E78D4424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24450"/>
            <a:ext cx="2361009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E6E73"/>
                </a:solidFill>
                <a:latin typeface="Nimbus Sans"/>
                <a:ea typeface="Nimbus Sans"/>
                <a:cs typeface="Nimbus Sans"/>
              </a:rPr>
              <a:t>B1R3 NONCANONICAL PREVIEW</a:t>
            </a:r>
          </a:p>
        </p:txBody>
      </p:sp>
      <p:sp>
        <p:nvSpPr>
          <p:cNvPr id="15" name="source_5_14_text">
            <a:extLst xmlns:a="http://schemas.openxmlformats.org/drawingml/2006/main">
              <a:ext uri="{FF2B5EF4-FFF2-40B4-BE49-F238E27FC236}">
                <a16:creationId xmlns:a16="http://schemas.microsoft.com/office/drawing/2014/main" id="{769184A2-3B4A-4D3F-B6D0-D8C873F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38775"/>
            <a:ext cx="7155752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D1D1F"/>
                </a:solidFill>
                <a:latin typeface="Nimbus Sans"/>
                <a:ea typeface="Nimbus Sans"/>
                <a:cs typeface="Nimbus Sans"/>
              </a:rPr>
              <a:t>Lookup needs an explicit interface. A picture does not restore evidence or authority.</a:t>
            </a:r>
          </a:p>
        </p:txBody>
      </p:sp>
    </p:spTree>
    <p:extLst>
      <p:ext uri="{BB962C8B-B14F-4D97-AF65-F5344CB8AC3E}">
        <p14:creationId xmlns:p14="http://schemas.microsoft.com/office/powerpoint/2010/main" val="615926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2026-09-27T16:15:04.0800000Z</dcterms:created>
  <dcterms:modified xsi:type="dcterms:W3CDTF">2026-09-27T16:15:04.0800000Z</dcterms:modified>
</coreProperties>
</file>