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b58677139c94779" /><Relationship Type="http://schemas.openxmlformats.org/officeDocument/2006/relationships/extended-properties" Target="/docProps/app.xml" Id="Ra6f266e49e804a6f" /><Relationship Type="http://schemas.openxmlformats.org/officeDocument/2006/relationships/officeDocument" Target="/ppt/presentation.xml" Id="R2eb0865f924b4eb0" /></Relationships>
</file>

<file path=ppt/presentation.xml><?xml version="1.0" encoding="utf-8"?>
<p:presentation xmlns:p="http://schemas.openxmlformats.org/presentationml/2006/main">
  <p:sldMasterIdLst>
    <p:sldMasterId xmlns:r="http://schemas.openxmlformats.org/officeDocument/2006/relationships" id="2147483648" r:id="R0c7d6c6031f9413a"/>
  </p:sldMasterIdLst>
  <p:notesMasterIdLst>
    <p:notesMasterId xmlns:r="http://schemas.openxmlformats.org/officeDocument/2006/relationships" r:id="Ra05cd83c0ffe4900"/>
  </p:notesMasterIdLst>
  <p:sldIdLst>
    <p:sldId xmlns:r="http://schemas.openxmlformats.org/officeDocument/2006/relationships" id="256" r:id="R52096d6433484586"/>
    <p:sldId xmlns:r="http://schemas.openxmlformats.org/officeDocument/2006/relationships" id="257" r:id="R4f37b232e4814fc4"/>
    <p:sldId xmlns:r="http://schemas.openxmlformats.org/officeDocument/2006/relationships" id="258" r:id="R49a2b03fa10e4273"/>
    <p:sldId xmlns:r="http://schemas.openxmlformats.org/officeDocument/2006/relationships" id="259" r:id="Rce4f9321f62d4e7e"/>
    <p:sldId xmlns:r="http://schemas.openxmlformats.org/officeDocument/2006/relationships" id="260" r:id="Rc91f8365d4a74c81"/>
    <p:sldId xmlns:r="http://schemas.openxmlformats.org/officeDocument/2006/relationships" id="261" r:id="Re158168cfa524493"/>
    <p:sldId xmlns:r="http://schemas.openxmlformats.org/officeDocument/2006/relationships" id="262" r:id="Rba02a766ba204c28"/>
    <p:sldId xmlns:r="http://schemas.openxmlformats.org/officeDocument/2006/relationships" id="263" r:id="R393c4d8cc71b4796"/>
    <p:sldId xmlns:r="http://schemas.openxmlformats.org/officeDocument/2006/relationships" id="264" r:id="Re0edf79d62004978"/>
    <p:sldId xmlns:r="http://schemas.openxmlformats.org/officeDocument/2006/relationships" id="265" r:id="R01a09835ed8447c9"/>
    <p:sldId xmlns:r="http://schemas.openxmlformats.org/officeDocument/2006/relationships" id="266" r:id="Rebcb8e3d758446f4"/>
    <p:sldId xmlns:r="http://schemas.openxmlformats.org/officeDocument/2006/relationships" id="267" r:id="Re9bb32ff97224754"/>
    <p:sldId xmlns:r="http://schemas.openxmlformats.org/officeDocument/2006/relationships" id="268" r:id="R71036a78a8b44557"/>
    <p:sldId xmlns:r="http://schemas.openxmlformats.org/officeDocument/2006/relationships" id="269" r:id="Rb4f8b5a6972a433e"/>
    <p:sldId xmlns:r="http://schemas.openxmlformats.org/officeDocument/2006/relationships" id="270" r:id="R25c324c6d6f9477b"/>
    <p:sldId xmlns:r="http://schemas.openxmlformats.org/officeDocument/2006/relationships" id="271" r:id="R2eef9a11121a4a72"/>
    <p:sldId xmlns:r="http://schemas.openxmlformats.org/officeDocument/2006/relationships" id="272" r:id="R297a9311b63c4a41"/>
    <p:sldId xmlns:r="http://schemas.openxmlformats.org/officeDocument/2006/relationships" id="273" r:id="Rf2b2147e0fb042f9"/>
    <p:sldId xmlns:r="http://schemas.openxmlformats.org/officeDocument/2006/relationships" id="274" r:id="Re5a8938cde104331"/>
    <p:sldId xmlns:r="http://schemas.openxmlformats.org/officeDocument/2006/relationships" id="275" r:id="R1c4eadcfae4d4d7f"/>
    <p:sldId xmlns:r="http://schemas.openxmlformats.org/officeDocument/2006/relationships" id="276" r:id="Ra78e0e2fd2f64205"/>
    <p:sldId xmlns:r="http://schemas.openxmlformats.org/officeDocument/2006/relationships" id="277" r:id="R26832648303040dd"/>
    <p:sldId xmlns:r="http://schemas.openxmlformats.org/officeDocument/2006/relationships" id="278" r:id="Rc9f4501c5f194167"/>
    <p:sldId xmlns:r="http://schemas.openxmlformats.org/officeDocument/2006/relationships" id="279" r:id="R50cc19197bbc4f95"/>
    <p:sldId xmlns:r="http://schemas.openxmlformats.org/officeDocument/2006/relationships" id="280" r:id="Rc0ea9b0349184183"/>
  </p:sldIdLst>
  <p:sldSz cx="12192000" cy="6858000"/>
  <p:notesSz cx="6858000" cy="9144000"/>
  <p:extLst>
    <p:ext uri="urn:g6b3r1:native-source:v1">
      <g6:source xmlns:g6="urn:g6b3r1:native-source:v1">{"canvas":{"dpi":96,"height":720,"unit":"css_px","width":1280},"export_status":"CONTENT_READY_FOR_WORK_EXPORT","font":"Nimbus Sans","runtime_authority":false,"schema_version":"g6b3r1-native-v1","short_route":["S01","S03","S05","S07","S10","S11","S12","S15","S17","S23","S24","S25","S21","S22"]}</g6:source>
    </p:ext>
  </p:ex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d3ab68ccebb4266" /><Relationship Type="http://schemas.openxmlformats.org/officeDocument/2006/relationships/slideMaster" Target="/ppt/slideMasters/slideMaster1.xml" Id="R0c7d6c6031f9413a" /><Relationship Type="http://schemas.openxmlformats.org/officeDocument/2006/relationships/notesMaster" Target="/ppt/notesMasters/notesMaster1.xml" Id="Ra05cd83c0ffe4900" /><Relationship Type="http://schemas.openxmlformats.org/officeDocument/2006/relationships/presProps" Target="/ppt/presProps.xml" Id="Re0c9d02883384425" /><Relationship Type="http://schemas.openxmlformats.org/officeDocument/2006/relationships/tableStyles" Target="/ppt/tableStyles.xml" Id="Refa7cc389d1f40b8" /><Relationship Type="http://schemas.openxmlformats.org/officeDocument/2006/relationships/slide" Target="/ppt/slides/slide1.xml" Id="R52096d6433484586" /><Relationship Type="http://schemas.openxmlformats.org/officeDocument/2006/relationships/slide" Target="/ppt/slides/slide2.xml" Id="R4f37b232e4814fc4" /><Relationship Type="http://schemas.openxmlformats.org/officeDocument/2006/relationships/slide" Target="/ppt/slides/slide3.xml" Id="R49a2b03fa10e4273" /><Relationship Type="http://schemas.openxmlformats.org/officeDocument/2006/relationships/slide" Target="/ppt/slides/slide4.xml" Id="Rce4f9321f62d4e7e" /><Relationship Type="http://schemas.openxmlformats.org/officeDocument/2006/relationships/slide" Target="/ppt/slides/slide5.xml" Id="Rc91f8365d4a74c81" /><Relationship Type="http://schemas.openxmlformats.org/officeDocument/2006/relationships/slide" Target="/ppt/slides/slide6.xml" Id="Re158168cfa524493" /><Relationship Type="http://schemas.openxmlformats.org/officeDocument/2006/relationships/slide" Target="/ppt/slides/slide7.xml" Id="Rba02a766ba204c28" /><Relationship Type="http://schemas.openxmlformats.org/officeDocument/2006/relationships/slide" Target="/ppt/slides/slide8.xml" Id="R393c4d8cc71b4796" /><Relationship Type="http://schemas.openxmlformats.org/officeDocument/2006/relationships/slide" Target="/ppt/slides/slide9.xml" Id="Re0edf79d62004978" /><Relationship Type="http://schemas.openxmlformats.org/officeDocument/2006/relationships/slide" Target="/ppt/slides/slide10.xml" Id="R01a09835ed8447c9" /><Relationship Type="http://schemas.openxmlformats.org/officeDocument/2006/relationships/slide" Target="/ppt/slides/slide11.xml" Id="Rebcb8e3d758446f4" /><Relationship Type="http://schemas.openxmlformats.org/officeDocument/2006/relationships/slide" Target="/ppt/slides/slide12.xml" Id="Re9bb32ff97224754" /><Relationship Type="http://schemas.openxmlformats.org/officeDocument/2006/relationships/slide" Target="/ppt/slides/slide13.xml" Id="R71036a78a8b44557" /><Relationship Type="http://schemas.openxmlformats.org/officeDocument/2006/relationships/slide" Target="/ppt/slides/slide14.xml" Id="Rb4f8b5a6972a433e" /><Relationship Type="http://schemas.openxmlformats.org/officeDocument/2006/relationships/slide" Target="/ppt/slides/slide15.xml" Id="R25c324c6d6f9477b" /><Relationship Type="http://schemas.openxmlformats.org/officeDocument/2006/relationships/slide" Target="/ppt/slides/slide16.xml" Id="R2eef9a11121a4a72" /><Relationship Type="http://schemas.openxmlformats.org/officeDocument/2006/relationships/slide" Target="/ppt/slides/slide17.xml" Id="R297a9311b63c4a41" /><Relationship Type="http://schemas.openxmlformats.org/officeDocument/2006/relationships/slide" Target="/ppt/slides/slide18.xml" Id="Rf2b2147e0fb042f9" /><Relationship Type="http://schemas.openxmlformats.org/officeDocument/2006/relationships/slide" Target="/ppt/slides/slide19.xml" Id="Re5a8938cde104331" /><Relationship Type="http://schemas.openxmlformats.org/officeDocument/2006/relationships/slide" Target="/ppt/slides/slide20.xml" Id="R1c4eadcfae4d4d7f" /><Relationship Type="http://schemas.openxmlformats.org/officeDocument/2006/relationships/slide" Target="/ppt/slides/slide21.xml" Id="Ra78e0e2fd2f64205" /><Relationship Type="http://schemas.openxmlformats.org/officeDocument/2006/relationships/slide" Target="/ppt/slides/slide22.xml" Id="R26832648303040dd" /><Relationship Type="http://schemas.openxmlformats.org/officeDocument/2006/relationships/slide" Target="/ppt/slides/slide23.xml" Id="Rc9f4501c5f194167" /><Relationship Type="http://schemas.openxmlformats.org/officeDocument/2006/relationships/slide" Target="/ppt/slides/slide24.xml" Id="R50cc19197bbc4f95" /><Relationship Type="http://schemas.openxmlformats.org/officeDocument/2006/relationships/slide" Target="/ppt/slides/slide25.xml" Id="Rc0ea9b034918418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b0b14f1579d40c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9d611de40bf464f" /><Relationship Type="http://schemas.openxmlformats.org/officeDocument/2006/relationships/notesMaster" Target="/ppt/notesMasters/notesMaster1.xml" Id="Rcd02c4232be54382" /></Relationships>
</file>

<file path=ppt/notesSlides/_rels/notesSlide2.xml.rels>&#65279;<?xml version="1.0" encoding="utf-8"?><Relationships xmlns="http://schemas.openxmlformats.org/package/2006/relationships"><Relationship Type="http://schemas.openxmlformats.org/officeDocument/2006/relationships/slide" Target="/ppt/slides/slide2.xml" Id="Rc3e4a255b29d4f45" /><Relationship Type="http://schemas.openxmlformats.org/officeDocument/2006/relationships/notesMaster" Target="/ppt/notesMasters/notesMaster1.xml" Id="Rc1f026381e004d5e" /></Relationships>
</file>

<file path=ppt/notesSlides/_rels/notesSlide3.xml.rels>&#65279;<?xml version="1.0" encoding="utf-8"?><Relationships xmlns="http://schemas.openxmlformats.org/package/2006/relationships"><Relationship Type="http://schemas.openxmlformats.org/officeDocument/2006/relationships/slide" Target="/ppt/slides/slide3.xml" Id="Re15f34e59afa483b" /><Relationship Type="http://schemas.openxmlformats.org/officeDocument/2006/relationships/notesMaster" Target="/ppt/notesMasters/notesMaster1.xml" Id="R48e10d412fac4e46" /></Relationships>
</file>

<file path=ppt/notesSlides/_rels/notesSlide4.xml.rels>&#65279;<?xml version="1.0" encoding="utf-8"?><Relationships xmlns="http://schemas.openxmlformats.org/package/2006/relationships"><Relationship Type="http://schemas.openxmlformats.org/officeDocument/2006/relationships/slide" Target="/ppt/slides/slide4.xml" Id="Rc07ad12e0cbe49fb" /><Relationship Type="http://schemas.openxmlformats.org/officeDocument/2006/relationships/notesMaster" Target="/ppt/notesMasters/notesMaster1.xml" Id="R577c561e65664805" /></Relationships>
</file>

<file path=ppt/notesSlides/_rels/notesSlide5.xml.rels>&#65279;<?xml version="1.0" encoding="utf-8"?><Relationships xmlns="http://schemas.openxmlformats.org/package/2006/relationships"><Relationship Type="http://schemas.openxmlformats.org/officeDocument/2006/relationships/slide" Target="/ppt/slides/slide5.xml" Id="R88e935508e6840c4" /><Relationship Type="http://schemas.openxmlformats.org/officeDocument/2006/relationships/notesMaster" Target="/ppt/notesMasters/notesMaster1.xml" Id="R3976b00fac5e47f2" /></Relationships>
</file>

<file path=ppt/notesSlides/_rels/notesSlide6.xml.rels>&#65279;<?xml version="1.0" encoding="utf-8"?><Relationships xmlns="http://schemas.openxmlformats.org/package/2006/relationships"><Relationship Type="http://schemas.openxmlformats.org/officeDocument/2006/relationships/slide" Target="/ppt/slides/slide6.xml" Id="Raccdcc7378d74031" /><Relationship Type="http://schemas.openxmlformats.org/officeDocument/2006/relationships/notesMaster" Target="/ppt/notesMasters/notesMaster1.xml" Id="Rc697cb6150684c5b" /></Relationships>
</file>

<file path=ppt/notesSlides/_rels/notesSlide7.xml.rels>&#65279;<?xml version="1.0" encoding="utf-8"?><Relationships xmlns="http://schemas.openxmlformats.org/package/2006/relationships"><Relationship Type="http://schemas.openxmlformats.org/officeDocument/2006/relationships/slide" Target="/ppt/slides/slide7.xml" Id="Rf61cf857f8374fba" /><Relationship Type="http://schemas.openxmlformats.org/officeDocument/2006/relationships/notesMaster" Target="/ppt/notesMasters/notesMaster1.xml" Id="Rb57ed0a176f34697" /></Relationships>
</file>

<file path=ppt/notesSlides/_rels/notesSlide8.xml.rels>&#65279;<?xml version="1.0" encoding="utf-8"?><Relationships xmlns="http://schemas.openxmlformats.org/package/2006/relationships"><Relationship Type="http://schemas.openxmlformats.org/officeDocument/2006/relationships/slide" Target="/ppt/slides/slide8.xml" Id="R267c5e3c92f64c13" /><Relationship Type="http://schemas.openxmlformats.org/officeDocument/2006/relationships/notesMaster" Target="/ppt/notesMasters/notesMaster1.xml" Id="Rb0421101ce5e4000" /></Relationships>
</file>

<file path=ppt/notesSlides/_rels/notesSlide9.xml.rels>&#65279;<?xml version="1.0" encoding="utf-8"?><Relationships xmlns="http://schemas.openxmlformats.org/package/2006/relationships"><Relationship Type="http://schemas.openxmlformats.org/officeDocument/2006/relationships/slide" Target="/ppt/slides/slide9.xml" Id="R4bbfd29532c84f53" /><Relationship Type="http://schemas.openxmlformats.org/officeDocument/2006/relationships/notesMaster" Target="/ppt/notesMasters/notesMaster1.xml" Id="R4cf45809b0f745f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5ecc4cfe85c4274" /><Relationship Type="http://schemas.openxmlformats.org/officeDocument/2006/relationships/notesMaster" Target="/ppt/notesMasters/notesMaster1.xml" Id="R70e5ae0f998f49d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c847b32941942cd" /><Relationship Type="http://schemas.openxmlformats.org/officeDocument/2006/relationships/notesMaster" Target="/ppt/notesMasters/notesMaster1.xml" Id="Rdace587c8ef240c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e08810d6ba6496b" /><Relationship Type="http://schemas.openxmlformats.org/officeDocument/2006/relationships/notesMaster" Target="/ppt/notesMasters/notesMaster1.xml" Id="R9af55b7cda344a5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610af49095c4ac4" /><Relationship Type="http://schemas.openxmlformats.org/officeDocument/2006/relationships/notesMaster" Target="/ppt/notesMasters/notesMaster1.xml" Id="Rac838eaf48074e8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21edb4c8d724085" /><Relationship Type="http://schemas.openxmlformats.org/officeDocument/2006/relationships/notesMaster" Target="/ppt/notesMasters/notesMaster1.xml" Id="Re71335f830c7446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540159ce39643de" /><Relationship Type="http://schemas.openxmlformats.org/officeDocument/2006/relationships/notesMaster" Target="/ppt/notesMasters/notesMaster1.xml" Id="Rb8887271c7114e5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cacb1b5956b44ab" /><Relationship Type="http://schemas.openxmlformats.org/officeDocument/2006/relationships/notesMaster" Target="/ppt/notesMasters/notesMaster1.xml" Id="R8f80d3cda4984e7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d776f1fa68a4b9e" /><Relationship Type="http://schemas.openxmlformats.org/officeDocument/2006/relationships/notesMaster" Target="/ppt/notesMasters/notesMaster1.xml" Id="R09ac21d678dd48f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a6f3ed417e44202" /><Relationship Type="http://schemas.openxmlformats.org/officeDocument/2006/relationships/notesMaster" Target="/ppt/notesMasters/notesMaster1.xml" Id="Re3233332d2b44dc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6fa8495abd347e2" /><Relationship Type="http://schemas.openxmlformats.org/officeDocument/2006/relationships/notesMaster" Target="/ppt/notesMasters/notesMaster1.xml" Id="R4c8bf2b1df6d488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d4647e7ae504cd0" /><Relationship Type="http://schemas.openxmlformats.org/officeDocument/2006/relationships/notesMaster" Target="/ppt/notesMasters/notesMaster1.xml" Id="R7fe1423702c3410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4b1df21e36741e1" /><Relationship Type="http://schemas.openxmlformats.org/officeDocument/2006/relationships/notesMaster" Target="/ppt/notesMasters/notesMaster1.xml" Id="Rb6fcd66d71b6422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7121a5789994b54" /><Relationship Type="http://schemas.openxmlformats.org/officeDocument/2006/relationships/notesMaster" Target="/ppt/notesMasters/notesMaster1.xml" Id="R12008f0b0b264f5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5a9d4b03e25401d" /><Relationship Type="http://schemas.openxmlformats.org/officeDocument/2006/relationships/notesMaster" Target="/ppt/notesMasters/notesMaster1.xml" Id="Ra8567af436844a2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127f932d05e4472" /><Relationship Type="http://schemas.openxmlformats.org/officeDocument/2006/relationships/notesMaster" Target="/ppt/notesMasters/notesMaster1.xml" Id="Rf344849e23fc4d5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d81218224334abd" /><Relationship Type="http://schemas.openxmlformats.org/officeDocument/2006/relationships/notesMaster" Target="/ppt/notesMasters/notesMaster1.xml" Id="Re0eea867ef2e4ebf" /></Relationships>
</file>

<file path=ppt/notesSlides/notesSlide1.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ru-RU">
                <a:latin typeface="Nimbus Sans"/>
                <a:ea typeface="Nimbus Sans"/>
                <a:cs typeface="Nimbus Sans"/>
              </a:rPr>
              <a:t>Computing, assembled around intent</a:t>
            </a:r>
          </a:p>
          <a:p xmlns:a="http://schemas.openxmlformats.org/drawingml/2006/main">
            <a:r>
              <a:rPr lang="ru-RU">
                <a:latin typeface="Nimbus Sans"/>
                <a:ea typeface="Nimbus Sans"/>
                <a:cs typeface="Nimbus Sans"/>
              </a:rPr>
              <a:t/>
            </a:r>
          </a:p>
          <a:p xmlns:a="http://schemas.openxmlformats.org/drawingml/2006/main">
            <a:r>
              <a:rPr lang="ru-RU">
                <a:latin typeface="Nimbus Sans"/>
                <a:ea typeface="Nimbus Sans"/>
                <a:cs typeface="Nimbus Sans"/>
              </a:rPr>
              <a:t>Radiolaria OS Computing, assembled around intent Review photos. Adjust the plan. Continue useful work. Capabilities cooperate around a task. Each owner retains its decisions. Accepted finite reference implementation. This review corpus explains its mechanisms and recorded examples.</a:t>
            </a:r>
          </a:p>
          <a:p xmlns:a="http://schemas.openxmlformats.org/drawingml/2006/main">
            <a:r>
              <a:rPr lang="ru-RU">
                <a:latin typeface="Nimbus Sans"/>
                <a:ea typeface="Nimbus Sans"/>
                <a:cs typeface="Nimbus Sans"/>
              </a:rPr>
              <a:t/>
            </a:r>
          </a:p>
          <a:p xmlns:a="http://schemas.openxmlformats.org/drawingml/2006/main">
            <a:r>
              <a:rPr lang="ru-RU">
                <a:latin typeface="Nimbus Sans"/>
                <a:ea typeface="Nimbus Sans"/>
                <a:cs typeface="Nimbus Sans"/>
              </a:rPr>
              <a:t>This is an editorial explanation of the named recorded or conceptual scope, not a new runtime result. Follow the source references for exact fields and limitations. B5 and final publication are not performed.</a:t>
            </a:r>
          </a:p>
          <a:p xmlns:a="http://schemas.openxmlformats.org/drawingml/2006/main">
            <a:r>
              <a:rPr lang="ru-RU">
                <a:latin typeface="Nimbus Sans"/>
                <a:ea typeface="Nimbus Sans"/>
                <a:cs typeface="Nimbus Sans"/>
              </a:rPr>
              <a:t/>
            </a:r>
          </a:p>
          <a:p xmlns:a="http://schemas.openxmlformats.org/drawingml/2006/main">
            <a:r>
              <a:rPr lang="ru-RU">
                <a:latin typeface="Nimbus Sans"/>
                <a:ea typeface="Nimbus Sans"/>
                <a:cs typeface="Nimbus Sans"/>
              </a:rPr>
              <a:t>Sources:</a:t>
            </a:r>
          </a:p>
          <a:p xmlns:a="http://schemas.openxmlformats.org/drawingml/2006/main">
            <a:r>
              <a:rPr lang="ru-RU">
                <a:latin typeface="Nimbus Sans"/>
                <a:ea typeface="Nimbus Sans"/>
                <a:cs typeface="Nimbus Sans"/>
              </a:rPr>
              <a:t>architecture: https://github.com/AAkhtanin/hedgehog-os/blob/2e965ecb18e545e428380eb8e9aa5a7037a388be/specs/current_architecture_lock_v01.md</a:t>
            </a:r>
          </a:p>
          <a:p xmlns:a="http://schemas.openxmlformats.org/drawingml/2006/main">
            <a:r>
              <a:rPr lang="ru-RU">
                <a:latin typeface="Nimbus Sans"/>
                <a:ea typeface="Nimbus Sans"/>
                <a:cs typeface="Nimbus Sans"/>
              </a:rPr>
              <a:t>chapter: ../chapters/02_geometry.html</a:t>
            </a:r>
          </a:p>
          <a:p xmlns:a="http://schemas.openxmlformats.org/drawingml/2006/main">
            <a:r>
              <a:rPr lang="ru-RU">
                <a:latin typeface="Nimbus Sans"/>
                <a:ea typeface="Nimbus Sans"/>
                <a:cs typeface="Nimbus Sans"/>
              </a:rPr>
              <a:t>S01_atlas_locator: ../atlas/README.html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ru-RU">
                <a:latin typeface="Nimbus Sans"/>
                <a:ea typeface="Nimbus Sans"/>
                <a:cs typeface="Nimbus Sans"/>
              </a:rPr>
              <a:t>CONCEPTUAL LIFETIME  /  Work and permission have different lifetimes</a:t>
            </a:r>
          </a:p>
          <a:p xmlns:a="http://schemas.openxmlformats.org/drawingml/2006/main">
            <a:r>
              <a:rPr lang="ru-RU">
                <a:latin typeface="Nimbus Sans"/>
                <a:ea typeface="Nimbus Sans"/>
                <a:cs typeface="Nimbus Sans"/>
              </a:rPr>
              <a:t/>
            </a:r>
          </a:p>
          <a:p xmlns:a="http://schemas.openxmlformats.org/drawingml/2006/main">
            <a:r>
              <a:rPr lang="ru-RU">
                <a:latin typeface="Nimbus Sans"/>
                <a:ea typeface="Nimbus Sans"/>
                <a:cs typeface="Nimbus Sans"/>
              </a:rPr>
              <a:t>A task has a life beyond one response CONCEPTUAL LIFETIME / Work and permission have different lifetimes Intent and current conditions Useful bounded Work Retained result when still applicable Task ends owned resources close organize preserve / qualify lifecycle order A condition changes Affected work obtains a new current basis. Unaffected history stays inspectable. Continuity follows profile-specific time and scope checks. A preserved record alone does not establish truth or permission.</a:t>
            </a:r>
          </a:p>
          <a:p xmlns:a="http://schemas.openxmlformats.org/drawingml/2006/main">
            <a:r>
              <a:rPr lang="ru-RU">
                <a:latin typeface="Nimbus Sans"/>
                <a:ea typeface="Nimbus Sans"/>
                <a:cs typeface="Nimbus Sans"/>
              </a:rPr>
              <a:t/>
            </a:r>
          </a:p>
          <a:p xmlns:a="http://schemas.openxmlformats.org/drawingml/2006/main">
            <a:r>
              <a:rPr lang="ru-RU">
                <a:latin typeface="Nimbus Sans"/>
                <a:ea typeface="Nimbus Sans"/>
                <a:cs typeface="Nimbus Sans"/>
              </a:rPr>
              <a:t>This is an editorial explanation of the named recorded or conceptual scope, not a new runtime result. Follow the source references for exact fields and limitations. B5 and final publication are not performed.</a:t>
            </a:r>
          </a:p>
          <a:p xmlns:a="http://schemas.openxmlformats.org/drawingml/2006/main">
            <a:r>
              <a:rPr lang="ru-RU">
                <a:latin typeface="Nimbus Sans"/>
                <a:ea typeface="Nimbus Sans"/>
                <a:cs typeface="Nimbus Sans"/>
              </a:rPr>
              <a:t/>
            </a:r>
          </a:p>
          <a:p xmlns:a="http://schemas.openxmlformats.org/drawingml/2006/main">
            <a:r>
              <a:rPr lang="ru-RU">
                <a:latin typeface="Nimbus Sans"/>
                <a:ea typeface="Nimbus Sans"/>
                <a:cs typeface="Nimbus Sans"/>
              </a:rPr>
              <a:t>Sources:</a:t>
            </a:r>
          </a:p>
          <a:p xmlns:a="http://schemas.openxmlformats.org/drawingml/2006/main">
            <a:r>
              <a:rPr lang="ru-RU">
                <a:latin typeface="Nimbus Sans"/>
                <a:ea typeface="Nimbus Sans"/>
                <a:cs typeface="Nimbus Sans"/>
              </a:rPr>
              <a:t>time: ../references/cases/source_ledger.json</a:t>
            </a:r>
          </a:p>
          <a:p xmlns:a="http://schemas.openxmlformats.org/drawingml/2006/main">
            <a:r>
              <a:rPr lang="ru-RU">
                <a:latin typeface="Nimbus Sans"/>
                <a:ea typeface="Nimbus Sans"/>
                <a:cs typeface="Nimbus Sans"/>
              </a:rPr>
              <a:t>chapter: ../chapters/03_time_memory.html</a:t>
            </a:r>
          </a:p>
          <a:p xmlns:a="http://schemas.openxmlformats.org/drawingml/2006/main">
            <a:r>
              <a:rPr lang="ru-RU">
                <a:latin typeface="Nimbus Sans"/>
                <a:ea typeface="Nimbus Sans"/>
                <a:cs typeface="Nimbus Sans"/>
              </a:rPr>
              <a:t>S02_atlas_locator: ../atlas/README.html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ru-RU">
                <a:latin typeface="Nimbus Sans"/>
                <a:ea typeface="Nimbus Sans"/>
                <a:cs typeface="Nimbus Sans"/>
              </a:rPr>
              <a:t>RECORDED FOOTBALL  /  Three natural-grass sessions, total EUR 63 within EUR 70</a:t>
            </a:r>
          </a:p>
          <a:p xmlns:a="http://schemas.openxmlformats.org/drawingml/2006/main">
            <a:r>
              <a:rPr lang="ru-RU">
                <a:latin typeface="Nimbus Sans"/>
                <a:ea typeface="Nimbus Sans"/>
                <a:cs typeface="Nimbus Sans"/>
              </a:rPr>
              <a:t/>
            </a:r>
          </a:p>
          <a:p xmlns:a="http://schemas.openxmlformats.org/drawingml/2006/main">
            <a:r>
              <a:rPr lang="ru-RU">
                <a:latin typeface="Nimbus Sans"/>
                <a:ea typeface="Nimbus Sans"/>
                <a:cs typeface="Nimbus Sans"/>
              </a:rPr>
              <a:t>One permitted shift makes the football request fit RECORDED FOOTBALL / Three natural-grass sessions, total EUR 63 within EUR 70 REQUEST ACCEPTABLE OFFER Jan 07: 16:30-18:00 Jan 07: 16:30-18:00 Jan 08: 11:00-12:30 Jan 08: 11:30-13:00 (+30 min) Jan 09: 11:00-12:30 Jan 09: 11:00-12:30 EUR 63 / 70 Natural grass Separate BOOK consent and one mock effect All dates are in 2027. Only Jan 08 shifts. The offer is computed evidence; it does not reserve the venue by itself.</a:t>
            </a:r>
          </a:p>
          <a:p xmlns:a="http://schemas.openxmlformats.org/drawingml/2006/main">
            <a:r>
              <a:rPr lang="ru-RU">
                <a:latin typeface="Nimbus Sans"/>
                <a:ea typeface="Nimbus Sans"/>
                <a:cs typeface="Nimbus Sans"/>
              </a:rPr>
              <a:t/>
            </a:r>
          </a:p>
          <a:p xmlns:a="http://schemas.openxmlformats.org/drawingml/2006/main">
            <a:r>
              <a:rPr lang="ru-RU">
                <a:latin typeface="Nimbus Sans"/>
                <a:ea typeface="Nimbus Sans"/>
                <a:cs typeface="Nimbus Sans"/>
              </a:rPr>
              <a:t>This is an editorial explanation of the named recorded or conceptual scope, not a new runtime result. Follow the source references for exact fields and limitations. B5 and final publication are not performed.</a:t>
            </a:r>
          </a:p>
          <a:p xmlns:a="http://schemas.openxmlformats.org/drawingml/2006/main">
            <a:r>
              <a:rPr lang="ru-RU">
                <a:latin typeface="Nimbus Sans"/>
                <a:ea typeface="Nimbus Sans"/>
                <a:cs typeface="Nimbus Sans"/>
              </a:rPr>
              <a:t/>
            </a:r>
          </a:p>
          <a:p xmlns:a="http://schemas.openxmlformats.org/drawingml/2006/main">
            <a:r>
              <a:rPr lang="ru-RU">
                <a:latin typeface="Nimbus Sans"/>
                <a:ea typeface="Nimbus Sans"/>
                <a:cs typeface="Nimbus Sans"/>
              </a:rPr>
              <a:t>Sources:</a:t>
            </a:r>
          </a:p>
          <a:p xmlns:a="http://schemas.openxmlformats.org/drawingml/2006/main">
            <a:r>
              <a:rPr lang="ru-RU">
                <a:latin typeface="Nimbus Sans"/>
                <a:ea typeface="Nimbus Sans"/>
                <a:cs typeface="Nimbus Sans"/>
              </a:rPr>
              <a:t>football: ../references/episode_sources.json</a:t>
            </a:r>
          </a:p>
          <a:p xmlns:a="http://schemas.openxmlformats.org/drawingml/2006/main">
            <a:r>
              <a:rPr lang="ru-RU">
                <a:latin typeface="Nimbus Sans"/>
                <a:ea typeface="Nimbus Sans"/>
                <a:cs typeface="Nimbus Sans"/>
              </a:rPr>
              <a:t>chapter: ../chapters/07_football.html</a:t>
            </a:r>
          </a:p>
          <a:p xmlns:a="http://schemas.openxmlformats.org/drawingml/2006/main">
            <a:r>
              <a:rPr lang="ru-RU">
                <a:latin typeface="Nimbus Sans"/>
                <a:ea typeface="Nimbus Sans"/>
                <a:cs typeface="Nimbus Sans"/>
              </a:rPr>
              <a:t>S03_atlas_locator: ../atlas/README.html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ru-RU">
                <a:latin typeface="Nimbus Sans"/>
                <a:ea typeface="Nimbus Sans"/>
                <a:cs typeface="Nimbus Sans"/>
              </a:rPr>
              <a:t>RECORDED FOOTBALL  /  Value inclusion binds the actual Work input</a:t>
            </a:r>
          </a:p>
          <a:p xmlns:a="http://schemas.openxmlformats.org/drawingml/2006/main">
            <a:r>
              <a:rPr lang="ru-RU">
                <a:latin typeface="Nimbus Sans"/>
                <a:ea typeface="Nimbus Sans"/>
                <a:cs typeface="Nimbus Sans"/>
              </a:rPr>
              <a:t/>
            </a:r>
          </a:p>
          <a:p xmlns:a="http://schemas.openxmlformats.org/drawingml/2006/main">
            <a:r>
              <a:rPr lang="ru-RU">
                <a:latin typeface="Nimbus Sans"/>
                <a:ea typeface="Nimbus Sans"/>
                <a:cs typeface="Nimbus Sans"/>
              </a:rPr>
              <a:t>The requester consumes the offered value RECORDED FOOTBALL / Value inclusion binds the actual Work input E offer_json B B.offer = E C C.body = B included value included body Requester Work input uses the bound offer field Independent source and STATUS reconstruction qualify C before consumption. A source hash is one check, not its own oracle. Full source identities and selectors remain in the field ledger.</a:t>
            </a:r>
          </a:p>
          <a:p xmlns:a="http://schemas.openxmlformats.org/drawingml/2006/main">
            <a:r>
              <a:rPr lang="ru-RU">
                <a:latin typeface="Nimbus Sans"/>
                <a:ea typeface="Nimbus Sans"/>
                <a:cs typeface="Nimbus Sans"/>
              </a:rPr>
              <a:t/>
            </a:r>
          </a:p>
          <a:p xmlns:a="http://schemas.openxmlformats.org/drawingml/2006/main">
            <a:r>
              <a:rPr lang="ru-RU">
                <a:latin typeface="Nimbus Sans"/>
                <a:ea typeface="Nimbus Sans"/>
                <a:cs typeface="Nimbus Sans"/>
              </a:rPr>
              <a:t>This is an editorial explanation of the named recorded or conceptual scope, not a new runtime result. Follow the source references for exact fields and limitations. B5 and final publication are not performed.</a:t>
            </a:r>
          </a:p>
          <a:p xmlns:a="http://schemas.openxmlformats.org/drawingml/2006/main">
            <a:r>
              <a:rPr lang="ru-RU">
                <a:latin typeface="Nimbus Sans"/>
                <a:ea typeface="Nimbus Sans"/>
                <a:cs typeface="Nimbus Sans"/>
              </a:rPr>
              <a:t/>
            </a:r>
          </a:p>
          <a:p xmlns:a="http://schemas.openxmlformats.org/drawingml/2006/main">
            <a:r>
              <a:rPr lang="ru-RU">
                <a:latin typeface="Nimbus Sans"/>
                <a:ea typeface="Nimbus Sans"/>
                <a:cs typeface="Nimbus Sans"/>
              </a:rPr>
              <a:t>Sources:</a:t>
            </a:r>
          </a:p>
          <a:p xmlns:a="http://schemas.openxmlformats.org/drawingml/2006/main">
            <a:r>
              <a:rPr lang="ru-RU">
                <a:latin typeface="Nimbus Sans"/>
                <a:ea typeface="Nimbus Sans"/>
                <a:cs typeface="Nimbus Sans"/>
              </a:rPr>
              <a:t>football: ../references/episode_sources.json</a:t>
            </a:r>
          </a:p>
          <a:p xmlns:a="http://schemas.openxmlformats.org/drawingml/2006/main">
            <a:r>
              <a:rPr lang="ru-RU">
                <a:latin typeface="Nimbus Sans"/>
                <a:ea typeface="Nimbus Sans"/>
                <a:cs typeface="Nimbus Sans"/>
              </a:rPr>
              <a:t>chapter: ../chapters/07_football.html</a:t>
            </a:r>
          </a:p>
          <a:p xmlns:a="http://schemas.openxmlformats.org/drawingml/2006/main">
            <a:r>
              <a:rPr lang="ru-RU">
                <a:latin typeface="Nimbus Sans"/>
                <a:ea typeface="Nimbus Sans"/>
                <a:cs typeface="Nimbus Sans"/>
              </a:rPr>
              <a:t>S04_atlas_locator: ../atlas/README.html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ru-RU">
                <a:latin typeface="Nimbus Sans"/>
                <a:ea typeface="Nimbus Sans"/>
                <a:cs typeface="Nimbus Sans"/>
              </a:rPr>
              <a:t>CONCEPTUAL MAP / Relations are not a recorded composite execution or a global owner</a:t>
            </a:r>
          </a:p>
          <a:p xmlns:a="http://schemas.openxmlformats.org/drawingml/2006/main">
            <a:r>
              <a:rPr lang="ru-RU">
                <a:latin typeface="Nimbus Sans"/>
                <a:ea typeface="Nimbus Sans"/>
                <a:cs typeface="Nimbus Sans"/>
              </a:rPr>
              <a:t/>
            </a:r>
          </a:p>
          <a:p xmlns:a="http://schemas.openxmlformats.org/drawingml/2006/main">
            <a:r>
              <a:rPr lang="ru-RU">
                <a:latin typeface="Nimbus Sans"/>
                <a:ea typeface="Nimbus Sans"/>
                <a:cs typeface="Nimbus Sans"/>
              </a:rPr>
              <a:t>One activity; several independent concerns CONCEPTUAL MAP / Relations are not a recorded composite execution or a global owner LOCAL ACTIVITY Intent Parent Work Consumed result Bounded child Work typed input actual fields bounded invocation Local Root review evidence Other owners retain independent decisions. Time Memory Source Source admission Time, memory and source qualify use. Source admission binds implementation. Current effects need their own packet.</a:t>
            </a:r>
          </a:p>
          <a:p xmlns:a="http://schemas.openxmlformats.org/drawingml/2006/main">
            <a:r>
              <a:rPr lang="ru-RU">
                <a:latin typeface="Nimbus Sans"/>
                <a:ea typeface="Nimbus Sans"/>
                <a:cs typeface="Nimbus Sans"/>
              </a:rPr>
              <a:t/>
            </a:r>
          </a:p>
          <a:p xmlns:a="http://schemas.openxmlformats.org/drawingml/2006/main">
            <a:r>
              <a:rPr lang="ru-RU">
                <a:latin typeface="Nimbus Sans"/>
                <a:ea typeface="Nimbus Sans"/>
                <a:cs typeface="Nimbus Sans"/>
              </a:rPr>
              <a:t>This is an editorial explanation of the named recorded or conceptual scope, not a new runtime result. Follow the source references for exact fields and limitations. B5 and final publication are not performed.</a:t>
            </a:r>
          </a:p>
          <a:p xmlns:a="http://schemas.openxmlformats.org/drawingml/2006/main">
            <a:r>
              <a:rPr lang="ru-RU">
                <a:latin typeface="Nimbus Sans"/>
                <a:ea typeface="Nimbus Sans"/>
                <a:cs typeface="Nimbus Sans"/>
              </a:rPr>
              <a:t/>
            </a:r>
          </a:p>
          <a:p xmlns:a="http://schemas.openxmlformats.org/drawingml/2006/main">
            <a:r>
              <a:rPr lang="ru-RU">
                <a:latin typeface="Nimbus Sans"/>
                <a:ea typeface="Nimbus Sans"/>
                <a:cs typeface="Nimbus Sans"/>
              </a:rPr>
              <a:t>Sources:</a:t>
            </a:r>
          </a:p>
          <a:p xmlns:a="http://schemas.openxmlformats.org/drawingml/2006/main">
            <a:r>
              <a:rPr lang="ru-RU">
                <a:latin typeface="Nimbus Sans"/>
                <a:ea typeface="Nimbus Sans"/>
                <a:cs typeface="Nimbus Sans"/>
              </a:rPr>
              <a:t>architecture: https://github.com/AAkhtanin/hedgehog-os/blob/2e965ecb18e545e428380eb8e9aa5a7037a388be/specs/current_architecture_lock_v01.md</a:t>
            </a:r>
          </a:p>
          <a:p xmlns:a="http://schemas.openxmlformats.org/drawingml/2006/main">
            <a:r>
              <a:rPr lang="ru-RU">
                <a:latin typeface="Nimbus Sans"/>
                <a:ea typeface="Nimbus Sans"/>
                <a:cs typeface="Nimbus Sans"/>
              </a:rPr>
              <a:t>chapter: ../chapters/02_geometry.html</a:t>
            </a:r>
          </a:p>
          <a:p xmlns:a="http://schemas.openxmlformats.org/drawingml/2006/main">
            <a:r>
              <a:rPr lang="ru-RU">
                <a:latin typeface="Nimbus Sans"/>
                <a:ea typeface="Nimbus Sans"/>
                <a:cs typeface="Nimbus Sans"/>
              </a:rPr>
              <a:t>S05_atlas_locator: ../atlas/README.html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ru-RU">
                <a:latin typeface="Nimbus Sans"/>
                <a:ea typeface="Nimbus Sans"/>
                <a:cs typeface="Nimbus Sans"/>
              </a:rPr>
              <a:t>CONCEPTUAL PATTERN + FOOTBALL INSET  /  VenueRoot and ActivePlanetRoot are separate instances</a:t>
            </a:r>
          </a:p>
          <a:p xmlns:a="http://schemas.openxmlformats.org/drawingml/2006/main">
            <a:r>
              <a:rPr lang="ru-RU">
                <a:latin typeface="Nimbus Sans"/>
                <a:ea typeface="Nimbus Sans"/>
                <a:cs typeface="Nimbus Sans"/>
              </a:rPr>
              <a:t/>
            </a:r>
          </a:p>
          <a:p xmlns:a="http://schemas.openxmlformats.org/drawingml/2006/main">
            <a:r>
              <a:rPr lang="ru-RU">
                <a:latin typeface="Nimbus Sans"/>
                <a:ea typeface="Nimbus Sans"/>
                <a:cs typeface="Nimbus Sans"/>
              </a:rPr>
              <a:t>Owners exchange evidence and decide independently CONCEPTUAL PATTERN + FOOTBALL INSET / VenueRoot and ActivePlanetRoot are separate instances VenueRoot offer review Released offer evidence ActivePlanetRoot local review published body current checked input VenueRoot current BOOK packet Host / Firewall enforcement Bounded mock booking executor Booking result and receipt scoped permission checked operation effect evidence Airline is a separate case with ClientRoot, AirlineRoot and BankRoot. No common business SuperRoot or new action service.</a:t>
            </a:r>
          </a:p>
          <a:p xmlns:a="http://schemas.openxmlformats.org/drawingml/2006/main">
            <a:r>
              <a:rPr lang="ru-RU">
                <a:latin typeface="Nimbus Sans"/>
                <a:ea typeface="Nimbus Sans"/>
                <a:cs typeface="Nimbus Sans"/>
              </a:rPr>
              <a:t/>
            </a:r>
          </a:p>
          <a:p xmlns:a="http://schemas.openxmlformats.org/drawingml/2006/main">
            <a:r>
              <a:rPr lang="ru-RU">
                <a:latin typeface="Nimbus Sans"/>
                <a:ea typeface="Nimbus Sans"/>
                <a:cs typeface="Nimbus Sans"/>
              </a:rPr>
              <a:t>This is an editorial explanation of the named recorded or conceptual scope, not a new runtime result. Follow the source references for exact fields and limitations. B5 and final publication are not performed.</a:t>
            </a:r>
          </a:p>
          <a:p xmlns:a="http://schemas.openxmlformats.org/drawingml/2006/main">
            <a:r>
              <a:rPr lang="ru-RU">
                <a:latin typeface="Nimbus Sans"/>
                <a:ea typeface="Nimbus Sans"/>
                <a:cs typeface="Nimbus Sans"/>
              </a:rPr>
              <a:t/>
            </a:r>
          </a:p>
          <a:p xmlns:a="http://schemas.openxmlformats.org/drawingml/2006/main">
            <a:r>
              <a:rPr lang="ru-RU">
                <a:latin typeface="Nimbus Sans"/>
                <a:ea typeface="Nimbus Sans"/>
                <a:cs typeface="Nimbus Sans"/>
              </a:rPr>
              <a:t>Sources:</a:t>
            </a:r>
          </a:p>
          <a:p xmlns:a="http://schemas.openxmlformats.org/drawingml/2006/main">
            <a:r>
              <a:rPr lang="ru-RU">
                <a:latin typeface="Nimbus Sans"/>
                <a:ea typeface="Nimbus Sans"/>
                <a:cs typeface="Nimbus Sans"/>
              </a:rPr>
              <a:t>football: ../references/episode_sources.json</a:t>
            </a:r>
          </a:p>
          <a:p xmlns:a="http://schemas.openxmlformats.org/drawingml/2006/main">
            <a:r>
              <a:rPr lang="ru-RU">
                <a:latin typeface="Nimbus Sans"/>
                <a:ea typeface="Nimbus Sans"/>
                <a:cs typeface="Nimbus Sans"/>
              </a:rPr>
              <a:t>chapter: ../chapters/07_football.html</a:t>
            </a:r>
          </a:p>
          <a:p xmlns:a="http://schemas.openxmlformats.org/drawingml/2006/main">
            <a:r>
              <a:rPr lang="ru-RU">
                <a:latin typeface="Nimbus Sans"/>
                <a:ea typeface="Nimbus Sans"/>
                <a:cs typeface="Nimbus Sans"/>
              </a:rPr>
              <a:t>S06_atlas_locator: ../atlas/README.html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ru-RU">
                <a:latin typeface="Nimbus Sans"/>
                <a:ea typeface="Nimbus Sans"/>
                <a:cs typeface="Nimbus Sans"/>
              </a:rPr>
              <a:t>CONCEPTUAL AUTHORITY PATTERN  /  Real carrier roles, no extra process implied</a:t>
            </a:r>
          </a:p>
          <a:p xmlns:a="http://schemas.openxmlformats.org/drawingml/2006/main">
            <a:r>
              <a:rPr lang="ru-RU">
                <a:latin typeface="Nimbus Sans"/>
                <a:ea typeface="Nimbus Sans"/>
                <a:cs typeface="Nimbus Sans"/>
              </a:rPr>
              <a:t/>
            </a:r>
          </a:p>
          <a:p xmlns:a="http://schemas.openxmlformats.org/drawingml/2006/main">
            <a:r>
              <a:rPr lang="ru-RU">
                <a:latin typeface="Nimbus Sans"/>
                <a:ea typeface="Nimbus Sans"/>
                <a:cs typeface="Nimbus Sans"/>
              </a:rPr>
              <a:t>A result reaches an action through current authority CONCEPTUAL AUTHORITY PATTERN / Real carrier roles, no extra process implied Proposed result and evidence Current local Root review Scoped current ActionCommitPacket review input local action decision Host / Firewall prestart enforcement Bounded executor actual effect EvidenceReceipt completed outcome checked invocation result evidence actual current packet The packet feeds enforcement. Receipt may inform a later review, but grants no new action and orders no cleanup.</a:t>
            </a:r>
          </a:p>
          <a:p xmlns:a="http://schemas.openxmlformats.org/drawingml/2006/main">
            <a:r>
              <a:rPr lang="ru-RU">
                <a:latin typeface="Nimbus Sans"/>
                <a:ea typeface="Nimbus Sans"/>
                <a:cs typeface="Nimbus Sans"/>
              </a:rPr>
              <a:t/>
            </a:r>
          </a:p>
          <a:p xmlns:a="http://schemas.openxmlformats.org/drawingml/2006/main">
            <a:r>
              <a:rPr lang="ru-RU">
                <a:latin typeface="Nimbus Sans"/>
                <a:ea typeface="Nimbus Sans"/>
                <a:cs typeface="Nimbus Sans"/>
              </a:rPr>
              <a:t>This is an editorial explanation of the named recorded or conceptual scope, not a new runtime result. Follow the source references for exact fields and limitations. B5 and final publication are not performed.</a:t>
            </a:r>
          </a:p>
          <a:p xmlns:a="http://schemas.openxmlformats.org/drawingml/2006/main">
            <a:r>
              <a:rPr lang="ru-RU">
                <a:latin typeface="Nimbus Sans"/>
                <a:ea typeface="Nimbus Sans"/>
                <a:cs typeface="Nimbus Sans"/>
              </a:rPr>
              <a:t/>
            </a:r>
          </a:p>
          <a:p xmlns:a="http://schemas.openxmlformats.org/drawingml/2006/main">
            <a:r>
              <a:rPr lang="ru-RU">
                <a:latin typeface="Nimbus Sans"/>
                <a:ea typeface="Nimbus Sans"/>
                <a:cs typeface="Nimbus Sans"/>
              </a:rPr>
              <a:t>Sources:</a:t>
            </a:r>
          </a:p>
          <a:p xmlns:a="http://schemas.openxmlformats.org/drawingml/2006/main">
            <a:r>
              <a:rPr lang="ru-RU">
                <a:latin typeface="Nimbus Sans"/>
                <a:ea typeface="Nimbus Sans"/>
                <a:cs typeface="Nimbus Sans"/>
              </a:rPr>
              <a:t>architecture: https://github.com/AAkhtanin/hedgehog-os/blob/2e965ecb18e545e428380eb8e9aa5a7037a388be/specs/current_architecture_lock_v01.md</a:t>
            </a:r>
          </a:p>
          <a:p xmlns:a="http://schemas.openxmlformats.org/drawingml/2006/main">
            <a:r>
              <a:rPr lang="ru-RU">
                <a:latin typeface="Nimbus Sans"/>
                <a:ea typeface="Nimbus Sans"/>
                <a:cs typeface="Nimbus Sans"/>
              </a:rPr>
              <a:t>chapter: ../chapters/02_geometry.html</a:t>
            </a:r>
          </a:p>
          <a:p xmlns:a="http://schemas.openxmlformats.org/drawingml/2006/main">
            <a:r>
              <a:rPr lang="ru-RU">
                <a:latin typeface="Nimbus Sans"/>
                <a:ea typeface="Nimbus Sans"/>
                <a:cs typeface="Nimbus Sans"/>
              </a:rPr>
              <a:t>S07_atlas_locator: ../atlas/README.html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ru-RU">
                <a:latin typeface="Nimbus Sans"/>
                <a:ea typeface="Nimbus Sans"/>
                <a:cs typeface="Nimbus Sans"/>
              </a:rPr>
              <a:t>RECORDED ATLAS T2  /  Lawful main and expiry control use separate Device Hosts</a:t>
            </a:r>
          </a:p>
          <a:p xmlns:a="http://schemas.openxmlformats.org/drawingml/2006/main">
            <a:r>
              <a:rPr lang="ru-RU">
                <a:latin typeface="Nimbus Sans"/>
                <a:ea typeface="Nimbus Sans"/>
                <a:cs typeface="Nimbus Sans"/>
              </a:rPr>
              <a:t/>
            </a:r>
          </a:p>
          <a:p xmlns:a="http://schemas.openxmlformats.org/drawingml/2006/main">
            <a:r>
              <a:rPr lang="ru-RU">
                <a:latin typeface="Nimbus Sans"/>
                <a:ea typeface="Nimbus Sans"/>
                <a:cs typeface="Nimbus Sans"/>
              </a:rPr>
              <a:t>One paid period, distinct session decisions RECORDED ATLAS T2 / Lawful main and expiry control use separate Device Hosts PAID PERIOD EXPIRY CONTROL At 1790115652: refuses LAWFUL MAIN Main time 1790115596; session [1790115592, 1790115652). Main Host was not advanced or revoked by these controls. Branch bars are not a chronological scale. Retained paid history is context, not a standing permission or proof of later renewal.</a:t>
            </a:r>
          </a:p>
          <a:p xmlns:a="http://schemas.openxmlformats.org/drawingml/2006/main">
            <a:r>
              <a:rPr lang="ru-RU">
                <a:latin typeface="Nimbus Sans"/>
                <a:ea typeface="Nimbus Sans"/>
                <a:cs typeface="Nimbus Sans"/>
              </a:rPr>
              <a:t/>
            </a:r>
          </a:p>
          <a:p xmlns:a="http://schemas.openxmlformats.org/drawingml/2006/main">
            <a:r>
              <a:rPr lang="ru-RU">
                <a:latin typeface="Nimbus Sans"/>
                <a:ea typeface="Nimbus Sans"/>
                <a:cs typeface="Nimbus Sans"/>
              </a:rPr>
              <a:t>This is an editorial explanation of the named recorded or conceptual scope, not a new runtime result. Follow the source references for exact fields and limitations. B5 and final publication are not performed.</a:t>
            </a:r>
          </a:p>
          <a:p xmlns:a="http://schemas.openxmlformats.org/drawingml/2006/main">
            <a:r>
              <a:rPr lang="ru-RU">
                <a:latin typeface="Nimbus Sans"/>
                <a:ea typeface="Nimbus Sans"/>
                <a:cs typeface="Nimbus Sans"/>
              </a:rPr>
              <a:t/>
            </a:r>
          </a:p>
          <a:p xmlns:a="http://schemas.openxmlformats.org/drawingml/2006/main">
            <a:r>
              <a:rPr lang="ru-RU">
                <a:latin typeface="Nimbus Sans"/>
                <a:ea typeface="Nimbus Sans"/>
                <a:cs typeface="Nimbus Sans"/>
              </a:rPr>
              <a:t>Sources:</a:t>
            </a:r>
          </a:p>
          <a:p xmlns:a="http://schemas.openxmlformats.org/drawingml/2006/main">
            <a:r>
              <a:rPr lang="ru-RU">
                <a:latin typeface="Nimbus Sans"/>
                <a:ea typeface="Nimbus Sans"/>
                <a:cs typeface="Nimbus Sans"/>
              </a:rPr>
              <a:t>incident: https://github.com/AAkhtanin/hedgehog-os/blob/2e965ecb18e545e428380eb8e9aa5a7037a388be/docs/showcase/incident_to_proof_atlas_v01/evidence/atlas_package.json</a:t>
            </a:r>
          </a:p>
          <a:p xmlns:a="http://schemas.openxmlformats.org/drawingml/2006/main">
            <a:r>
              <a:rPr lang="ru-RU">
                <a:latin typeface="Nimbus Sans"/>
                <a:ea typeface="Nimbus Sans"/>
                <a:cs typeface="Nimbus Sans"/>
              </a:rPr>
              <a:t>chapter: ../chapters/10_cross_case.html</a:t>
            </a:r>
          </a:p>
          <a:p xmlns:a="http://schemas.openxmlformats.org/drawingml/2006/main">
            <a:r>
              <a:rPr lang="ru-RU">
                <a:latin typeface="Nimbus Sans"/>
                <a:ea typeface="Nimbus Sans"/>
                <a:cs typeface="Nimbus Sans"/>
              </a:rPr>
              <a:t>S08_atlas_locator: ../atlas/README.html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ru-RU">
                <a:latin typeface="Nimbus Sans"/>
                <a:ea typeface="Nimbus Sans"/>
                <a:cs typeface="Nimbus Sans"/>
              </a:rPr>
              <a:t>RECORDED N4-04  /  Calls in the measured current process and thread</a:t>
            </a:r>
          </a:p>
          <a:p xmlns:a="http://schemas.openxmlformats.org/drawingml/2006/main">
            <a:r>
              <a:rPr lang="ru-RU">
                <a:latin typeface="Nimbus Sans"/>
                <a:ea typeface="Nimbus Sans"/>
                <a:cs typeface="Nimbus Sans"/>
              </a:rPr>
              <a:t/>
            </a:r>
          </a:p>
          <a:p xmlns:a="http://schemas.openxmlformats.org/drawingml/2006/main">
            <a:r>
              <a:rPr lang="ru-RU">
                <a:latin typeface="Nimbus Sans"/>
                <a:ea typeface="Nimbus Sans"/>
                <a:cs typeface="Nimbus Sans"/>
              </a:rPr>
              <a:t>Reuse avoids one domain calculation RECORDED N4-04 / Calls in the measured current process and thread COLD 1 WARM 0 Warm: 1 stored read + 2 Root decision calls Same exact correction 1/1 for readings [8, 10, 9], reference 10 Child activity UNOBSERVED_NOT_ZERO. Different measurement windows exclude setup/writeback. No wall-clock speedup claim.</a:t>
            </a:r>
          </a:p>
          <a:p xmlns:a="http://schemas.openxmlformats.org/drawingml/2006/main">
            <a:r>
              <a:rPr lang="ru-RU">
                <a:latin typeface="Nimbus Sans"/>
                <a:ea typeface="Nimbus Sans"/>
                <a:cs typeface="Nimbus Sans"/>
              </a:rPr>
              <a:t/>
            </a:r>
          </a:p>
          <a:p xmlns:a="http://schemas.openxmlformats.org/drawingml/2006/main">
            <a:r>
              <a:rPr lang="ru-RU">
                <a:latin typeface="Nimbus Sans"/>
                <a:ea typeface="Nimbus Sans"/>
                <a:cs typeface="Nimbus Sans"/>
              </a:rPr>
              <a:t>This is an editorial explanation of the named recorded or conceptual scope, not a new runtime result. Follow the source references for exact fields and limitations. B5 and final publication are not performed.</a:t>
            </a:r>
          </a:p>
          <a:p xmlns:a="http://schemas.openxmlformats.org/drawingml/2006/main">
            <a:r>
              <a:rPr lang="ru-RU">
                <a:latin typeface="Nimbus Sans"/>
                <a:ea typeface="Nimbus Sans"/>
                <a:cs typeface="Nimbus Sans"/>
              </a:rPr>
              <a:t/>
            </a:r>
          </a:p>
          <a:p xmlns:a="http://schemas.openxmlformats.org/drawingml/2006/main">
            <a:r>
              <a:rPr lang="ru-RU">
                <a:latin typeface="Nimbus Sans"/>
                <a:ea typeface="Nimbus Sans"/>
                <a:cs typeface="Nimbus Sans"/>
              </a:rPr>
              <a:t>Sources:</a:t>
            </a:r>
          </a:p>
          <a:p xmlns:a="http://schemas.openxmlformats.org/drawingml/2006/main">
            <a:r>
              <a:rPr lang="ru-RU">
                <a:latin typeface="Nimbus Sans"/>
                <a:ea typeface="Nimbus Sans"/>
                <a:cs typeface="Nimbus Sans"/>
              </a:rPr>
              <a:t>experience: ../references/experience/source_ledger.md</a:t>
            </a:r>
          </a:p>
          <a:p xmlns:a="http://schemas.openxmlformats.org/drawingml/2006/main">
            <a:r>
              <a:rPr lang="ru-RU">
                <a:latin typeface="Nimbus Sans"/>
                <a:ea typeface="Nimbus Sans"/>
                <a:cs typeface="Nimbus Sans"/>
              </a:rPr>
              <a:t>chapter: ../chapters/05_experience.html</a:t>
            </a:r>
          </a:p>
          <a:p xmlns:a="http://schemas.openxmlformats.org/drawingml/2006/main">
            <a:r>
              <a:rPr lang="ru-RU">
                <a:latin typeface="Nimbus Sans"/>
                <a:ea typeface="Nimbus Sans"/>
                <a:cs typeface="Nimbus Sans"/>
              </a:rPr>
              <a:t>S09_atlas_locator: ../atlas/README.html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ru-RU">
                <a:latin typeface="Nimbus Sans"/>
                <a:ea typeface="Nimbus Sans"/>
                <a:cs typeface="Nimbus Sans"/>
              </a:rPr>
              <a:t>RECORDED W3  /  Request changes guests 07/08; the solver also moves 09/10</a:t>
            </a:r>
          </a:p>
          <a:p xmlns:a="http://schemas.openxmlformats.org/drawingml/2006/main">
            <a:r>
              <a:rPr lang="ru-RU">
                <a:latin typeface="Nimbus Sans"/>
                <a:ea typeface="Nimbus Sans"/>
                <a:cs typeface="Nimbus Sans"/>
              </a:rPr>
              <a:t/>
            </a:r>
          </a:p>
          <a:p xmlns:a="http://schemas.openxmlformats.org/drawingml/2006/main">
            <a:r>
              <a:rPr lang="ru-RU">
                <a:latin typeface="Nimbus Sans"/>
                <a:ea typeface="Nimbus Sans"/>
                <a:cs typeface="Nimbus Sans"/>
              </a:rPr>
              <a:t>Returned amendments change the seating work RECORDED W3 / Request changes guests 07/08; the solver also moves 09/10 Actual fields: REPLACE ALLOWED_TABLES, guests 07/08, tables=[table_1] Guests 01/02 03/04 05/06 07/08 09/10 11/12 SR1 Table 1 Table 2 Table 3 Table 2 Table 1 Table 3 SR2 Table 1 Table 2 Table 3 Table 1 Table 2 Table 3 Review material consumed by compile, solve, original validation and consume. SR3: VALIDATE_EXISTING, no new objective or search, same SR2 result. Displayed table names map source codes 0/1/2 to table_1/2/3. Eight protected base conditions and MIX objective remain.</a:t>
            </a:r>
          </a:p>
          <a:p xmlns:a="http://schemas.openxmlformats.org/drawingml/2006/main">
            <a:r>
              <a:rPr lang="ru-RU">
                <a:latin typeface="Nimbus Sans"/>
                <a:ea typeface="Nimbus Sans"/>
                <a:cs typeface="Nimbus Sans"/>
              </a:rPr>
              <a:t/>
            </a:r>
          </a:p>
          <a:p xmlns:a="http://schemas.openxmlformats.org/drawingml/2006/main">
            <a:r>
              <a:rPr lang="ru-RU">
                <a:latin typeface="Nimbus Sans"/>
                <a:ea typeface="Nimbus Sans"/>
                <a:cs typeface="Nimbus Sans"/>
              </a:rPr>
              <a:t>This is an editorial explanation of the named recorded or conceptual scope, not a new runtime result. Follow the source references for exact fields and limitations. B5 and final publication are not performed.</a:t>
            </a:r>
          </a:p>
          <a:p xmlns:a="http://schemas.openxmlformats.org/drawingml/2006/main">
            <a:r>
              <a:rPr lang="ru-RU">
                <a:latin typeface="Nimbus Sans"/>
                <a:ea typeface="Nimbus Sans"/>
                <a:cs typeface="Nimbus Sans"/>
              </a:rPr>
              <a:t/>
            </a:r>
          </a:p>
          <a:p xmlns:a="http://schemas.openxmlformats.org/drawingml/2006/main">
            <a:r>
              <a:rPr lang="ru-RU">
                <a:latin typeface="Nimbus Sans"/>
                <a:ea typeface="Nimbus Sans"/>
                <a:cs typeface="Nimbus Sans"/>
              </a:rPr>
              <a:t>Sources:</a:t>
            </a:r>
          </a:p>
          <a:p xmlns:a="http://schemas.openxmlformats.org/drawingml/2006/main">
            <a:r>
              <a:rPr lang="ru-RU">
                <a:latin typeface="Nimbus Sans"/>
                <a:ea typeface="Nimbus Sans"/>
                <a:cs typeface="Nimbus Sans"/>
              </a:rPr>
              <a:t>wedding: ../references/wedding/SOURCE_LEDGER.json</a:t>
            </a:r>
          </a:p>
          <a:p xmlns:a="http://schemas.openxmlformats.org/drawingml/2006/main">
            <a:r>
              <a:rPr lang="ru-RU">
                <a:latin typeface="Nimbus Sans"/>
                <a:ea typeface="Nimbus Sans"/>
                <a:cs typeface="Nimbus Sans"/>
              </a:rPr>
              <a:t>chapter: ../chapters/08_wedding.html</a:t>
            </a:r>
          </a:p>
          <a:p xmlns:a="http://schemas.openxmlformats.org/drawingml/2006/main">
            <a:r>
              <a:rPr lang="ru-RU">
                <a:latin typeface="Nimbus Sans"/>
                <a:ea typeface="Nimbus Sans"/>
                <a:cs typeface="Nimbus Sans"/>
              </a:rPr>
              <a:t>S10_atlas_locator: ../atlas/README.html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ru-RU">
                <a:latin typeface="Nimbus Sans"/>
                <a:ea typeface="Nimbus Sans"/>
                <a:cs typeface="Nimbus Sans"/>
              </a:rPr>
              <a:t>RECORDED W4 KEEP, REVISION 1  /  Separate from the W3 SR2 amendment</a:t>
            </a:r>
          </a:p>
          <a:p xmlns:a="http://schemas.openxmlformats.org/drawingml/2006/main">
            <a:r>
              <a:rPr lang="ru-RU">
                <a:latin typeface="Nimbus Sans"/>
                <a:ea typeface="Nimbus Sans"/>
                <a:cs typeface="Nimbus Sans"/>
              </a:rPr>
              <a:t/>
            </a:r>
          </a:p>
          <a:p xmlns:a="http://schemas.openxmlformats.org/drawingml/2006/main">
            <a:r>
              <a:rPr lang="ru-RU">
                <a:latin typeface="Nimbus Sans"/>
                <a:ea typeface="Nimbus Sans"/>
                <a:cs typeface="Nimbus Sans"/>
              </a:rPr>
              <a:t>A measured candidate becomes a checked result RECORDED W4 KEEP, REVISION 1 / Separate from the W3 SR2 amendment measurements[63] [1,0,1,0,0,0,0,0,0,1] Recorded order basis 517 Original conditions all satisfied qpu_consume actual material raw bits decoded seating checked result q0 and q2 and q9 are 1: 1 + 4 + 512 = 517 Seating [1,1,1,1,0,0,0,0,2,2,2,2], hard penalty 0, objective 0 33 valid / 1000 measured candidates. No local repair. Separate Root save decision records a 520-byte JSON write. 10-qubit up-to-four-local representation, not the 36-indicator QUBO. No quantum advantage or hardware-noise-rate claim.</a:t>
            </a:r>
          </a:p>
          <a:p xmlns:a="http://schemas.openxmlformats.org/drawingml/2006/main">
            <a:r>
              <a:rPr lang="ru-RU">
                <a:latin typeface="Nimbus Sans"/>
                <a:ea typeface="Nimbus Sans"/>
                <a:cs typeface="Nimbus Sans"/>
              </a:rPr>
              <a:t/>
            </a:r>
          </a:p>
          <a:p xmlns:a="http://schemas.openxmlformats.org/drawingml/2006/main">
            <a:r>
              <a:rPr lang="ru-RU">
                <a:latin typeface="Nimbus Sans"/>
                <a:ea typeface="Nimbus Sans"/>
                <a:cs typeface="Nimbus Sans"/>
              </a:rPr>
              <a:t>This is an editorial explanation of the named recorded or conceptual scope, not a new runtime result. Follow the source references for exact fields and limitations. B5 and final publication are not performed.</a:t>
            </a:r>
          </a:p>
          <a:p xmlns:a="http://schemas.openxmlformats.org/drawingml/2006/main">
            <a:r>
              <a:rPr lang="ru-RU">
                <a:latin typeface="Nimbus Sans"/>
                <a:ea typeface="Nimbus Sans"/>
                <a:cs typeface="Nimbus Sans"/>
              </a:rPr>
              <a:t/>
            </a:r>
          </a:p>
          <a:p xmlns:a="http://schemas.openxmlformats.org/drawingml/2006/main">
            <a:r>
              <a:rPr lang="ru-RU">
                <a:latin typeface="Nimbus Sans"/>
                <a:ea typeface="Nimbus Sans"/>
                <a:cs typeface="Nimbus Sans"/>
              </a:rPr>
              <a:t>Sources:</a:t>
            </a:r>
          </a:p>
          <a:p xmlns:a="http://schemas.openxmlformats.org/drawingml/2006/main">
            <a:r>
              <a:rPr lang="ru-RU">
                <a:latin typeface="Nimbus Sans"/>
                <a:ea typeface="Nimbus Sans"/>
                <a:cs typeface="Nimbus Sans"/>
              </a:rPr>
              <a:t>wedding: ../references/wedding/SOURCE_LEDGER.json</a:t>
            </a:r>
          </a:p>
          <a:p xmlns:a="http://schemas.openxmlformats.org/drawingml/2006/main">
            <a:r>
              <a:rPr lang="ru-RU">
                <a:latin typeface="Nimbus Sans"/>
                <a:ea typeface="Nimbus Sans"/>
                <a:cs typeface="Nimbus Sans"/>
              </a:rPr>
              <a:t>chapter: ../chapters/08_wedding.html</a:t>
            </a:r>
          </a:p>
          <a:p xmlns:a="http://schemas.openxmlformats.org/drawingml/2006/main">
            <a:r>
              <a:rPr lang="ru-RU">
                <a:latin typeface="Nimbus Sans"/>
                <a:ea typeface="Nimbus Sans"/>
                <a:cs typeface="Nimbus Sans"/>
              </a:rPr>
              <a:t>S11_atlas_locator: ../atlas/README.html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ru-RU">
                <a:latin typeface="Nimbus Sans"/>
                <a:ea typeface="Nimbus Sans"/>
                <a:cs typeface="Nimbus Sans"/>
              </a:rPr>
              <a:t>RECORDED EWS3R2 PRINCIPAL LANE  /  Separate clocks below, no receipt-controlled cleanup</a:t>
            </a:r>
          </a:p>
          <a:p xmlns:a="http://schemas.openxmlformats.org/drawingml/2006/main">
            <a:r>
              <a:rPr lang="ru-RU">
                <a:latin typeface="Nimbus Sans"/>
                <a:ea typeface="Nimbus Sans"/>
                <a:cs typeface="Nimbus Sans"/>
              </a:rPr>
              <a:t/>
            </a:r>
          </a:p>
          <a:p xmlns:a="http://schemas.openxmlformats.org/drawingml/2006/main">
            <a:r>
              <a:rPr lang="ru-RU">
                <a:latin typeface="Nimbus Sans"/>
                <a:ea typeface="Nimbus Sans"/>
                <a:cs typeface="Nimbus Sans"/>
              </a:rPr>
              <a:t>The photo result survives a media change RECORDED EWS3R2 PRINCIPAL LANE / Separate clocks below, no receipt-controlled cleanup Audio loss return code -9 Old packet refused fresh observation Affected media 4 to 16 frames changed-source data new current basis RETAINED PHOTO Same state and preview SHA. Producer count remains 3. Separate save decision / packet Actual write 250-byte sidecar Write receipt evidence bound bytes completed result RESOURCE END: owner-lifecycle cleanup. Audio ALREADY_EXITED, no graceful receipt. HISTORICAL EWS3: separate summary, later SUMMARY_ONLY descent and fresh Root review. Save precedes recorded closure chronologically. The receipt does not command cleanup or authorize another write.</a:t>
            </a:r>
          </a:p>
          <a:p xmlns:a="http://schemas.openxmlformats.org/drawingml/2006/main">
            <a:r>
              <a:rPr lang="ru-RU">
                <a:latin typeface="Nimbus Sans"/>
                <a:ea typeface="Nimbus Sans"/>
                <a:cs typeface="Nimbus Sans"/>
              </a:rPr>
              <a:t/>
            </a:r>
          </a:p>
          <a:p xmlns:a="http://schemas.openxmlformats.org/drawingml/2006/main">
            <a:r>
              <a:rPr lang="ru-RU">
                <a:latin typeface="Nimbus Sans"/>
                <a:ea typeface="Nimbus Sans"/>
                <a:cs typeface="Nimbus Sans"/>
              </a:rPr>
              <a:t>This is an editorial explanation of the named recorded or conceptual scope, not a new runtime result. Follow the source references for exact fields and limitations. B5 and final publication are not performed.</a:t>
            </a:r>
          </a:p>
          <a:p xmlns:a="http://schemas.openxmlformats.org/drawingml/2006/main">
            <a:r>
              <a:rPr lang="ru-RU">
                <a:latin typeface="Nimbus Sans"/>
                <a:ea typeface="Nimbus Sans"/>
                <a:cs typeface="Nimbus Sans"/>
              </a:rPr>
              <a:t/>
            </a:r>
          </a:p>
          <a:p xmlns:a="http://schemas.openxmlformats.org/drawingml/2006/main">
            <a:r>
              <a:rPr lang="ru-RU">
                <a:latin typeface="Nimbus Sans"/>
                <a:ea typeface="Nimbus Sans"/>
                <a:cs typeface="Nimbus Sans"/>
              </a:rPr>
              <a:t>Sources:</a:t>
            </a:r>
          </a:p>
          <a:p xmlns:a="http://schemas.openxmlformats.org/drawingml/2006/main">
            <a:r>
              <a:rPr lang="ru-RU">
                <a:latin typeface="Nimbus Sans"/>
                <a:ea typeface="Nimbus Sans"/>
                <a:cs typeface="Nimbus Sans"/>
              </a:rPr>
              <a:t>ews: ../references/ews/source_ledger.json</a:t>
            </a:r>
          </a:p>
          <a:p xmlns:a="http://schemas.openxmlformats.org/drawingml/2006/main">
            <a:r>
              <a:rPr lang="ru-RU">
                <a:latin typeface="Nimbus Sans"/>
                <a:ea typeface="Nimbus Sans"/>
                <a:cs typeface="Nimbus Sans"/>
              </a:rPr>
              <a:t>chapter: ../chapters/09_workspace.html</a:t>
            </a:r>
          </a:p>
          <a:p xmlns:a="http://schemas.openxmlformats.org/drawingml/2006/main">
            <a:r>
              <a:rPr lang="ru-RU">
                <a:latin typeface="Nimbus Sans"/>
                <a:ea typeface="Nimbus Sans"/>
                <a:cs typeface="Nimbus Sans"/>
              </a:rPr>
              <a:t>S12_atlas_locator: ../atlas/README.html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ru-RU">
                <a:latin typeface="Nimbus Sans"/>
                <a:ea typeface="Nimbus Sans"/>
                <a:cs typeface="Nimbus Sans"/>
              </a:rPr>
              <a:t>SELECTED MATRIX CELLS  /  Ten cases, ten relations in the linked full matrix</a:t>
            </a:r>
          </a:p>
          <a:p xmlns:a="http://schemas.openxmlformats.org/drawingml/2006/main">
            <a:r>
              <a:rPr lang="ru-RU">
                <a:latin typeface="Nimbus Sans"/>
                <a:ea typeface="Nimbus Sans"/>
                <a:cs typeface="Nimbus Sans"/>
              </a:rPr>
              <a:t/>
            </a:r>
          </a:p>
          <a:p xmlns:a="http://schemas.openxmlformats.org/drawingml/2006/main">
            <a:r>
              <a:rPr lang="ru-RU">
                <a:latin typeface="Nimbus Sans"/>
                <a:ea typeface="Nimbus Sans"/>
                <a:cs typeface="Nimbus Sans"/>
              </a:rPr>
              <a:t>Different cases expose different relations SELECTED MATRIX CELLS / Ten cases, ten relations in the linked full matrix Wedding Returned semantics Typed amendment changes consumed Work EWS Selective continuity Media changes; photo bytes remain Football Independent owners Checked offer is input, not BOOK permission G3 / G4 Experience and expenditure Current eligible history changes allocation Authoring Creation and admission Exam evidence precedes owner source operation Each cell carries its own source, selector, method and limit. Related examples did not execute as one composite transaction.</a:t>
            </a:r>
          </a:p>
          <a:p xmlns:a="http://schemas.openxmlformats.org/drawingml/2006/main">
            <a:r>
              <a:rPr lang="ru-RU">
                <a:latin typeface="Nimbus Sans"/>
                <a:ea typeface="Nimbus Sans"/>
                <a:cs typeface="Nimbus Sans"/>
              </a:rPr>
              <a:t/>
            </a:r>
          </a:p>
          <a:p xmlns:a="http://schemas.openxmlformats.org/drawingml/2006/main">
            <a:r>
              <a:rPr lang="ru-RU">
                <a:latin typeface="Nimbus Sans"/>
                <a:ea typeface="Nimbus Sans"/>
                <a:cs typeface="Nimbus Sans"/>
              </a:rPr>
              <a:t>This is an editorial explanation of the named recorded or conceptual scope, not a new runtime result. Follow the source references for exact fields and limitations. B5 and final publication are not performed.</a:t>
            </a:r>
          </a:p>
          <a:p xmlns:a="http://schemas.openxmlformats.org/drawingml/2006/main">
            <a:r>
              <a:rPr lang="ru-RU">
                <a:latin typeface="Nimbus Sans"/>
                <a:ea typeface="Nimbus Sans"/>
                <a:cs typeface="Nimbus Sans"/>
              </a:rPr>
              <a:t/>
            </a:r>
          </a:p>
          <a:p xmlns:a="http://schemas.openxmlformats.org/drawingml/2006/main">
            <a:r>
              <a:rPr lang="ru-RU">
                <a:latin typeface="Nimbus Sans"/>
                <a:ea typeface="Nimbus Sans"/>
                <a:cs typeface="Nimbus Sans"/>
              </a:rPr>
              <a:t>Sources:</a:t>
            </a:r>
          </a:p>
          <a:p xmlns:a="http://schemas.openxmlformats.org/drawingml/2006/main">
            <a:r>
              <a:rPr lang="ru-RU">
                <a:latin typeface="Nimbus Sans"/>
                <a:ea typeface="Nimbus Sans"/>
                <a:cs typeface="Nimbus Sans"/>
              </a:rPr>
              <a:t>cases: ../corpus/case_property_matrix.json</a:t>
            </a:r>
          </a:p>
          <a:p xmlns:a="http://schemas.openxmlformats.org/drawingml/2006/main">
            <a:r>
              <a:rPr lang="ru-RU">
                <a:latin typeface="Nimbus Sans"/>
                <a:ea typeface="Nimbus Sans"/>
                <a:cs typeface="Nimbus Sans"/>
              </a:rPr>
              <a:t>chapter: ../chapters/10_cross_case.html</a:t>
            </a:r>
          </a:p>
          <a:p xmlns:a="http://schemas.openxmlformats.org/drawingml/2006/main">
            <a:r>
              <a:rPr lang="ru-RU">
                <a:latin typeface="Nimbus Sans"/>
                <a:ea typeface="Nimbus Sans"/>
                <a:cs typeface="Nimbus Sans"/>
              </a:rPr>
              <a:t>S13_atlas_locator: ../atlas/README.html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ru-RU">
                <a:latin typeface="Nimbus Sans"/>
                <a:ea typeface="Nimbus Sans"/>
                <a:cs typeface="Nimbus Sans"/>
              </a:rPr>
              <a:t>RECORDED INCIDENT ATLAS S1 / S4  /  Controlled Water Filter operations</a:t>
            </a:r>
          </a:p>
          <a:p xmlns:a="http://schemas.openxmlformats.org/drawingml/2006/main">
            <a:r>
              <a:rPr lang="ru-RU">
                <a:latin typeface="Nimbus Sans"/>
                <a:ea typeface="Nimbus Sans"/>
                <a:cs typeface="Nimbus Sans"/>
              </a:rPr>
              <a:t/>
            </a:r>
          </a:p>
          <a:p xmlns:a="http://schemas.openxmlformats.org/drawingml/2006/main">
            <a:r>
              <a:rPr lang="ru-RU">
                <a:latin typeface="Nimbus Sans"/>
                <a:ea typeface="Nimbus Sans"/>
                <a:cs typeface="Nimbus Sans"/>
              </a:rPr>
              <a:t>A refused neighbor makes the boundary visible RECORDED INCIDENT ATLAS S1 / S4 / Controlled Water Filter operations Supplier A permitted bounded operation Local Root reviews Supplier B's unsafe recipient proposal Current review permits one controlled mock effect Root refuses: no packet zero effects from ADV-1 S1: DIRECT_CAUSAL S4: SHARED_DOMAIN_PROOF_POST_CONSUMER_CONTROL Shared domain proof is separate from direct causality; S4 controls follow the consumer. Supplier labels alone establish no second Root.</a:t>
            </a:r>
          </a:p>
          <a:p xmlns:a="http://schemas.openxmlformats.org/drawingml/2006/main">
            <a:r>
              <a:rPr lang="ru-RU">
                <a:latin typeface="Nimbus Sans"/>
                <a:ea typeface="Nimbus Sans"/>
                <a:cs typeface="Nimbus Sans"/>
              </a:rPr>
              <a:t/>
            </a:r>
          </a:p>
          <a:p xmlns:a="http://schemas.openxmlformats.org/drawingml/2006/main">
            <a:r>
              <a:rPr lang="ru-RU">
                <a:latin typeface="Nimbus Sans"/>
                <a:ea typeface="Nimbus Sans"/>
                <a:cs typeface="Nimbus Sans"/>
              </a:rPr>
              <a:t>This is an editorial explanation of the named recorded or conceptual scope, not a new runtime result. Follow the source references for exact fields and limitations. B5 and final publication are not performed.</a:t>
            </a:r>
          </a:p>
          <a:p xmlns:a="http://schemas.openxmlformats.org/drawingml/2006/main">
            <a:r>
              <a:rPr lang="ru-RU">
                <a:latin typeface="Nimbus Sans"/>
                <a:ea typeface="Nimbus Sans"/>
                <a:cs typeface="Nimbus Sans"/>
              </a:rPr>
              <a:t/>
            </a:r>
          </a:p>
          <a:p xmlns:a="http://schemas.openxmlformats.org/drawingml/2006/main">
            <a:r>
              <a:rPr lang="ru-RU">
                <a:latin typeface="Nimbus Sans"/>
                <a:ea typeface="Nimbus Sans"/>
                <a:cs typeface="Nimbus Sans"/>
              </a:rPr>
              <a:t>Sources:</a:t>
            </a:r>
          </a:p>
          <a:p xmlns:a="http://schemas.openxmlformats.org/drawingml/2006/main">
            <a:r>
              <a:rPr lang="ru-RU">
                <a:latin typeface="Nimbus Sans"/>
                <a:ea typeface="Nimbus Sans"/>
                <a:cs typeface="Nimbus Sans"/>
              </a:rPr>
              <a:t>incident: https://github.com/AAkhtanin/hedgehog-os/blob/2e965ecb18e545e428380eb8e9aa5a7037a388be/docs/showcase/incident_to_proof_atlas_v01/evidence/atlas_package.json</a:t>
            </a:r>
          </a:p>
          <a:p xmlns:a="http://schemas.openxmlformats.org/drawingml/2006/main">
            <a:r>
              <a:rPr lang="ru-RU">
                <a:latin typeface="Nimbus Sans"/>
                <a:ea typeface="Nimbus Sans"/>
                <a:cs typeface="Nimbus Sans"/>
              </a:rPr>
              <a:t>chapter: ../chapters/10_cross_case.html</a:t>
            </a:r>
          </a:p>
          <a:p xmlns:a="http://schemas.openxmlformats.org/drawingml/2006/main">
            <a:r>
              <a:rPr lang="ru-RU">
                <a:latin typeface="Nimbus Sans"/>
                <a:ea typeface="Nimbus Sans"/>
                <a:cs typeface="Nimbus Sans"/>
              </a:rPr>
              <a:t>S14_atlas_locator: ../atlas/README.html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ru-RU">
                <a:latin typeface="Nimbus Sans"/>
                <a:ea typeface="Nimbus Sans"/>
                <a:cs typeface="Nimbus Sans"/>
              </a:rPr>
              <a:t>G3 / G4 RECORDED MECHANISMS  /  Eligibility and Root descent precede current advisory use</a:t>
            </a:r>
          </a:p>
          <a:p xmlns:a="http://schemas.openxmlformats.org/drawingml/2006/main">
            <a:r>
              <a:rPr lang="ru-RU">
                <a:latin typeface="Nimbus Sans"/>
                <a:ea typeface="Nimbus Sans"/>
                <a:cs typeface="Nimbus Sans"/>
              </a:rPr>
              <a:t/>
            </a:r>
          </a:p>
          <a:p xmlns:a="http://schemas.openxmlformats.org/drawingml/2006/main">
            <a:r>
              <a:rPr lang="ru-RU">
                <a:latin typeface="Nimbus Sans"/>
                <a:ea typeface="Nimbus Sans"/>
                <a:cs typeface="Nimbus Sans"/>
              </a:rPr>
              <a:t>Recorded experience changes finite expenditure G3 / G4 RECORDED MECHANISMS / Eligibility and Root descent precede current advisory use Source-bound outcome event OFE record; then fold / retained history DRS read; then current Root descent Advisory values current comparison qualified event stored evidence eligible material Finite pressure and apportionment 7 allocation units 4 / 3 becomes 3 / 4 Actual Work dispatch budget 9 integer allocation bounded dispatch current comparison input Budget 9 = 1 spent + 1 reserved + 7 allocated. N4-04 is a separate 1-to-0 domain-call witness with current reads and reviews.</a:t>
            </a:r>
          </a:p>
          <a:p xmlns:a="http://schemas.openxmlformats.org/drawingml/2006/main">
            <a:r>
              <a:rPr lang="ru-RU">
                <a:latin typeface="Nimbus Sans"/>
                <a:ea typeface="Nimbus Sans"/>
                <a:cs typeface="Nimbus Sans"/>
              </a:rPr>
              <a:t/>
            </a:r>
          </a:p>
          <a:p xmlns:a="http://schemas.openxmlformats.org/drawingml/2006/main">
            <a:r>
              <a:rPr lang="ru-RU">
                <a:latin typeface="Nimbus Sans"/>
                <a:ea typeface="Nimbus Sans"/>
                <a:cs typeface="Nimbus Sans"/>
              </a:rPr>
              <a:t>This is an editorial explanation of the named recorded or conceptual scope, not a new runtime result. Follow the source references for exact fields and limitations. B5 and final publication are not performed.</a:t>
            </a:r>
          </a:p>
          <a:p xmlns:a="http://schemas.openxmlformats.org/drawingml/2006/main">
            <a:r>
              <a:rPr lang="ru-RU">
                <a:latin typeface="Nimbus Sans"/>
                <a:ea typeface="Nimbus Sans"/>
                <a:cs typeface="Nimbus Sans"/>
              </a:rPr>
              <a:t/>
            </a:r>
          </a:p>
          <a:p xmlns:a="http://schemas.openxmlformats.org/drawingml/2006/main">
            <a:r>
              <a:rPr lang="ru-RU">
                <a:latin typeface="Nimbus Sans"/>
                <a:ea typeface="Nimbus Sans"/>
                <a:cs typeface="Nimbus Sans"/>
              </a:rPr>
              <a:t>Sources:</a:t>
            </a:r>
          </a:p>
          <a:p xmlns:a="http://schemas.openxmlformats.org/drawingml/2006/main">
            <a:r>
              <a:rPr lang="ru-RU">
                <a:latin typeface="Nimbus Sans"/>
                <a:ea typeface="Nimbus Sans"/>
                <a:cs typeface="Nimbus Sans"/>
              </a:rPr>
              <a:t>experience: ../references/experience/source_ledger.md</a:t>
            </a:r>
          </a:p>
          <a:p xmlns:a="http://schemas.openxmlformats.org/drawingml/2006/main">
            <a:r>
              <a:rPr lang="ru-RU">
                <a:latin typeface="Nimbus Sans"/>
                <a:ea typeface="Nimbus Sans"/>
                <a:cs typeface="Nimbus Sans"/>
              </a:rPr>
              <a:t>chapter: ../chapters/05_experience.html</a:t>
            </a:r>
          </a:p>
          <a:p xmlns:a="http://schemas.openxmlformats.org/drawingml/2006/main">
            <a:r>
              <a:rPr lang="ru-RU">
                <a:latin typeface="Nimbus Sans"/>
                <a:ea typeface="Nimbus Sans"/>
                <a:cs typeface="Nimbus Sans"/>
              </a:rPr>
              <a:t>S15_atlas_locator: ../atlas/README.html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ru-RU">
                <a:latin typeface="Nimbus Sans"/>
                <a:ea typeface="Nimbus Sans"/>
                <a:cs typeface="Nimbus Sans"/>
              </a:rPr>
              <a:t>RECORDED FOOTBALL RELATIONS / E is a value inside B; B is material inside C</a:t>
            </a:r>
          </a:p>
          <a:p xmlns:a="http://schemas.openxmlformats.org/drawingml/2006/main">
            <a:r>
              <a:rPr lang="ru-RU">
                <a:latin typeface="Nimbus Sans"/>
                <a:ea typeface="Nimbus Sans"/>
                <a:cs typeface="Nimbus Sans"/>
              </a:rPr>
              <a:t/>
            </a:r>
          </a:p>
          <a:p xmlns:a="http://schemas.openxmlformats.org/drawingml/2006/main">
            <a:r>
              <a:rPr lang="ru-RU">
                <a:latin typeface="Nimbus Sans"/>
                <a:ea typeface="Nimbus Sans"/>
                <a:cs typeface="Nimbus Sans"/>
              </a:rPr>
              <a:t>Qualified context reaches Work; refusal stops RECORDED FOOTBALL RELATIONS / E is a value inside B; B is material inside C Producer E offer_json Released B B.offer = E Local checks body / status Qualified C C.body = B value source qualified Authenticated STATUS and source address DATA, not control REVOKED / invalid STOP: no consumption refused branch Requester Work consumes offer field only valid C No arrow leads from refusal to Work. Booking still requires a separate current Root packet and action.</a:t>
            </a:r>
          </a:p>
          <a:p xmlns:a="http://schemas.openxmlformats.org/drawingml/2006/main">
            <a:r>
              <a:rPr lang="ru-RU">
                <a:latin typeface="Nimbus Sans"/>
                <a:ea typeface="Nimbus Sans"/>
                <a:cs typeface="Nimbus Sans"/>
              </a:rPr>
              <a:t/>
            </a:r>
          </a:p>
          <a:p xmlns:a="http://schemas.openxmlformats.org/drawingml/2006/main">
            <a:r>
              <a:rPr lang="ru-RU">
                <a:latin typeface="Nimbus Sans"/>
                <a:ea typeface="Nimbus Sans"/>
                <a:cs typeface="Nimbus Sans"/>
              </a:rPr>
              <a:t>This is an editorial explanation of the named recorded or conceptual scope, not a new runtime result. Follow the source references for exact fields and limitations. B5 and final publication are not performed.</a:t>
            </a:r>
          </a:p>
          <a:p xmlns:a="http://schemas.openxmlformats.org/drawingml/2006/main">
            <a:r>
              <a:rPr lang="ru-RU">
                <a:latin typeface="Nimbus Sans"/>
                <a:ea typeface="Nimbus Sans"/>
                <a:cs typeface="Nimbus Sans"/>
              </a:rPr>
              <a:t/>
            </a:r>
          </a:p>
          <a:p xmlns:a="http://schemas.openxmlformats.org/drawingml/2006/main">
            <a:r>
              <a:rPr lang="ru-RU">
                <a:latin typeface="Nimbus Sans"/>
                <a:ea typeface="Nimbus Sans"/>
                <a:cs typeface="Nimbus Sans"/>
              </a:rPr>
              <a:t>Sources:</a:t>
            </a:r>
          </a:p>
          <a:p xmlns:a="http://schemas.openxmlformats.org/drawingml/2006/main">
            <a:r>
              <a:rPr lang="ru-RU">
                <a:latin typeface="Nimbus Sans"/>
                <a:ea typeface="Nimbus Sans"/>
                <a:cs typeface="Nimbus Sans"/>
              </a:rPr>
              <a:t>football: ../references/episode_sources.json</a:t>
            </a:r>
          </a:p>
          <a:p xmlns:a="http://schemas.openxmlformats.org/drawingml/2006/main">
            <a:r>
              <a:rPr lang="ru-RU">
                <a:latin typeface="Nimbus Sans"/>
                <a:ea typeface="Nimbus Sans"/>
                <a:cs typeface="Nimbus Sans"/>
              </a:rPr>
              <a:t>chapter: ../chapters/07_football.html</a:t>
            </a:r>
          </a:p>
          <a:p xmlns:a="http://schemas.openxmlformats.org/drawingml/2006/main">
            <a:r>
              <a:rPr lang="ru-RU">
                <a:latin typeface="Nimbus Sans"/>
                <a:ea typeface="Nimbus Sans"/>
                <a:cs typeface="Nimbus Sans"/>
              </a:rPr>
              <a:t>S16_atlas_locator: ../atlas/README.html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ru-RU">
                <a:latin typeface="Nimbus Sans"/>
                <a:ea typeface="Nimbus Sans"/>
                <a:cs typeface="Nimbus Sans"/>
              </a:rPr>
              <a:t>CONCEPTUAL / HOW and WHAT are separate; candidate material is not its author</a:t>
            </a:r>
          </a:p>
          <a:p xmlns:a="http://schemas.openxmlformats.org/drawingml/2006/main">
            <a:r>
              <a:rPr lang="ru-RU">
                <a:latin typeface="Nimbus Sans"/>
                <a:ea typeface="Nimbus Sans"/>
                <a:cs typeface="Nimbus Sans"/>
              </a:rPr>
              <a:t/>
            </a:r>
          </a:p>
          <a:p xmlns:a="http://schemas.openxmlformats.org/drawingml/2006/main">
            <a:r>
              <a:rPr lang="ru-RU">
                <a:latin typeface="Nimbus Sans"/>
                <a:ea typeface="Nimbus Sans"/>
                <a:cs typeface="Nimbus Sans"/>
              </a:rPr>
              <a:t>Creating a component does not grant its authority CONCEPTUAL / HOW and WHAT are separate; candidate material is not its author HOW: interfaces WHAT: task External author Candidate bytes reference task creates Independent exam Owner source admission New bounded Work checks actual material review identity New current inputs and Root decisions remain required. No stored runtime grant. G54B1/G54D remain INCOMPLETE. G54D1 includes explicitly authorized correction 4; the audit packet is not the kit.</a:t>
            </a:r>
          </a:p>
          <a:p xmlns:a="http://schemas.openxmlformats.org/drawingml/2006/main">
            <a:r>
              <a:rPr lang="ru-RU">
                <a:latin typeface="Nimbus Sans"/>
                <a:ea typeface="Nimbus Sans"/>
                <a:cs typeface="Nimbus Sans"/>
              </a:rPr>
              <a:t/>
            </a:r>
          </a:p>
          <a:p xmlns:a="http://schemas.openxmlformats.org/drawingml/2006/main">
            <a:r>
              <a:rPr lang="ru-RU">
                <a:latin typeface="Nimbus Sans"/>
                <a:ea typeface="Nimbus Sans"/>
                <a:cs typeface="Nimbus Sans"/>
              </a:rPr>
              <a:t>This is an editorial explanation of the named recorded or conceptual scope, not a new runtime result. Follow the source references for exact fields and limitations. B5 and final publication are not performed.</a:t>
            </a:r>
          </a:p>
          <a:p xmlns:a="http://schemas.openxmlformats.org/drawingml/2006/main">
            <a:r>
              <a:rPr lang="ru-RU">
                <a:latin typeface="Nimbus Sans"/>
                <a:ea typeface="Nimbus Sans"/>
                <a:cs typeface="Nimbus Sans"/>
              </a:rPr>
              <a:t/>
            </a:r>
          </a:p>
          <a:p xmlns:a="http://schemas.openxmlformats.org/drawingml/2006/main">
            <a:r>
              <a:rPr lang="ru-RU">
                <a:latin typeface="Nimbus Sans"/>
                <a:ea typeface="Nimbus Sans"/>
                <a:cs typeface="Nimbus Sans"/>
              </a:rPr>
              <a:t>Sources:</a:t>
            </a:r>
          </a:p>
          <a:p xmlns:a="http://schemas.openxmlformats.org/drawingml/2006/main">
            <a:r>
              <a:rPr lang="ru-RU">
                <a:latin typeface="Nimbus Sans"/>
                <a:ea typeface="Nimbus Sans"/>
                <a:cs typeface="Nimbus Sans"/>
              </a:rPr>
              <a:t>author: https://github.com/AAkhtanin/hedgehog-os/blob/2e965ecb18e545e428380eb8e9aa5a7037a388be/docs/gate5_authoring_kit_v01/START_HERE.md</a:t>
            </a:r>
          </a:p>
          <a:p xmlns:a="http://schemas.openxmlformats.org/drawingml/2006/main">
            <a:r>
              <a:rPr lang="ru-RU">
                <a:latin typeface="Nimbus Sans"/>
                <a:ea typeface="Nimbus Sans"/>
                <a:cs typeface="Nimbus Sans"/>
              </a:rPr>
              <a:t>chapter: ../chapters/11_integration.html</a:t>
            </a:r>
          </a:p>
          <a:p xmlns:a="http://schemas.openxmlformats.org/drawingml/2006/main">
            <a:r>
              <a:rPr lang="ru-RU">
                <a:latin typeface="Nimbus Sans"/>
                <a:ea typeface="Nimbus Sans"/>
                <a:cs typeface="Nimbus Sans"/>
              </a:rPr>
              <a:t>S17_atlas_locator: ../atlas/README.html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ru-RU">
                <a:latin typeface="Nimbus Sans"/>
                <a:ea typeface="Nimbus Sans"/>
                <a:cs typeface="Nimbus Sans"/>
              </a:rPr>
              <a:t>METHOD / THREAT MODEL  /  No new exploit trial in this publication</a:t>
            </a:r>
          </a:p>
          <a:p xmlns:a="http://schemas.openxmlformats.org/drawingml/2006/main">
            <a:r>
              <a:rPr lang="ru-RU">
                <a:latin typeface="Nimbus Sans"/>
                <a:ea typeface="Nimbus Sans"/>
                <a:cs typeface="Nimbus Sans"/>
              </a:rPr>
              <a:t/>
            </a:r>
          </a:p>
          <a:p xmlns:a="http://schemas.openxmlformats.org/drawingml/2006/main">
            <a:r>
              <a:rPr lang="ru-RU">
                <a:latin typeface="Nimbus Sans"/>
                <a:ea typeface="Nimbus Sans"/>
                <a:cs typeface="Nimbus Sans"/>
              </a:rPr>
              <a:t>The entry boundary defines the audit question METHOD / THREAT MODEL / No new exploit trial in this publication Pre-granted admin access Direct trusted-state modification already privileged Allowed untrusted input Declared validation boundary Reviewed reference execution candidate data only admitted input An exploit reachable from an allowed input remains in scope. Reviewed-reference assumptions do not certify universal isolation.</a:t>
            </a:r>
          </a:p>
          <a:p xmlns:a="http://schemas.openxmlformats.org/drawingml/2006/main">
            <a:r>
              <a:rPr lang="ru-RU">
                <a:latin typeface="Nimbus Sans"/>
                <a:ea typeface="Nimbus Sans"/>
                <a:cs typeface="Nimbus Sans"/>
              </a:rPr>
              <a:t/>
            </a:r>
          </a:p>
          <a:p xmlns:a="http://schemas.openxmlformats.org/drawingml/2006/main">
            <a:r>
              <a:rPr lang="ru-RU">
                <a:latin typeface="Nimbus Sans"/>
                <a:ea typeface="Nimbus Sans"/>
                <a:cs typeface="Nimbus Sans"/>
              </a:rPr>
              <a:t>This is an editorial explanation of the named recorded or conceptual scope, not a new runtime result. Follow the source references for exact fields and limitations. B5 and final publication are not performed.</a:t>
            </a:r>
          </a:p>
          <a:p xmlns:a="http://schemas.openxmlformats.org/drawingml/2006/main">
            <a:r>
              <a:rPr lang="ru-RU">
                <a:latin typeface="Nimbus Sans"/>
                <a:ea typeface="Nimbus Sans"/>
                <a:cs typeface="Nimbus Sans"/>
              </a:rPr>
              <a:t/>
            </a:r>
          </a:p>
          <a:p xmlns:a="http://schemas.openxmlformats.org/drawingml/2006/main">
            <a:r>
              <a:rPr lang="ru-RU">
                <a:latin typeface="Nimbus Sans"/>
                <a:ea typeface="Nimbus Sans"/>
                <a:cs typeface="Nimbus Sans"/>
              </a:rPr>
              <a:t>Sources:</a:t>
            </a:r>
          </a:p>
          <a:p xmlns:a="http://schemas.openxmlformats.org/drawingml/2006/main">
            <a:r>
              <a:rPr lang="ru-RU">
                <a:latin typeface="Nimbus Sans"/>
                <a:ea typeface="Nimbus Sans"/>
                <a:cs typeface="Nimbus Sans"/>
              </a:rPr>
              <a:t>method: https://github.com/AAkhtanin/hedgehog-os/blob/2e965ecb18e545e428380eb8e9aa5a7037a388be/docs/gate6_reference_v01/FINITE_COMPLETION.md</a:t>
            </a:r>
          </a:p>
          <a:p xmlns:a="http://schemas.openxmlformats.org/drawingml/2006/main">
            <a:r>
              <a:rPr lang="ru-RU">
                <a:latin typeface="Nimbus Sans"/>
                <a:ea typeface="Nimbus Sans"/>
                <a:cs typeface="Nimbus Sans"/>
              </a:rPr>
              <a:t>chapter: ../chapters/06_method.html</a:t>
            </a:r>
          </a:p>
          <a:p xmlns:a="http://schemas.openxmlformats.org/drawingml/2006/main">
            <a:r>
              <a:rPr lang="ru-RU">
                <a:latin typeface="Nimbus Sans"/>
                <a:ea typeface="Nimbus Sans"/>
                <a:cs typeface="Nimbus Sans"/>
              </a:rPr>
              <a:t>S18_atlas_locator: ../atlas/README.html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ru-RU">
                <a:latin typeface="Nimbus Sans"/>
                <a:ea typeface="Nimbus Sans"/>
                <a:cs typeface="Nimbus Sans"/>
              </a:rPr>
              <a:t>CONCEPTUAL VISUAL SEAL  /  NONCANONICAL preview, actual receipt-to-image binding unknown</a:t>
            </a:r>
          </a:p>
          <a:p xmlns:a="http://schemas.openxmlformats.org/drawingml/2006/main">
            <a:r>
              <a:rPr lang="ru-RU">
                <a:latin typeface="Nimbus Sans"/>
                <a:ea typeface="Nimbus Sans"/>
                <a:cs typeface="Nimbus Sans"/>
              </a:rPr>
              <a:t/>
            </a:r>
          </a:p>
          <a:p xmlns:a="http://schemas.openxmlformats.org/drawingml/2006/main">
            <a:r>
              <a:rPr lang="ru-RU">
                <a:latin typeface="Nimbus Sans"/>
                <a:ea typeface="Nimbus Sans"/>
                <a:cs typeface="Nimbus Sans"/>
              </a:rPr>
              <a:t>A visual companion helps recognize a record CONCEPTUAL VISUAL SEAL / NONCANONICAL preview, actual receipt-to-image binding unknown VISUAL_SEAL Human-facing companion  CRYPTO_SEAL Bound evidence and its verification No invented digest, decoder or signature from this picture. The companion can support recognition. Its existence does not establish the truth, authority or completeness of a record.</a:t>
            </a:r>
          </a:p>
          <a:p xmlns:a="http://schemas.openxmlformats.org/drawingml/2006/main">
            <a:r>
              <a:rPr lang="ru-RU">
                <a:latin typeface="Nimbus Sans"/>
                <a:ea typeface="Nimbus Sans"/>
                <a:cs typeface="Nimbus Sans"/>
              </a:rPr>
              <a:t/>
            </a:r>
          </a:p>
          <a:p xmlns:a="http://schemas.openxmlformats.org/drawingml/2006/main">
            <a:r>
              <a:rPr lang="ru-RU">
                <a:latin typeface="Nimbus Sans"/>
                <a:ea typeface="Nimbus Sans"/>
                <a:cs typeface="Nimbus Sans"/>
              </a:rPr>
              <a:t>This is an editorial explanation of the named recorded or conceptual scope, not a new runtime result. Follow the source references for exact fields and limitations. B5 and final publication are not performed.</a:t>
            </a:r>
          </a:p>
          <a:p xmlns:a="http://schemas.openxmlformats.org/drawingml/2006/main">
            <a:r>
              <a:rPr lang="ru-RU">
                <a:latin typeface="Nimbus Sans"/>
                <a:ea typeface="Nimbus Sans"/>
                <a:cs typeface="Nimbus Sans"/>
              </a:rPr>
              <a:t/>
            </a:r>
          </a:p>
          <a:p xmlns:a="http://schemas.openxmlformats.org/drawingml/2006/main">
            <a:r>
              <a:rPr lang="ru-RU">
                <a:latin typeface="Nimbus Sans"/>
                <a:ea typeface="Nimbus Sans"/>
                <a:cs typeface="Nimbus Sans"/>
              </a:rPr>
              <a:t>Sources:</a:t>
            </a:r>
          </a:p>
          <a:p xmlns:a="http://schemas.openxmlformats.org/drawingml/2006/main">
            <a:r>
              <a:rPr lang="ru-RU">
                <a:latin typeface="Nimbus Sans"/>
                <a:ea typeface="Nimbus Sans"/>
                <a:cs typeface="Nimbus Sans"/>
              </a:rPr>
              <a:t>identity: ../VISUAL_SEAL.html</a:t>
            </a:r>
          </a:p>
          <a:p xmlns:a="http://schemas.openxmlformats.org/drawingml/2006/main">
            <a:r>
              <a:rPr lang="ru-RU">
                <a:latin typeface="Nimbus Sans"/>
                <a:ea typeface="Nimbus Sans"/>
                <a:cs typeface="Nimbus Sans"/>
              </a:rPr>
              <a:t>chapter: ../chapters/14_identity.html</a:t>
            </a:r>
          </a:p>
          <a:p xmlns:a="http://schemas.openxmlformats.org/drawingml/2006/main">
            <a:r>
              <a:rPr lang="ru-RU">
                <a:latin typeface="Nimbus Sans"/>
                <a:ea typeface="Nimbus Sans"/>
                <a:cs typeface="Nimbus Sans"/>
              </a:rPr>
              <a:t>S19_atlas_locator: ../atlas/README.html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ru-RU">
                <a:latin typeface="Nimbus Sans"/>
                <a:ea typeface="Nimbus Sans"/>
                <a:cs typeface="Nimbus Sans"/>
              </a:rPr>
              <a:t>INTEGRATOR VIEW  /  Existing HOW route, no claimed customer deployment</a:t>
            </a:r>
          </a:p>
          <a:p xmlns:a="http://schemas.openxmlformats.org/drawingml/2006/main">
            <a:r>
              <a:rPr lang="ru-RU">
                <a:latin typeface="Nimbus Sans"/>
                <a:ea typeface="Nimbus Sans"/>
                <a:cs typeface="Nimbus Sans"/>
              </a:rPr>
              <a:t/>
            </a:r>
          </a:p>
          <a:p xmlns:a="http://schemas.openxmlformats.org/drawingml/2006/main">
            <a:r>
              <a:rPr lang="ru-RU">
                <a:latin typeface="Nimbus Sans"/>
                <a:ea typeface="Nimbus Sans"/>
                <a:cs typeface="Nimbus Sans"/>
              </a:rPr>
              <a:t>Integration supplies meaning within common boundaries INTEGRATOR VIEW / Existing HOW route, no claimed customer deployment Kernel provides typed Work, time, Root Integration supplies sources and adapters Independent review checks exact candidate documented HOW observable evidence Source observations, payload schemas and effect mapping remain integration work. IAM, policy engines and cloud services are possible integrations, not endorsements. Source admission and every current runtime action remain separate. The HOW link opens accepted source documentation.</a:t>
            </a:r>
          </a:p>
          <a:p xmlns:a="http://schemas.openxmlformats.org/drawingml/2006/main">
            <a:r>
              <a:rPr lang="ru-RU">
                <a:latin typeface="Nimbus Sans"/>
                <a:ea typeface="Nimbus Sans"/>
                <a:cs typeface="Nimbus Sans"/>
              </a:rPr>
              <a:t/>
            </a:r>
          </a:p>
          <a:p xmlns:a="http://schemas.openxmlformats.org/drawingml/2006/main">
            <a:r>
              <a:rPr lang="ru-RU">
                <a:latin typeface="Nimbus Sans"/>
                <a:ea typeface="Nimbus Sans"/>
                <a:cs typeface="Nimbus Sans"/>
              </a:rPr>
              <a:t>This is an editorial explanation of the named recorded or conceptual scope, not a new runtime result. Follow the source references for exact fields and limitations. B5 and final publication are not performed.</a:t>
            </a:r>
          </a:p>
          <a:p xmlns:a="http://schemas.openxmlformats.org/drawingml/2006/main">
            <a:r>
              <a:rPr lang="ru-RU">
                <a:latin typeface="Nimbus Sans"/>
                <a:ea typeface="Nimbus Sans"/>
                <a:cs typeface="Nimbus Sans"/>
              </a:rPr>
              <a:t/>
            </a:r>
          </a:p>
          <a:p xmlns:a="http://schemas.openxmlformats.org/drawingml/2006/main">
            <a:r>
              <a:rPr lang="ru-RU">
                <a:latin typeface="Nimbus Sans"/>
                <a:ea typeface="Nimbus Sans"/>
                <a:cs typeface="Nimbus Sans"/>
              </a:rPr>
              <a:t>Sources:</a:t>
            </a:r>
          </a:p>
          <a:p xmlns:a="http://schemas.openxmlformats.org/drawingml/2006/main">
            <a:r>
              <a:rPr lang="ru-RU">
                <a:latin typeface="Nimbus Sans"/>
                <a:ea typeface="Nimbus Sans"/>
                <a:cs typeface="Nimbus Sans"/>
              </a:rPr>
              <a:t>author: https://github.com/AAkhtanin/hedgehog-os/blob/2e965ecb18e545e428380eb8e9aa5a7037a388be/docs/gate5_authoring_kit_v01/START_HERE.md</a:t>
            </a:r>
          </a:p>
          <a:p xmlns:a="http://schemas.openxmlformats.org/drawingml/2006/main">
            <a:r>
              <a:rPr lang="ru-RU">
                <a:latin typeface="Nimbus Sans"/>
                <a:ea typeface="Nimbus Sans"/>
                <a:cs typeface="Nimbus Sans"/>
              </a:rPr>
              <a:t>chapter: ../chapters/11_integration.html</a:t>
            </a:r>
          </a:p>
          <a:p xmlns:a="http://schemas.openxmlformats.org/drawingml/2006/main">
            <a:r>
              <a:rPr lang="ru-RU">
                <a:latin typeface="Nimbus Sans"/>
                <a:ea typeface="Nimbus Sans"/>
                <a:cs typeface="Nimbus Sans"/>
              </a:rPr>
              <a:t>S20_atlas_locator: ../atlas/README.html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ru-RU">
                <a:latin typeface="Nimbus Sans"/>
                <a:ea typeface="Nimbus Sans"/>
                <a:cs typeface="Nimbus Sans"/>
              </a:rPr>
              <a:t>PUBLICATION IDENTITY NOTATION  /  These A/B/C labels are not Football E/B/C</a:t>
            </a:r>
          </a:p>
          <a:p xmlns:a="http://schemas.openxmlformats.org/drawingml/2006/main">
            <a:r>
              <a:rPr lang="ru-RU">
                <a:latin typeface="Nimbus Sans"/>
                <a:ea typeface="Nimbus Sans"/>
                <a:cs typeface="Nimbus Sans"/>
              </a:rPr>
              <a:t/>
            </a:r>
          </a:p>
          <a:p xmlns:a="http://schemas.openxmlformats.org/drawingml/2006/main">
            <a:r>
              <a:rPr lang="ru-RU">
                <a:latin typeface="Nimbus Sans"/>
                <a:ea typeface="Nimbus Sans"/>
                <a:cs typeface="Nimbus Sans"/>
              </a:rPr>
              <a:t>Technical evidence, publication and archive differ PUBLICATION IDENTITY NOTATION / These A/B/C labels are not Football E/B/C A: technical source 2e965ec... B: this review corpus unpublished successor C: eventual deposit no DOI assigned explained by future exact deposit 69 obligations satisfied, 4 explicitly deferred. Two fresh and nine retained final profiles: mixed source-bound evidence. N1-18, N1-19, N4-12 and N4-13 remain deferred. The review TAR is a deliverable, not a public archive deposit.</a:t>
            </a:r>
          </a:p>
          <a:p xmlns:a="http://schemas.openxmlformats.org/drawingml/2006/main">
            <a:r>
              <a:rPr lang="ru-RU">
                <a:latin typeface="Nimbus Sans"/>
                <a:ea typeface="Nimbus Sans"/>
                <a:cs typeface="Nimbus Sans"/>
              </a:rPr>
              <a:t/>
            </a:r>
          </a:p>
          <a:p xmlns:a="http://schemas.openxmlformats.org/drawingml/2006/main">
            <a:r>
              <a:rPr lang="ru-RU">
                <a:latin typeface="Nimbus Sans"/>
                <a:ea typeface="Nimbus Sans"/>
                <a:cs typeface="Nimbus Sans"/>
              </a:rPr>
              <a:t>This is an editorial explanation of the named recorded or conceptual scope, not a new runtime result. Follow the source references for exact fields and limitations. B5 and final publication are not performed.</a:t>
            </a:r>
          </a:p>
          <a:p xmlns:a="http://schemas.openxmlformats.org/drawingml/2006/main">
            <a:r>
              <a:rPr lang="ru-RU">
                <a:latin typeface="Nimbus Sans"/>
                <a:ea typeface="Nimbus Sans"/>
                <a:cs typeface="Nimbus Sans"/>
              </a:rPr>
              <a:t/>
            </a:r>
          </a:p>
          <a:p xmlns:a="http://schemas.openxmlformats.org/drawingml/2006/main">
            <a:r>
              <a:rPr lang="ru-RU">
                <a:latin typeface="Nimbus Sans"/>
                <a:ea typeface="Nimbus Sans"/>
                <a:cs typeface="Nimbus Sans"/>
              </a:rPr>
              <a:t>Sources:</a:t>
            </a:r>
          </a:p>
          <a:p xmlns:a="http://schemas.openxmlformats.org/drawingml/2006/main">
            <a:r>
              <a:rPr lang="ru-RU">
                <a:latin typeface="Nimbus Sans"/>
                <a:ea typeface="Nimbus Sans"/>
                <a:cs typeface="Nimbus Sans"/>
              </a:rPr>
              <a:t>verify: ../VERIFY.html</a:t>
            </a:r>
          </a:p>
          <a:p xmlns:a="http://schemas.openxmlformats.org/drawingml/2006/main">
            <a:r>
              <a:rPr lang="ru-RU">
                <a:latin typeface="Nimbus Sans"/>
                <a:ea typeface="Nimbus Sans"/>
                <a:cs typeface="Nimbus Sans"/>
              </a:rPr>
              <a:t>chapter: ../chapters/13_verification.html</a:t>
            </a:r>
          </a:p>
          <a:p xmlns:a="http://schemas.openxmlformats.org/drawingml/2006/main">
            <a:r>
              <a:rPr lang="ru-RU">
                <a:latin typeface="Nimbus Sans"/>
                <a:ea typeface="Nimbus Sans"/>
                <a:cs typeface="Nimbus Sans"/>
              </a:rPr>
              <a:t>S21_atlas_locator: ../atlas/README.html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ru-RU">
                <a:latin typeface="Nimbus Sans"/>
                <a:ea typeface="Nimbus Sans"/>
                <a:cs typeface="Nimbus Sans"/>
              </a:rPr>
              <a:t>INCIDENT ATLAS ORIGINS / 15 risk families; 20 cards; five domains</a:t>
            </a:r>
          </a:p>
          <a:p xmlns:a="http://schemas.openxmlformats.org/drawingml/2006/main">
            <a:r>
              <a:rPr lang="ru-RU">
                <a:latin typeface="Nimbus Sans"/>
                <a:ea typeface="Nimbus Sans"/>
                <a:cs typeface="Nimbus Sans"/>
              </a:rPr>
              <a:t/>
            </a:r>
          </a:p>
          <a:p xmlns:a="http://schemas.openxmlformats.org/drawingml/2006/main">
            <a:r>
              <a:rPr lang="ru-RU">
                <a:latin typeface="Nimbus Sans"/>
                <a:ea typeface="Nimbus Sans"/>
                <a:cs typeface="Nimbus Sans"/>
              </a:rPr>
              <a:t>Published problems become bounded questions INCIDENT ATLAS ORIGINS / 15 risk families; 20 cards; five domains Incidents / experiments Scope leakage, carried instructions and disclosure become source/account/operation checks, not claims of replaying external exploits. Requirements / context AP2 asks for exact authorization. AISI asks for observed outcomes. E15 is project context, not another independent incident. Lawful continuation Preserve useful evidence; review current qualified input. The accepted catalog keeps I / E / R / E-R / P-R distinct. 15 E context records plus four M method records. Australia is later context, not the Atlas origin.</a:t>
            </a:r>
          </a:p>
          <a:p xmlns:a="http://schemas.openxmlformats.org/drawingml/2006/main">
            <a:r>
              <a:rPr lang="ru-RU">
                <a:latin typeface="Nimbus Sans"/>
                <a:ea typeface="Nimbus Sans"/>
                <a:cs typeface="Nimbus Sans"/>
              </a:rPr>
              <a:t/>
            </a:r>
          </a:p>
          <a:p xmlns:a="http://schemas.openxmlformats.org/drawingml/2006/main">
            <a:r>
              <a:rPr lang="ru-RU">
                <a:latin typeface="Nimbus Sans"/>
                <a:ea typeface="Nimbus Sans"/>
                <a:cs typeface="Nimbus Sans"/>
              </a:rPr>
              <a:t>This is an editorial explanation of the named recorded or conceptual scope, not a new runtime result. Follow the source references for exact fields and limitations. B5 and final publication are not performed.</a:t>
            </a:r>
          </a:p>
          <a:p xmlns:a="http://schemas.openxmlformats.org/drawingml/2006/main">
            <a:r>
              <a:rPr lang="ru-RU">
                <a:latin typeface="Nimbus Sans"/>
                <a:ea typeface="Nimbus Sans"/>
                <a:cs typeface="Nimbus Sans"/>
              </a:rPr>
              <a:t/>
            </a:r>
          </a:p>
          <a:p xmlns:a="http://schemas.openxmlformats.org/drawingml/2006/main">
            <a:r>
              <a:rPr lang="ru-RU">
                <a:latin typeface="Nimbus Sans"/>
                <a:ea typeface="Nimbus Sans"/>
                <a:cs typeface="Nimbus Sans"/>
              </a:rPr>
              <a:t>Sources:</a:t>
            </a:r>
          </a:p>
          <a:p xmlns:a="http://schemas.openxmlformats.org/drawingml/2006/main">
            <a:r>
              <a:rPr lang="ru-RU">
                <a:latin typeface="Nimbus Sans"/>
                <a:ea typeface="Nimbus Sans"/>
                <a:cs typeface="Nimbus Sans"/>
              </a:rPr>
              <a:t>accepted catalog: ../references/current/external_sources.json</a:t>
            </a:r>
          </a:p>
          <a:p xmlns:a="http://schemas.openxmlformats.org/drawingml/2006/main">
            <a:r>
              <a:rPr lang="ru-RU">
                <a:latin typeface="Nimbus Sans"/>
                <a:ea typeface="Nimbus Sans"/>
                <a:cs typeface="Nimbus Sans"/>
              </a:rPr>
              <a:t>case routes: ../references/current/CASE_ROUTES.json</a:t>
            </a:r>
          </a:p>
          <a:p xmlns:a="http://schemas.openxmlformats.org/drawingml/2006/main">
            <a:r>
              <a:rPr lang="ru-RU">
                <a:latin typeface="Nimbus Sans"/>
                <a:ea typeface="Nimbus Sans"/>
                <a:cs typeface="Nimbus Sans"/>
              </a:rPr>
              <a:t>S23_source_link: https://github.com/AAkhtanin/hedgehog-os/blob/2e965ecb18e545e428380eb8e9aa5a7037a388be/docs/showcase/incident_to_proof_atlas_v01/evidence/atlas_package.json</a:t>
            </a:r>
          </a:p>
          <a:p xmlns:a="http://schemas.openxmlformats.org/drawingml/2006/main">
            <a:r>
              <a:rPr lang="ru-RU">
                <a:latin typeface="Nimbus Sans"/>
                <a:ea typeface="Nimbus Sans"/>
                <a:cs typeface="Nimbus Sans"/>
              </a:rPr>
              <a:t>S23_atlas_locator: ../atlas/README.html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ru-RU">
                <a:latin typeface="Nimbus Sans"/>
                <a:ea typeface="Nimbus Sans"/>
                <a:cs typeface="Nimbus Sans"/>
              </a:rPr>
              <a:t>SENTINEL / 12 references; ten authored mappings; no field-performance transfer</a:t>
            </a:r>
          </a:p>
          <a:p xmlns:a="http://schemas.openxmlformats.org/drawingml/2006/main">
            <a:r>
              <a:rPr lang="ru-RU">
                <a:latin typeface="Nimbus Sans"/>
                <a:ea typeface="Nimbus Sans"/>
                <a:cs typeface="Nimbus Sans"/>
              </a:rPr>
              <a:t/>
            </a:r>
          </a:p>
          <a:p xmlns:a="http://schemas.openxmlformats.org/drawingml/2006/main">
            <a:r>
              <a:rPr lang="ru-RU">
                <a:latin typeface="Nimbus Sans"/>
                <a:ea typeface="Nimbus Sans"/>
                <a:cs typeface="Nimbus Sans"/>
              </a:rPr>
              <a:t>Research informs a testable software response SENTINEL / 12 references; ten authored mappings; no field-performance transfer R04 / Rotolon Monitoring interruption -&gt; distinguish reserve from insufficient evidence -&gt; C03/S3 -&gt; D02,D05. R07 / rainfall telemetry Observation interval is not delivery time -&gt; C02 currentness checks -&gt; D02,D03,D06. R10 / multiple surges Silence is not recovery -&gt; fresh measured sequence and separate OFF -&gt; C07/S5 -&gt; D02,D03. Accepted source map inspected. Omitted raw return members remain raw-not-inspected. No researcher endorsement.</a:t>
            </a:r>
          </a:p>
          <a:p xmlns:a="http://schemas.openxmlformats.org/drawingml/2006/main">
            <a:r>
              <a:rPr lang="ru-RU">
                <a:latin typeface="Nimbus Sans"/>
                <a:ea typeface="Nimbus Sans"/>
                <a:cs typeface="Nimbus Sans"/>
              </a:rPr>
              <a:t/>
            </a:r>
          </a:p>
          <a:p xmlns:a="http://schemas.openxmlformats.org/drawingml/2006/main">
            <a:r>
              <a:rPr lang="ru-RU">
                <a:latin typeface="Nimbus Sans"/>
                <a:ea typeface="Nimbus Sans"/>
                <a:cs typeface="Nimbus Sans"/>
              </a:rPr>
              <a:t>This is an editorial explanation of the named recorded or conceptual scope, not a new runtime result. Follow the source references for exact fields and limitations. B5 and final publication are not performed.</a:t>
            </a:r>
          </a:p>
          <a:p xmlns:a="http://schemas.openxmlformats.org/drawingml/2006/main">
            <a:r>
              <a:rPr lang="ru-RU">
                <a:latin typeface="Nimbus Sans"/>
                <a:ea typeface="Nimbus Sans"/>
                <a:cs typeface="Nimbus Sans"/>
              </a:rPr>
              <a:t/>
            </a:r>
          </a:p>
          <a:p xmlns:a="http://schemas.openxmlformats.org/drawingml/2006/main">
            <a:r>
              <a:rPr lang="ru-RU">
                <a:latin typeface="Nimbus Sans"/>
                <a:ea typeface="Nimbus Sans"/>
                <a:cs typeface="Nimbus Sans"/>
              </a:rPr>
              <a:t>Sources:</a:t>
            </a:r>
          </a:p>
          <a:p xmlns:a="http://schemas.openxmlformats.org/drawingml/2006/main">
            <a:r>
              <a:rPr lang="ru-RU">
                <a:latin typeface="Nimbus Sans"/>
                <a:ea typeface="Nimbus Sans"/>
                <a:cs typeface="Nimbus Sans"/>
              </a:rPr>
              <a:t>accepted research map: ../references/current/research_context_v01.json</a:t>
            </a:r>
          </a:p>
          <a:p xmlns:a="http://schemas.openxmlformats.org/drawingml/2006/main">
            <a:r>
              <a:rPr lang="ru-RU">
                <a:latin typeface="Nimbus Sans"/>
                <a:ea typeface="Nimbus Sans"/>
                <a:cs typeface="Nimbus Sans"/>
              </a:rPr>
              <a:t>S24_source_link: ../corpus/case_property_matrix.json</a:t>
            </a:r>
          </a:p>
          <a:p xmlns:a="http://schemas.openxmlformats.org/drawingml/2006/main">
            <a:r>
              <a:rPr lang="ru-RU">
                <a:latin typeface="Nimbus Sans"/>
                <a:ea typeface="Nimbus Sans"/>
                <a:cs typeface="Nimbus Sans"/>
              </a:rPr>
              <a:t>S24_atlas_locator: ../atlas/README.html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ru-RU">
                <a:latin typeface="Nimbus Sans"/>
                <a:ea typeface="Nimbus Sans"/>
                <a:cs typeface="Nimbus Sans"/>
              </a:rPr>
              <a:t>EXTERNAL CONTEXT / Primary-source descriptions, not comparative experiments</a:t>
            </a:r>
          </a:p>
          <a:p xmlns:a="http://schemas.openxmlformats.org/drawingml/2006/main">
            <a:r>
              <a:rPr lang="ru-RU">
                <a:latin typeface="Nimbus Sans"/>
                <a:ea typeface="Nimbus Sans"/>
                <a:cs typeface="Nimbus Sans"/>
              </a:rPr>
              <a:t/>
            </a:r>
          </a:p>
          <a:p xmlns:a="http://schemas.openxmlformats.org/drawingml/2006/main">
            <a:r>
              <a:rPr lang="ru-RU">
                <a:latin typeface="Nimbus Sans"/>
                <a:ea typeface="Nimbus Sans"/>
                <a:cs typeface="Nimbus Sans"/>
              </a:rPr>
              <a:t>Useful data, permitted action and location differ EXTERNAL CONTEXT / Primary-source descriptions, not comparative experiments Microsoft IFC / FIDES Integrity and confidentiality labels propagate; policy checks precede tools. Experimental defaults and approval limits remain. Apple local computation The dated manufacturer announcement illustrates possible local participants. No Radiolaria performance or adapter result. Independent owners A local model, an organization and a remote service may contribute data. None inherits another owner's final authority. Current packets and actual consumption remain distinct. No endorsement, superiority result or new integration claimed.</a:t>
            </a:r>
          </a:p>
          <a:p xmlns:a="http://schemas.openxmlformats.org/drawingml/2006/main">
            <a:r>
              <a:rPr lang="ru-RU">
                <a:latin typeface="Nimbus Sans"/>
                <a:ea typeface="Nimbus Sans"/>
                <a:cs typeface="Nimbus Sans"/>
              </a:rPr>
              <a:t/>
            </a:r>
          </a:p>
          <a:p xmlns:a="http://schemas.openxmlformats.org/drawingml/2006/main">
            <a:r>
              <a:rPr lang="ru-RU">
                <a:latin typeface="Nimbus Sans"/>
                <a:ea typeface="Nimbus Sans"/>
                <a:cs typeface="Nimbus Sans"/>
              </a:rPr>
              <a:t>This is an editorial explanation of the named recorded or conceptual scope, not a new runtime result. Follow the source references for exact fields and limitations. B5 and final publication are not performed.</a:t>
            </a:r>
          </a:p>
          <a:p xmlns:a="http://schemas.openxmlformats.org/drawingml/2006/main">
            <a:r>
              <a:rPr lang="ru-RU">
                <a:latin typeface="Nimbus Sans"/>
                <a:ea typeface="Nimbus Sans"/>
                <a:cs typeface="Nimbus Sans"/>
              </a:rPr>
              <a:t/>
            </a:r>
          </a:p>
          <a:p xmlns:a="http://schemas.openxmlformats.org/drawingml/2006/main">
            <a:r>
              <a:rPr lang="ru-RU">
                <a:latin typeface="Nimbus Sans"/>
                <a:ea typeface="Nimbus Sans"/>
                <a:cs typeface="Nimbus Sans"/>
              </a:rPr>
              <a:t>Sources:</a:t>
            </a:r>
          </a:p>
          <a:p xmlns:a="http://schemas.openxmlformats.org/drawingml/2006/main">
            <a:r>
              <a:rPr lang="ru-RU">
                <a:latin typeface="Nimbus Sans"/>
                <a:ea typeface="Nimbus Sans"/>
                <a:cs typeface="Nimbus Sans"/>
              </a:rPr>
              <a:t>primary context: ../references/current/external_context.json</a:t>
            </a:r>
          </a:p>
          <a:p xmlns:a="http://schemas.openxmlformats.org/drawingml/2006/main">
            <a:r>
              <a:rPr lang="ru-RU">
                <a:latin typeface="Nimbus Sans"/>
                <a:ea typeface="Nimbus Sans"/>
                <a:cs typeface="Nimbus Sans"/>
              </a:rPr>
              <a:t>comparison: ../chapters/12_context.html</a:t>
            </a:r>
          </a:p>
          <a:p xmlns:a="http://schemas.openxmlformats.org/drawingml/2006/main">
            <a:r>
              <a:rPr lang="ru-RU">
                <a:latin typeface="Nimbus Sans"/>
                <a:ea typeface="Nimbus Sans"/>
                <a:cs typeface="Nimbus Sans"/>
              </a:rPr>
              <a:t>S25_source_link: https://github.com/AAkhtanin/hedgehog-os/blob/2e965ecb18e545e428380eb8e9aa5a7037a388be/specs/current_architecture_lock_v01.md</a:t>
            </a:r>
          </a:p>
          <a:p xmlns:a="http://schemas.openxmlformats.org/drawingml/2006/main">
            <a:r>
              <a:rPr lang="ru-RU">
                <a:latin typeface="Nimbus Sans"/>
                <a:ea typeface="Nimbus Sans"/>
                <a:cs typeface="Nimbus Sans"/>
              </a:rPr>
              <a:t>S25_atlas_locator: ../atlas/README.html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ru-RU">
                <a:latin typeface="Nimbus Sans"/>
                <a:ea typeface="Nimbus Sans"/>
                <a:cs typeface="Nimbus Sans"/>
              </a:rPr>
              <a:t>REVIEW LINKS  /  Offline bundle routes are distinct from accepted-source HTTPS</a:t>
            </a:r>
          </a:p>
          <a:p xmlns:a="http://schemas.openxmlformats.org/drawingml/2006/main">
            <a:r>
              <a:rPr lang="ru-RU">
                <a:latin typeface="Nimbus Sans"/>
                <a:ea typeface="Nimbus Sans"/>
                <a:cs typeface="Nimbus Sans"/>
              </a:rPr>
              <a:t/>
            </a:r>
          </a:p>
          <a:p xmlns:a="http://schemas.openxmlformats.org/drawingml/2006/main">
            <a:r>
              <a:rPr lang="ru-RU">
                <a:latin typeface="Nimbus Sans"/>
                <a:ea typeface="Nimbus Sans"/>
                <a:cs typeface="Nimbus Sans"/>
              </a:rPr>
              <a:t>One file to inspect; one bundle to go deeper REVIEW LINKS / Offline bundle routes are distinct from accepted-source HTTPS Understand Whole argument and seven views Verify Recorded claims, fields and limits Build Accepted HOW and interfaces LLM READ_RADIOLARIA.xml / optional focused routes One file to understand and inspect; one bundle for deeper tool-assisted review. Reading evidence does not execute the project or restore authority. B5 reader trials and publication remain unrun.</a:t>
            </a:r>
          </a:p>
          <a:p xmlns:a="http://schemas.openxmlformats.org/drawingml/2006/main">
            <a:r>
              <a:rPr lang="ru-RU">
                <a:latin typeface="Nimbus Sans"/>
                <a:ea typeface="Nimbus Sans"/>
                <a:cs typeface="Nimbus Sans"/>
              </a:rPr>
              <a:t/>
            </a:r>
          </a:p>
          <a:p xmlns:a="http://schemas.openxmlformats.org/drawingml/2006/main">
            <a:r>
              <a:rPr lang="ru-RU">
                <a:latin typeface="Nimbus Sans"/>
                <a:ea typeface="Nimbus Sans"/>
                <a:cs typeface="Nimbus Sans"/>
              </a:rPr>
              <a:t>This is an editorial explanation of the named recorded or conceptual scope, not a new runtime result. Follow the source references for exact fields and limitations. B5 and final publication are not performed.</a:t>
            </a:r>
          </a:p>
          <a:p xmlns:a="http://schemas.openxmlformats.org/drawingml/2006/main">
            <a:r>
              <a:rPr lang="ru-RU">
                <a:latin typeface="Nimbus Sans"/>
                <a:ea typeface="Nimbus Sans"/>
                <a:cs typeface="Nimbus Sans"/>
              </a:rPr>
              <a:t/>
            </a:r>
          </a:p>
          <a:p xmlns:a="http://schemas.openxmlformats.org/drawingml/2006/main">
            <a:r>
              <a:rPr lang="ru-RU">
                <a:latin typeface="Nimbus Sans"/>
                <a:ea typeface="Nimbus Sans"/>
                <a:cs typeface="Nimbus Sans"/>
              </a:rPr>
              <a:t>Sources:</a:t>
            </a:r>
          </a:p>
          <a:p xmlns:a="http://schemas.openxmlformats.org/drawingml/2006/main">
            <a:r>
              <a:rPr lang="ru-RU">
                <a:latin typeface="Nimbus Sans"/>
                <a:ea typeface="Nimbus Sans"/>
                <a:cs typeface="Nimbus Sans"/>
              </a:rPr>
              <a:t>verify: ../VERIFY.html</a:t>
            </a:r>
          </a:p>
          <a:p xmlns:a="http://schemas.openxmlformats.org/drawingml/2006/main">
            <a:r>
              <a:rPr lang="ru-RU">
                <a:latin typeface="Nimbus Sans"/>
                <a:ea typeface="Nimbus Sans"/>
                <a:cs typeface="Nimbus Sans"/>
              </a:rPr>
              <a:t>chapter: ../chapters/13_verification.html</a:t>
            </a:r>
          </a:p>
          <a:p xmlns:a="http://schemas.openxmlformats.org/drawingml/2006/main">
            <a:r>
              <a:rPr lang="ru-RU">
                <a:latin typeface="Nimbus Sans"/>
                <a:ea typeface="Nimbus Sans"/>
                <a:cs typeface="Nimbus Sans"/>
              </a:rPr>
              <a:t>S22_link0: ../WHITEPAPER.html</a:t>
            </a:r>
          </a:p>
          <a:p xmlns:a="http://schemas.openxmlformats.org/drawingml/2006/main">
            <a:r>
              <a:rPr lang="ru-RU">
                <a:latin typeface="Nimbus Sans"/>
                <a:ea typeface="Nimbus Sans"/>
                <a:cs typeface="Nimbus Sans"/>
              </a:rPr>
              <a:t>S22_link2: https://github.com/AAkhtanin/hedgehog-os/blob/2e965ecb18e545e428380eb8e9aa5a7037a388be/docs/gate5_authoring_kit_v01/START_HERE.md</a:t>
            </a:r>
          </a:p>
          <a:p xmlns:a="http://schemas.openxmlformats.org/drawingml/2006/main">
            <a:r>
              <a:rPr lang="ru-RU">
                <a:latin typeface="Nimbus Sans"/>
                <a:ea typeface="Nimbus Sans"/>
                <a:cs typeface="Nimbus Sans"/>
              </a:rPr>
              <a:t>S22_link3: ../reader/READ_RADIOLARIA.xml</a:t>
            </a:r>
          </a:p>
          <a:p xmlns:a="http://schemas.openxmlformats.org/drawingml/2006/main">
            <a:r>
              <a:rPr lang="ru-RU">
                <a:latin typeface="Nimbus Sans"/>
                <a:ea typeface="Nimbus Sans"/>
                <a:cs typeface="Nimbus Sans"/>
              </a:rPr>
              <a:t>S22_atlas_locator: ../atlas/README.html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2def89b594a4d4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ec2a2e4062e46a7" /><Relationship Type="http://schemas.openxmlformats.org/officeDocument/2006/relationships/slideLayout" Target="/ppt/slideLayouts/slideLayout1.xml" Id="R7e036823c65e400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e036823c65e400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Relationships xmlns="http://schemas.openxmlformats.org/package/2006/relationships"><Relationship Type="http://schemas.openxmlformats.org/officeDocument/2006/relationships/slideLayout" Target="/ppt/slideLayouts/slideLayout1.xml" Id="Ra005d948b8ae4fe3"/><Relationship Type="http://schemas.openxmlformats.org/officeDocument/2006/relationships/image" Target="/ppt/media/image.png" Id="R4ac0e0e4445748d5"/><Relationship Type="http://schemas.openxmlformats.org/officeDocument/2006/relationships/notesSlide" Target="/ppt/notesSlides/notesSlide1.xml" Id="R962813981e0a43b5"/><Relationship Id="g6b3r1Link8" Type="http://schemas.openxmlformats.org/officeDocument/2006/relationships/hyperlink" Target="https://github.com/AAkhtanin/hedgehog-os/blob/2e965ecb18e545e428380eb8e9aa5a7037a388be/specs/current_architecture_lock_v01.md" TargetMode="External"/><Relationship Id="g6b3r1Link9" Type="http://schemas.openxmlformats.org/officeDocument/2006/relationships/hyperlink" Target="../atlas/README.html" TargetMode="External"/></Relationships>
</file>

<file path=ppt/slides/_rels/slide2.xml.rels><?xml version="1.0" encoding="utf-8"?><Relationships xmlns="http://schemas.openxmlformats.org/package/2006/relationships"><Relationship Type="http://schemas.openxmlformats.org/officeDocument/2006/relationships/slideLayout" Target="/ppt/slideLayouts/slideLayout1.xml" Id="R7a73806efcb84e13"/><Relationship Type="http://schemas.openxmlformats.org/officeDocument/2006/relationships/notesSlide" Target="/ppt/notesSlides/notesSlide2.xml" Id="Rd65ea96e144f4d69"/><Relationship Id="g6b3r1Link22" Type="http://schemas.openxmlformats.org/officeDocument/2006/relationships/hyperlink" Target="../references/cases/source_ledger.json" TargetMode="External"/><Relationship Id="g6b3r1Link23" Type="http://schemas.openxmlformats.org/officeDocument/2006/relationships/hyperlink" Target="../atlas/README.html" TargetMode="External"/></Relationships>
</file>

<file path=ppt/slides/_rels/slide3.xml.rels><?xml version="1.0" encoding="utf-8"?><Relationships xmlns="http://schemas.openxmlformats.org/package/2006/relationships"><Relationship Type="http://schemas.openxmlformats.org/officeDocument/2006/relationships/slideLayout" Target="/ppt/slideLayouts/slideLayout1.xml" Id="Rccb93538ce5f402f"/><Relationship Type="http://schemas.openxmlformats.org/officeDocument/2006/relationships/notesSlide" Target="/ppt/notesSlides/notesSlide3.xml" Id="R00d81040fd0f4ab3"/><Relationship Id="g6b3r1Link17" Type="http://schemas.openxmlformats.org/officeDocument/2006/relationships/hyperlink" Target="../references/episode_sources.json" TargetMode="External"/><Relationship Id="g6b3r1Link18" Type="http://schemas.openxmlformats.org/officeDocument/2006/relationships/hyperlink" Target="../atlas/README.html" TargetMode="External"/></Relationships>
</file>

<file path=ppt/slides/_rels/slide4.xml.rels><?xml version="1.0" encoding="utf-8"?><Relationships xmlns="http://schemas.openxmlformats.org/package/2006/relationships"><Relationship Type="http://schemas.openxmlformats.org/officeDocument/2006/relationships/slideLayout" Target="/ppt/slideLayouts/slideLayout1.xml" Id="Rdc5b3ac07fe44969"/><Relationship Type="http://schemas.openxmlformats.org/officeDocument/2006/relationships/notesSlide" Target="/ppt/notesSlides/notesSlide4.xml" Id="Rc9ed5029e10d41e1"/><Relationship Id="g6b3r1Link18" Type="http://schemas.openxmlformats.org/officeDocument/2006/relationships/hyperlink" Target="../references/episode_sources.json" TargetMode="External"/><Relationship Id="g6b3r1Link19" Type="http://schemas.openxmlformats.org/officeDocument/2006/relationships/hyperlink" Target="../atlas/README.html" TargetMode="External"/></Relationships>
</file>

<file path=ppt/slides/_rels/slide5.xml.rels><?xml version="1.0" encoding="utf-8"?><Relationships xmlns="http://schemas.openxmlformats.org/package/2006/relationships"><Relationship Type="http://schemas.openxmlformats.org/officeDocument/2006/relationships/slideLayout" Target="/ppt/slideLayouts/slideLayout1.xml" Id="R611b6867b3f14747"/><Relationship Type="http://schemas.openxmlformats.org/officeDocument/2006/relationships/notesSlide" Target="/ppt/notesSlides/notesSlide5.xml" Id="R222ebf90bf5d4f47"/><Relationship Id="g6b3r1Link38" Type="http://schemas.openxmlformats.org/officeDocument/2006/relationships/hyperlink" Target="https://github.com/AAkhtanin/hedgehog-os/blob/2e965ecb18e545e428380eb8e9aa5a7037a388be/specs/current_architecture_lock_v01.md" TargetMode="External"/><Relationship Id="g6b3r1Link39" Type="http://schemas.openxmlformats.org/officeDocument/2006/relationships/hyperlink" Target="../atlas/README.html" TargetMode="External"/></Relationships>
</file>

<file path=ppt/slides/_rels/slide6.xml.rels><?xml version="1.0" encoding="utf-8"?><Relationships xmlns="http://schemas.openxmlformats.org/package/2006/relationships"><Relationship Type="http://schemas.openxmlformats.org/officeDocument/2006/relationships/slideLayout" Target="/ppt/slideLayouts/slideLayout1.xml" Id="Ra3b4dcba0e3d46c2"/><Relationship Type="http://schemas.openxmlformats.org/officeDocument/2006/relationships/notesSlide" Target="/ppt/notesSlides/notesSlide6.xml" Id="R872d511dcc9a4bdd"/><Relationship Id="g6b3r1Link29" Type="http://schemas.openxmlformats.org/officeDocument/2006/relationships/hyperlink" Target="../references/episode_sources.json" TargetMode="External"/><Relationship Id="g6b3r1Link30" Type="http://schemas.openxmlformats.org/officeDocument/2006/relationships/hyperlink" Target="../atlas/README.html" TargetMode="External"/></Relationships>
</file>

<file path=ppt/slides/_rels/slide7.xml.rels><?xml version="1.0" encoding="utf-8"?><Relationships xmlns="http://schemas.openxmlformats.org/package/2006/relationships"><Relationship Type="http://schemas.openxmlformats.org/officeDocument/2006/relationships/slideLayout" Target="/ppt/slideLayouts/slideLayout1.xml" Id="Rc525d1b8cf6b4ad4"/><Relationship Type="http://schemas.openxmlformats.org/officeDocument/2006/relationships/notesSlide" Target="/ppt/notesSlides/notesSlide7.xml" Id="R43bce854d0ec4584"/><Relationship Id="g6b3r1Link27" Type="http://schemas.openxmlformats.org/officeDocument/2006/relationships/hyperlink" Target="https://github.com/AAkhtanin/hedgehog-os/blob/2e965ecb18e545e428380eb8e9aa5a7037a388be/specs/current_architecture_lock_v01.md" TargetMode="External"/><Relationship Id="g6b3r1Link28" Type="http://schemas.openxmlformats.org/officeDocument/2006/relationships/hyperlink" Target="../atlas/README.html" TargetMode="External"/></Relationships>
</file>

<file path=ppt/slides/_rels/slide8.xml.rels><?xml version="1.0" encoding="utf-8"?><Relationships xmlns="http://schemas.openxmlformats.org/package/2006/relationships"><Relationship Type="http://schemas.openxmlformats.org/officeDocument/2006/relationships/slideLayout" Target="/ppt/slideLayouts/slideLayout1.xml" Id="Re4b8da4028fe4d23"/><Relationship Type="http://schemas.openxmlformats.org/officeDocument/2006/relationships/notesSlide" Target="/ppt/notesSlides/notesSlide8.xml" Id="Rc3387396ad264e1f"/><Relationship Id="g6b3r1Link13" Type="http://schemas.openxmlformats.org/officeDocument/2006/relationships/hyperlink" Target="https://github.com/AAkhtanin/hedgehog-os/blob/2e965ecb18e545e428380eb8e9aa5a7037a388be/docs/showcase/incident_to_proof_atlas_v01/evidence/atlas_package.json" TargetMode="External"/><Relationship Id="g6b3r1Link14" Type="http://schemas.openxmlformats.org/officeDocument/2006/relationships/hyperlink" Target="../atlas/README.html" TargetMode="External"/></Relationships>
</file>

<file path=ppt/slides/_rels/slide9.xml.rels><?xml version="1.0" encoding="utf-8"?><Relationships xmlns="http://schemas.openxmlformats.org/package/2006/relationships"><Relationship Type="http://schemas.openxmlformats.org/officeDocument/2006/relationships/slideLayout" Target="/ppt/slideLayouts/slideLayout1.xml" Id="Re97bd29b46d4455d"/><Relationship Type="http://schemas.openxmlformats.org/officeDocument/2006/relationships/notesSlide" Target="/ppt/notesSlides/notesSlide9.xml" Id="Rf235889ed63a4a0a"/><Relationship Id="g6b3r1Link12" Type="http://schemas.openxmlformats.org/officeDocument/2006/relationships/hyperlink" Target="../references/experience/source_ledger.md" TargetMode="External"/><Relationship Id="g6b3r1Link13" Type="http://schemas.openxmlformats.org/officeDocument/2006/relationships/hyperlink" Target="../atlas/README.html" TargetMode="External"/></Relationships>
</file>

<file path=ppt/slides/_rels/slide10.xml.rels><?xml version="1.0" encoding="utf-8"?><Relationships xmlns="http://schemas.openxmlformats.org/package/2006/relationships"><Relationship Type="http://schemas.openxmlformats.org/officeDocument/2006/relationships/slideLayout" Target="/ppt/slideLayouts/slideLayout1.xml" Id="Rca84ef7431c440a6"/><Relationship Type="http://schemas.openxmlformats.org/officeDocument/2006/relationships/notesSlide" Target="/ppt/notesSlides/notesSlide10.xml" Id="R005db059055e415a"/><Relationship Id="g6b3r1Link28" Type="http://schemas.openxmlformats.org/officeDocument/2006/relationships/hyperlink" Target="../references/wedding/SOURCE_LEDGER.json" TargetMode="External"/><Relationship Id="g6b3r1Link29" Type="http://schemas.openxmlformats.org/officeDocument/2006/relationships/hyperlink" Target="../atlas/README.html" TargetMode="External"/></Relationships>
</file>

<file path=ppt/slides/_rels/slide11.xml.rels><?xml version="1.0" encoding="utf-8"?><Relationships xmlns="http://schemas.openxmlformats.org/package/2006/relationships"><Relationship Type="http://schemas.openxmlformats.org/officeDocument/2006/relationships/slideLayout" Target="/ppt/slideLayouts/slideLayout1.xml" Id="R8cc9e5214fd0417b"/><Relationship Type="http://schemas.openxmlformats.org/officeDocument/2006/relationships/notesSlide" Target="/ppt/notesSlides/notesSlide11.xml" Id="R940e8b20e4ef4b5b"/><Relationship Id="g6b3r1Link21" Type="http://schemas.openxmlformats.org/officeDocument/2006/relationships/hyperlink" Target="../references/wedding/SOURCE_LEDGER.json" TargetMode="External"/><Relationship Id="g6b3r1Link22" Type="http://schemas.openxmlformats.org/officeDocument/2006/relationships/hyperlink" Target="../atlas/README.html" TargetMode="External"/></Relationships>
</file>

<file path=ppt/slides/_rels/slide12.xml.rels><?xml version="1.0" encoding="utf-8"?><Relationships xmlns="http://schemas.openxmlformats.org/package/2006/relationships"><Relationship Type="http://schemas.openxmlformats.org/officeDocument/2006/relationships/slideLayout" Target="/ppt/slideLayouts/slideLayout1.xml" Id="Ra67951c612cd42bf"/><Relationship Type="http://schemas.openxmlformats.org/officeDocument/2006/relationships/notesSlide" Target="/ppt/notesSlides/notesSlide12.xml" Id="Rc29d66be73024964"/><Relationship Id="g6b3r1Link27" Type="http://schemas.openxmlformats.org/officeDocument/2006/relationships/hyperlink" Target="../references/ews/source_ledger.json" TargetMode="External"/><Relationship Id="g6b3r1Link28" Type="http://schemas.openxmlformats.org/officeDocument/2006/relationships/hyperlink" Target="../atlas/README.html" TargetMode="External"/></Relationships>
</file>

<file path=ppt/slides/_rels/slide13.xml.rels><?xml version="1.0" encoding="utf-8"?><Relationships xmlns="http://schemas.openxmlformats.org/package/2006/relationships"><Relationship Type="http://schemas.openxmlformats.org/officeDocument/2006/relationships/slideLayout" Target="/ppt/slideLayouts/slideLayout1.xml" Id="R52701a2d8d4c4e3e"/><Relationship Type="http://schemas.openxmlformats.org/officeDocument/2006/relationships/notesSlide" Target="/ppt/notesSlides/notesSlide13.xml" Id="Rbb086a1500b24f01"/><Relationship Id="g6b3r1Link20" Type="http://schemas.openxmlformats.org/officeDocument/2006/relationships/hyperlink" Target="../corpus/case_property_matrix.json" TargetMode="External"/><Relationship Id="g6b3r1Link21" Type="http://schemas.openxmlformats.org/officeDocument/2006/relationships/hyperlink" Target="../atlas/README.html" TargetMode="External"/></Relationships>
</file>

<file path=ppt/slides/_rels/slide14.xml.rels><?xml version="1.0" encoding="utf-8"?><Relationships xmlns="http://schemas.openxmlformats.org/package/2006/relationships"><Relationship Type="http://schemas.openxmlformats.org/officeDocument/2006/relationships/slideLayout" Target="/ppt/slideLayouts/slideLayout1.xml" Id="R83cd2a1d91884c51"/><Relationship Type="http://schemas.openxmlformats.org/officeDocument/2006/relationships/notesSlide" Target="/ppt/notesSlides/notesSlide14.xml" Id="R08fa20019abf4538"/><Relationship Id="g6b3r1Link12" Type="http://schemas.openxmlformats.org/officeDocument/2006/relationships/hyperlink" Target="https://github.com/AAkhtanin/hedgehog-os/blob/2e965ecb18e545e428380eb8e9aa5a7037a388be/docs/showcase/incident_to_proof_atlas_v01/evidence/atlas_package.json" TargetMode="External"/><Relationship Id="g6b3r1Link13" Type="http://schemas.openxmlformats.org/officeDocument/2006/relationships/hyperlink" Target="../atlas/README.html" TargetMode="External"/></Relationships>
</file>

<file path=ppt/slides/_rels/slide15.xml.rels><?xml version="1.0" encoding="utf-8"?><Relationships xmlns="http://schemas.openxmlformats.org/package/2006/relationships"><Relationship Type="http://schemas.openxmlformats.org/officeDocument/2006/relationships/slideLayout" Target="/ppt/slideLayouts/slideLayout1.xml" Id="R7ef15580d9a0454e"/><Relationship Type="http://schemas.openxmlformats.org/officeDocument/2006/relationships/notesSlide" Target="/ppt/notesSlides/notesSlide15.xml" Id="Rd92bd7357826419c"/><Relationship Id="g6b3r1Link31" Type="http://schemas.openxmlformats.org/officeDocument/2006/relationships/hyperlink" Target="../references/experience/source_ledger.md" TargetMode="External"/><Relationship Id="g6b3r1Link32" Type="http://schemas.openxmlformats.org/officeDocument/2006/relationships/hyperlink" Target="../atlas/README.html" TargetMode="External"/></Relationships>
</file>

<file path=ppt/slides/_rels/slide16.xml.rels><?xml version="1.0" encoding="utf-8"?><Relationships xmlns="http://schemas.openxmlformats.org/package/2006/relationships"><Relationship Type="http://schemas.openxmlformats.org/officeDocument/2006/relationships/slideLayout" Target="/ppt/slideLayouts/slideLayout1.xml" Id="Rbd6cad67060b4f94"/><Relationship Type="http://schemas.openxmlformats.org/officeDocument/2006/relationships/notesSlide" Target="/ppt/notesSlides/notesSlide16.xml" Id="R869b64f33c954865"/><Relationship Id="g6b3r1Link31" Type="http://schemas.openxmlformats.org/officeDocument/2006/relationships/hyperlink" Target="../references/episode_sources.json" TargetMode="External"/><Relationship Id="g6b3r1Link32" Type="http://schemas.openxmlformats.org/officeDocument/2006/relationships/hyperlink" Target="../atlas/README.html" TargetMode="External"/></Relationships>
</file>

<file path=ppt/slides/_rels/slide17.xml.rels><?xml version="1.0" encoding="utf-8"?><Relationships xmlns="http://schemas.openxmlformats.org/package/2006/relationships"><Relationship Type="http://schemas.openxmlformats.org/officeDocument/2006/relationships/slideLayout" Target="/ppt/slideLayouts/slideLayout1.xml" Id="Ree840388d8eb41e9"/><Relationship Type="http://schemas.openxmlformats.org/officeDocument/2006/relationships/notesSlide" Target="/ppt/notesSlides/notesSlide17.xml" Id="Rfc5c11d6aacd4fe1"/><Relationship Id="g6b3r1Link32" Type="http://schemas.openxmlformats.org/officeDocument/2006/relationships/hyperlink" Target="https://github.com/AAkhtanin/hedgehog-os/blob/2e965ecb18e545e428380eb8e9aa5a7037a388be/docs/gate5_authoring_kit_v01/START_HERE.md" TargetMode="External"/><Relationship Id="g6b3r1Link33" Type="http://schemas.openxmlformats.org/officeDocument/2006/relationships/hyperlink" Target="../atlas/README.html" TargetMode="External"/></Relationships>
</file>

<file path=ppt/slides/_rels/slide18.xml.rels><?xml version="1.0" encoding="utf-8"?><Relationships xmlns="http://schemas.openxmlformats.org/package/2006/relationships"><Relationship Type="http://schemas.openxmlformats.org/officeDocument/2006/relationships/slideLayout" Target="/ppt/slideLayouts/slideLayout1.xml" Id="R992868a562cb463a"/><Relationship Type="http://schemas.openxmlformats.org/officeDocument/2006/relationships/notesSlide" Target="/ppt/notesSlides/notesSlide18.xml" Id="R3da628e6efcf4a56"/><Relationship Id="g6b3r1Link21" Type="http://schemas.openxmlformats.org/officeDocument/2006/relationships/hyperlink" Target="https://github.com/AAkhtanin/hedgehog-os/blob/2e965ecb18e545e428380eb8e9aa5a7037a388be/docs/gate6_reference_v01/FINITE_COMPLETION.md" TargetMode="External"/><Relationship Id="g6b3r1Link22" Type="http://schemas.openxmlformats.org/officeDocument/2006/relationships/hyperlink" Target="../atlas/README.html" TargetMode="External"/></Relationships>
</file>

<file path=ppt/slides/_rels/slide19.xml.rels><?xml version="1.0" encoding="utf-8"?><Relationships xmlns="http://schemas.openxmlformats.org/package/2006/relationships"><Relationship Type="http://schemas.openxmlformats.org/officeDocument/2006/relationships/slideLayout" Target="/ppt/slideLayouts/slideLayout1.xml" Id="R009595851b7b49ce"/><Relationship Type="http://schemas.openxmlformats.org/officeDocument/2006/relationships/image" Target="/ppt/media/image2.png" Id="R6da3d90deb3a423d"/><Relationship Type="http://schemas.openxmlformats.org/officeDocument/2006/relationships/notesSlide" Target="/ppt/notesSlides/notesSlide19.xml" Id="R02baaae7a1dc497a"/><Relationship Id="g6b3r1Link8" Type="http://schemas.openxmlformats.org/officeDocument/2006/relationships/hyperlink" Target="../VISUAL_SEAL.html" TargetMode="External"/><Relationship Id="g6b3r1Link9" Type="http://schemas.openxmlformats.org/officeDocument/2006/relationships/hyperlink" Target="../atlas/README.html" TargetMode="External"/></Relationships>
</file>

<file path=ppt/slides/_rels/slide20.xml.rels><?xml version="1.0" encoding="utf-8"?><Relationships xmlns="http://schemas.openxmlformats.org/package/2006/relationships"><Relationship Type="http://schemas.openxmlformats.org/officeDocument/2006/relationships/slideLayout" Target="/ppt/slideLayouts/slideLayout1.xml" Id="R63b1983995054097"/><Relationship Type="http://schemas.openxmlformats.org/officeDocument/2006/relationships/notesSlide" Target="/ppt/notesSlides/notesSlide20.xml" Id="Rbff35cc4bcb145b0"/><Relationship Id="g6b3r1Link16" Type="http://schemas.openxmlformats.org/officeDocument/2006/relationships/hyperlink" Target="https://github.com/AAkhtanin/hedgehog-os/blob/2e965ecb18e545e428380eb8e9aa5a7037a388be/docs/gate5_authoring_kit_v01/START_HERE.md" TargetMode="External"/><Relationship Id="g6b3r1Link17" Type="http://schemas.openxmlformats.org/officeDocument/2006/relationships/hyperlink" Target="../atlas/README.html" TargetMode="External"/></Relationships>
</file>

<file path=ppt/slides/_rels/slide21.xml.rels><?xml version="1.0" encoding="utf-8"?><Relationships xmlns="http://schemas.openxmlformats.org/package/2006/relationships"><Relationship Type="http://schemas.openxmlformats.org/officeDocument/2006/relationships/slideLayout" Target="/ppt/slideLayouts/slideLayout1.xml" Id="R50e25782e6814a78"/><Relationship Type="http://schemas.openxmlformats.org/officeDocument/2006/relationships/notesSlide" Target="/ppt/notesSlides/notesSlide21.xml" Id="Ra21628a074c74224"/><Relationship Id="g6b3r1Link16" Type="http://schemas.openxmlformats.org/officeDocument/2006/relationships/hyperlink" Target="../VERIFY.html" TargetMode="External"/><Relationship Id="g6b3r1Link17" Type="http://schemas.openxmlformats.org/officeDocument/2006/relationships/hyperlink" Target="../atlas/README.html" TargetMode="External"/></Relationships>
</file>

<file path=ppt/slides/_rels/slide22.xml.rels><?xml version="1.0" encoding="utf-8"?><Relationships xmlns="http://schemas.openxmlformats.org/package/2006/relationships"><Relationship Type="http://schemas.openxmlformats.org/officeDocument/2006/relationships/slideLayout" Target="/ppt/slideLayouts/slideLayout1.xml" Id="R098c5e426f034baf"/><Relationship Type="http://schemas.openxmlformats.org/officeDocument/2006/relationships/notesSlide" Target="/ppt/notesSlides/notesSlide22.xml" Id="R3a5bd9674f2e4828"/><Relationship Id="g6b3r1Link11" Type="http://schemas.openxmlformats.org/officeDocument/2006/relationships/hyperlink" Target="https://github.com/AAkhtanin/hedgehog-os/blob/2e965ecb18e545e428380eb8e9aa5a7037a388be/docs/showcase/incident_to_proof_atlas_v01/evidence/atlas_package.json" TargetMode="External"/><Relationship Id="g6b3r1Link12" Type="http://schemas.openxmlformats.org/officeDocument/2006/relationships/hyperlink" Target="../atlas/README.html" TargetMode="External"/></Relationships>
</file>

<file path=ppt/slides/_rels/slide23.xml.rels><?xml version="1.0" encoding="utf-8"?><Relationships xmlns="http://schemas.openxmlformats.org/package/2006/relationships"><Relationship Type="http://schemas.openxmlformats.org/officeDocument/2006/relationships/slideLayout" Target="/ppt/slideLayouts/slideLayout1.xml" Id="Rda8a3553218f400c"/><Relationship Type="http://schemas.openxmlformats.org/officeDocument/2006/relationships/notesSlide" Target="/ppt/notesSlides/notesSlide23.xml" Id="Rd4854629b7584910"/><Relationship Id="g6b3r1Link11" Type="http://schemas.openxmlformats.org/officeDocument/2006/relationships/hyperlink" Target="../corpus/case_property_matrix.json" TargetMode="External"/><Relationship Id="g6b3r1Link12" Type="http://schemas.openxmlformats.org/officeDocument/2006/relationships/hyperlink" Target="../atlas/README.html" TargetMode="External"/></Relationships>
</file>

<file path=ppt/slides/_rels/slide24.xml.rels><?xml version="1.0" encoding="utf-8"?><Relationships xmlns="http://schemas.openxmlformats.org/package/2006/relationships"><Relationship Type="http://schemas.openxmlformats.org/officeDocument/2006/relationships/slideLayout" Target="/ppt/slideLayouts/slideLayout1.xml" Id="R5316c0ae92bd481d"/><Relationship Type="http://schemas.openxmlformats.org/officeDocument/2006/relationships/notesSlide" Target="/ppt/notesSlides/notesSlide24.xml" Id="R92a07ddb51b942be"/><Relationship Id="g6b3r1Link11" Type="http://schemas.openxmlformats.org/officeDocument/2006/relationships/hyperlink" Target="https://github.com/AAkhtanin/hedgehog-os/blob/2e965ecb18e545e428380eb8e9aa5a7037a388be/specs/current_architecture_lock_v01.md" TargetMode="External"/><Relationship Id="g6b3r1Link12" Type="http://schemas.openxmlformats.org/officeDocument/2006/relationships/hyperlink" Target="../atlas/README.html" TargetMode="External"/></Relationships>
</file>

<file path=ppt/slides/_rels/slide25.xml.rels><?xml version="1.0" encoding="utf-8"?><Relationships xmlns="http://schemas.openxmlformats.org/package/2006/relationships"><Relationship Type="http://schemas.openxmlformats.org/officeDocument/2006/relationships/slideLayout" Target="/ppt/slideLayouts/slideLayout1.xml" Id="R3cc85bed46d248f2"/><Relationship Type="http://schemas.openxmlformats.org/officeDocument/2006/relationships/notesSlide" Target="/ppt/notesSlides/notesSlide25.xml" Id="Rec9ea827bfe74a60"/><Relationship Id="g6b3r1Link3" Type="http://schemas.openxmlformats.org/officeDocument/2006/relationships/hyperlink" Target="../WHITEPAPER.html" TargetMode="External"/><Relationship Id="g6b3r1Link5" Type="http://schemas.openxmlformats.org/officeDocument/2006/relationships/hyperlink" Target="../VERIFY.html" TargetMode="External"/><Relationship Id="g6b3r1Link7" Type="http://schemas.openxmlformats.org/officeDocument/2006/relationships/hyperlink" Target="https://github.com/AAkhtanin/hedgehog-os/blob/2e965ecb18e545e428380eb8e9aa5a7037a388be/docs/gate5_authoring_kit_v01/START_HERE.md" TargetMode="External"/><Relationship Id="g6b3r1Link9" Type="http://schemas.openxmlformats.org/officeDocument/2006/relationships/hyperlink" Target="../reader/READ_RADIOLARIA.xml" TargetMode="External"/><Relationship Id="g6b3r1Link14" Type="http://schemas.openxmlformats.org/officeDocument/2006/relationships/hyperlink" Target="../VERIFY.html" TargetMode="External"/><Relationship Id="g6b3r1Link15" Type="http://schemas.openxmlformats.org/officeDocument/2006/relationships/hyperlink" Target="../atlas/README.html" TargetMode="External"/></Relationships>
</file>

<file path=ppt/slides/slide1.xml><?xml version="1.0" encoding="utf-8"?>
<p:sld xmlns:p="http://schemas.openxmlformats.org/presentationml/2006/main" xmlns:a="http://schemas.openxmlformats.org/drawingml/2006/main" xmlns:r="http://schemas.openxmlformats.org/officeDocument/2006/relationships">
  <p:cSld name="S01">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01_title" descr="title">
            <a:extLst xmlns:a="http://schemas.openxmlformats.org/drawingml/2006/main">
              <a:ext uri="{FF2B5EF4-FFF2-40B4-BE49-F238E27FC236}">
                <a16:creationId xmlns:a16="http://schemas.microsoft.com/office/drawing/2014/main" id="{25E3C9E4-BFEE-5A9A-B743-53D8E1DA6493}"/>
              </a:ext>
              <a:ext uri="urn:g6b3r1:native-source:v1">
                <g6:source xmlns:g6="urn:g6b3r1:native-source:v1">{"alt":"title","bold":true,"color":"#16282B","font_px":42,"h":75,"id":"S01_title","kind":"text","line_height_px":48.3,"reading_order":0,"text":"Radiolaria OS","w":1170,"x":54,"y":36}</g6:source>
              </a:ext>
            </a:extLst>
          </p:cNvPr>
          <p:cNvSpPr>
            <a:spLocks xmlns:a="http://schemas.openxmlformats.org/drawingml/2006/main" noGrp="1"/>
          </p:cNvSpPr>
          <p:nvPr/>
        </p:nvSpPr>
        <p:spPr>
          <a:xfrm xmlns:a="http://schemas.openxmlformats.org/drawingml/2006/main">
            <a:off x="514350" y="342900"/>
            <a:ext cx="11144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3623"/>
              </a:lnSpc>
              <a:spcBef>
                <a:spcPts val="0"/>
              </a:spcBef>
              <a:spcAft>
                <a:spcPts val="0"/>
              </a:spcAft>
              <a:defRPr sz="3150" b="1">
                <a:solidFill>
                  <a:srgbClr val="16282B"/>
                </a:solidFill>
                <a:latin typeface="Nimbus Sans"/>
                <a:ea typeface="Nimbus Sans"/>
                <a:cs typeface="Nimbus Sans"/>
              </a:defRPr>
            </a:pPr>
            <a:r>
              <a:rPr sz="3150" b="1">
                <a:solidFill>
                  <a:srgbClr val="16282B"/>
                </a:solidFill>
                <a:latin typeface="Nimbus Sans"/>
                <a:ea typeface="Nimbus Sans"/>
                <a:cs typeface="Nimbus Sans"/>
              </a:rPr>
              <a:t>Radiolaria OS</a:t>
            </a:r>
          </a:p>
        </p:txBody>
      </p:sp>
      <p:sp>
        <p:nvSpPr>
          <p:cNvPr id="3" name="S01_scope" descr="scope">
            <a:extLst xmlns:a="http://schemas.openxmlformats.org/drawingml/2006/main">
              <a:ext uri="{FF2B5EF4-FFF2-40B4-BE49-F238E27FC236}">
                <a16:creationId xmlns:a16="http://schemas.microsoft.com/office/drawing/2014/main" id="{184776A1-C1AF-542D-8DE9-2D89B1B6F219}"/>
              </a:ext>
              <a:ext uri="urn:g6b3r1:native-source:v1">
                <g6:source xmlns:g6="urn:g6b3r1:native-source:v1">{"alt":"scope","bold":false,"color":"#43595D","font_px":23,"h":54,"id":"S01_scope","kind":"text","line_height_px":26.45,"reading_order":1,"text":"Computing, assembled around intent","w":1160,"x":56,"y":113}</g6:source>
              </a:ext>
            </a:extLst>
          </p:cNvPr>
          <p:cNvSpPr>
            <a:spLocks xmlns:a="http://schemas.openxmlformats.org/drawingml/2006/main" noGrp="1"/>
          </p:cNvSpPr>
          <p:nvPr/>
        </p:nvSpPr>
        <p:spPr>
          <a:xfrm xmlns:a="http://schemas.openxmlformats.org/drawingml/2006/main">
            <a:off x="533400" y="1076325"/>
            <a:ext cx="1104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984"/>
              </a:lnSpc>
              <a:spcBef>
                <a:spcPts val="0"/>
              </a:spcBef>
              <a:spcAft>
                <a:spcPts val="0"/>
              </a:spcAft>
              <a:defRPr sz="1725" b="0">
                <a:solidFill>
                  <a:srgbClr val="43595D"/>
                </a:solidFill>
                <a:latin typeface="Nimbus Sans"/>
                <a:ea typeface="Nimbus Sans"/>
                <a:cs typeface="Nimbus Sans"/>
              </a:defRPr>
            </a:pPr>
            <a:r>
              <a:rPr sz="1725" b="0">
                <a:solidFill>
                  <a:srgbClr val="43595D"/>
                </a:solidFill>
                <a:latin typeface="Nimbus Sans"/>
                <a:ea typeface="Nimbus Sans"/>
                <a:cs typeface="Nimbus Sans"/>
              </a:rPr>
              <a:t>Computing, assembled around intent</a:t>
            </a:r>
          </a:p>
        </p:txBody>
      </p:sp>
      <p:pic>
        <p:nvPicPr>
          <p:cNvPr id="4" name="S01_cover" descr="Approved Radiolaria editorial artwork, not execution evidence">
            <a:extLst>
              <a:ext uri="urn:g6b3r1:native-source:v1">
                <g6:source xmlns:g6="urn:g6b3r1:native-source:v1">{"alt":"Approved Radiolaria editorial artwork, not execution evidence","h":285,"id":"S01_cover","kind":"image","originalbitmap":true,"path":"../assets/radiolaria_reference_cover.png","reading_order":2,"w":455,"x":740,"y":190}</g6:source>
              </a:ext>
            </a:extLst>
          </p:cNvPr>
          <p:cNvPicPr>
            <a:picLocks xmlns:a="http://schemas.openxmlformats.org/drawingml/2006/main" noChangeAspect="1"/>
          </p:cNvPicPr>
          <p:nvPr/>
        </p:nvPicPr>
        <p:blipFill>
          <a:blip xmlns:r="http://schemas.openxmlformats.org/officeDocument/2006/relationships" xmlns:a="http://schemas.openxmlformats.org/drawingml/2006/main" r:embed="R4ac0e0e4445748d5"/>
          <a:stretch xmlns:a="http://schemas.openxmlformats.org/drawingml/2006/main"/>
        </p:blipFill>
        <p:spPr>
          <a:xfrm xmlns:a="http://schemas.openxmlformats.org/drawingml/2006/main">
            <a:off x="7048500" y="1947512"/>
            <a:ext cx="4333875" cy="2439101"/>
          </a:xfrm>
          <a:prstGeom xmlns:a="http://schemas.openxmlformats.org/drawingml/2006/main" prst="rect">
            <a:avLst/>
          </a:prstGeom>
        </p:spPr>
      </p:pic>
      <p:sp>
        <p:nvSpPr>
          <p:cNvPr id="5" name="S01_task" descr="task">
            <a:extLst xmlns:a="http://schemas.openxmlformats.org/drawingml/2006/main">
              <a:ext uri="{FF2B5EF4-FFF2-40B4-BE49-F238E27FC236}">
                <a16:creationId xmlns:a16="http://schemas.microsoft.com/office/drawing/2014/main" id="{A27DE4D8-6492-5F8A-824F-3FF7AF78B39D}"/>
              </a:ext>
              <a:ext uri="urn:g6b3r1:native-source:v1">
                <g6:source xmlns:g6="urn:g6b3r1:native-source:v1">{"alt":"task","bold":true,"color":"#16282B","font_px":42,"h":220,"id":"S01_task","kind":"text","line_height_px":48.3,"reading_order":3,"text":"Review photos.\nAdjust the plan.\nContinue useful work.","w":620,"x":56,"y":215}</g6:source>
              </a:ext>
            </a:extLst>
          </p:cNvPr>
          <p:cNvSpPr>
            <a:spLocks xmlns:a="http://schemas.openxmlformats.org/drawingml/2006/main" noGrp="1"/>
          </p:cNvSpPr>
          <p:nvPr/>
        </p:nvSpPr>
        <p:spPr>
          <a:xfrm xmlns:a="http://schemas.openxmlformats.org/drawingml/2006/main">
            <a:off x="533400" y="2047875"/>
            <a:ext cx="5905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3623"/>
              </a:lnSpc>
              <a:spcBef>
                <a:spcPts val="0"/>
              </a:spcBef>
              <a:spcAft>
                <a:spcPts val="0"/>
              </a:spcAft>
              <a:defRPr sz="3150" b="1">
                <a:solidFill>
                  <a:srgbClr val="16282B"/>
                </a:solidFill>
                <a:latin typeface="Nimbus Sans"/>
                <a:ea typeface="Nimbus Sans"/>
                <a:cs typeface="Nimbus Sans"/>
              </a:defRPr>
            </a:pPr>
            <a:r>
              <a:rPr sz="3150" b="1">
                <a:solidFill>
                  <a:srgbClr val="16282B"/>
                </a:solidFill>
                <a:latin typeface="Nimbus Sans"/>
                <a:ea typeface="Nimbus Sans"/>
                <a:cs typeface="Nimbus Sans"/>
              </a:rPr>
              <a:t>Review photos.</a:t>
            </a:r>
          </a:p>
          <a:p xmlns:a="http://schemas.openxmlformats.org/drawingml/2006/main">
            <a:pPr algn="l">
              <a:lnSpc>
                <a:spcPts val="3623"/>
              </a:lnSpc>
              <a:spcBef>
                <a:spcPts val="0"/>
              </a:spcBef>
              <a:spcAft>
                <a:spcPts val="0"/>
              </a:spcAft>
              <a:defRPr sz="3150" b="1">
                <a:solidFill>
                  <a:srgbClr val="16282B"/>
                </a:solidFill>
                <a:latin typeface="Nimbus Sans"/>
                <a:ea typeface="Nimbus Sans"/>
                <a:cs typeface="Nimbus Sans"/>
              </a:defRPr>
            </a:pPr>
            <a:r>
              <a:rPr sz="3150" b="1">
                <a:solidFill>
                  <a:srgbClr val="16282B"/>
                </a:solidFill>
                <a:latin typeface="Nimbus Sans"/>
                <a:ea typeface="Nimbus Sans"/>
                <a:cs typeface="Nimbus Sans"/>
              </a:rPr>
              <a:t>Adjust the plan.</a:t>
            </a:r>
          </a:p>
          <a:p xmlns:a="http://schemas.openxmlformats.org/drawingml/2006/main">
            <a:pPr algn="l">
              <a:lnSpc>
                <a:spcPts val="3623"/>
              </a:lnSpc>
              <a:spcBef>
                <a:spcPts val="0"/>
              </a:spcBef>
              <a:spcAft>
                <a:spcPts val="0"/>
              </a:spcAft>
              <a:defRPr sz="3150" b="1">
                <a:solidFill>
                  <a:srgbClr val="16282B"/>
                </a:solidFill>
                <a:latin typeface="Nimbus Sans"/>
                <a:ea typeface="Nimbus Sans"/>
                <a:cs typeface="Nimbus Sans"/>
              </a:defRPr>
            </a:pPr>
            <a:r>
              <a:rPr sz="3150" b="1">
                <a:solidFill>
                  <a:srgbClr val="16282B"/>
                </a:solidFill>
                <a:latin typeface="Nimbus Sans"/>
                <a:ea typeface="Nimbus Sans"/>
                <a:cs typeface="Nimbus Sans"/>
              </a:rPr>
              <a:t>Continue useful work.</a:t>
            </a:r>
          </a:p>
        </p:txBody>
      </p:sp>
      <p:sp>
        <p:nvSpPr>
          <p:cNvPr id="6" name="S01_outcome" descr="outcome">
            <a:extLst xmlns:a="http://schemas.openxmlformats.org/drawingml/2006/main">
              <a:ext uri="{FF2B5EF4-FFF2-40B4-BE49-F238E27FC236}">
                <a16:creationId xmlns:a16="http://schemas.microsoft.com/office/drawing/2014/main" id="{C210B739-7CA8-512A-A30A-19E3B96D21C4}"/>
              </a:ext>
              <a:ext uri="urn:g6b3r1:native-source:v1">
                <g6:source xmlns:g6="urn:g6b3r1:native-source:v1">{"alt":"outcome","bold":false,"color":"#16282B","font_px":32,"h":82,"id":"S01_outcome","kind":"text","line_height_px":36.8,"reading_order":4,"text":"Capabilities cooperate around a task.\nEach owner retains its decisions.","w":1150,"x":56,"y":475}</g6:source>
              </a:ext>
            </a:extLst>
          </p:cNvPr>
          <p:cNvSpPr>
            <a:spLocks xmlns:a="http://schemas.openxmlformats.org/drawingml/2006/main" noGrp="1"/>
          </p:cNvSpPr>
          <p:nvPr/>
        </p:nvSpPr>
        <p:spPr>
          <a:xfrm xmlns:a="http://schemas.openxmlformats.org/drawingml/2006/main">
            <a:off x="533400" y="4524375"/>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760"/>
              </a:lnSpc>
              <a:spcBef>
                <a:spcPts val="0"/>
              </a:spcBef>
              <a:spcAft>
                <a:spcPts val="0"/>
              </a:spcAft>
              <a:defRPr sz="2400" b="0">
                <a:solidFill>
                  <a:srgbClr val="16282B"/>
                </a:solidFill>
                <a:latin typeface="Nimbus Sans"/>
                <a:ea typeface="Nimbus Sans"/>
                <a:cs typeface="Nimbus Sans"/>
              </a:defRPr>
            </a:pPr>
            <a:r>
              <a:rPr sz="2400" b="0">
                <a:solidFill>
                  <a:srgbClr val="16282B"/>
                </a:solidFill>
                <a:latin typeface="Nimbus Sans"/>
                <a:ea typeface="Nimbus Sans"/>
                <a:cs typeface="Nimbus Sans"/>
              </a:rPr>
              <a:t>Capabilities cooperate around a task.</a:t>
            </a:r>
          </a:p>
          <a:p xmlns:a="http://schemas.openxmlformats.org/drawingml/2006/main">
            <a:pPr algn="l">
              <a:lnSpc>
                <a:spcPts val="2760"/>
              </a:lnSpc>
              <a:spcBef>
                <a:spcPts val="0"/>
              </a:spcBef>
              <a:spcAft>
                <a:spcPts val="0"/>
              </a:spcAft>
              <a:defRPr sz="2400" b="0">
                <a:solidFill>
                  <a:srgbClr val="16282B"/>
                </a:solidFill>
                <a:latin typeface="Nimbus Sans"/>
                <a:ea typeface="Nimbus Sans"/>
                <a:cs typeface="Nimbus Sans"/>
              </a:defRPr>
            </a:pPr>
            <a:r>
              <a:rPr sz="2400" b="0">
                <a:solidFill>
                  <a:srgbClr val="16282B"/>
                </a:solidFill>
                <a:latin typeface="Nimbus Sans"/>
                <a:ea typeface="Nimbus Sans"/>
                <a:cs typeface="Nimbus Sans"/>
              </a:rPr>
              <a:t>Each owner retains its decisions.</a:t>
            </a:r>
          </a:p>
        </p:txBody>
      </p:sp>
      <p:sp>
        <p:nvSpPr>
          <p:cNvPr id="7" name="S01_qualification" descr="qualification">
            <a:extLst xmlns:a="http://schemas.openxmlformats.org/drawingml/2006/main">
              <a:ext uri="{FF2B5EF4-FFF2-40B4-BE49-F238E27FC236}">
                <a16:creationId xmlns:a16="http://schemas.microsoft.com/office/drawing/2014/main" id="{CA9607F0-1079-543B-9154-0B61D96C37AA}"/>
              </a:ext>
              <a:ext uri="urn:g6b3r1:native-source:v1">
                <g6:source xmlns:g6="urn:g6b3r1:native-source:v1">{"alt":"qualification","bold":false,"color":"#43595D","font_px":23,"h":58,"id":"S01_qualification","kind":"text","line_height_px":26.45,"reading_order":5,"text":"Accepted finite reference implementation. This review corpus explains its mechanisms and recorded examples.","w":1162,"x":56,"y":596}</g6:source>
              </a:ext>
            </a:extLst>
          </p:cNvPr>
          <p:cNvSpPr>
            <a:spLocks xmlns:a="http://schemas.openxmlformats.org/drawingml/2006/main" noGrp="1"/>
          </p:cNvSpPr>
          <p:nvPr/>
        </p:nvSpPr>
        <p:spPr>
          <a:xfrm xmlns:a="http://schemas.openxmlformats.org/drawingml/2006/main">
            <a:off x="533400" y="5676900"/>
            <a:ext cx="11068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984"/>
              </a:lnSpc>
              <a:spcBef>
                <a:spcPts val="0"/>
              </a:spcBef>
              <a:spcAft>
                <a:spcPts val="0"/>
              </a:spcAft>
              <a:defRPr sz="1725" b="0">
                <a:solidFill>
                  <a:srgbClr val="43595D"/>
                </a:solidFill>
                <a:latin typeface="Nimbus Sans"/>
                <a:ea typeface="Nimbus Sans"/>
                <a:cs typeface="Nimbus Sans"/>
              </a:defRPr>
            </a:pPr>
            <a:r>
              <a:rPr sz="1725" b="0">
                <a:solidFill>
                  <a:srgbClr val="43595D"/>
                </a:solidFill>
                <a:latin typeface="Nimbus Sans"/>
                <a:ea typeface="Nimbus Sans"/>
                <a:cs typeface="Nimbus Sans"/>
              </a:rPr>
              <a:t>Accepted finite reference implementation. This review corpus explains its mechanisms and recorded examples.</a:t>
            </a:r>
          </a:p>
        </p:txBody>
      </p:sp>
      <p:sp>
        <p:nvSpPr>
          <p:cNvPr id="8" name="S01_rule" descr="rule">
            <a:extLst xmlns:a="http://schemas.openxmlformats.org/drawingml/2006/main">
              <a:ext uri="{FF2B5EF4-FFF2-40B4-BE49-F238E27FC236}">
                <a16:creationId xmlns:a16="http://schemas.microsoft.com/office/drawing/2014/main" id="{740AE4EF-B643-57FC-9E2E-618034CAA277}"/>
              </a:ext>
              <a:ext uri="urn:g6b3r1:native-source:v1">
                <g6:source xmlns:g6="urn:g6b3r1:native-source:v1">{"alt":"rule","color":"#B8C8C6","h":0,"id":"S01_rule","kind":"line","reading_order":6,"stroke_width":1,"w":1162,"x":56,"y":671}</g6:source>
              </a:ext>
            </a:extLst>
          </p:cNvPr>
          <p:cNvSpPr>
            <a:spLocks xmlns:a="http://schemas.openxmlformats.org/drawingml/2006/main" noGrp="1"/>
          </p:cNvSpPr>
          <p:nvPr/>
        </p:nvSpPr>
        <p:spPr>
          <a:xfrm xmlns:a="http://schemas.openxmlformats.org/drawingml/2006/main" flipH="0" flipV="0" rot="0">
            <a:off x="533400" y="6391275"/>
            <a:ext cx="11068050" cy="0"/>
          </a:xfrm>
          <a:prstGeom xmlns:a="http://schemas.openxmlformats.org/drawingml/2006/main" prst="line">
            <a:avLst/>
          </a:prstGeom>
          <a:noFill xmlns:a="http://schemas.openxmlformats.org/drawingml/2006/main"/>
          <a:ln xmlns:a="http://schemas.openxmlformats.org/drawingml/2006/main" w="9525">
            <a:solidFill>
              <a:srgbClr val="B8C8C6"/>
            </a:solidFill>
          </a:ln>
        </p:spPr>
      </p:sp>
      <p:sp>
        <p:nvSpPr>
          <p:cNvPr id="9" name="S01_source_link" descr="source link">
            <a:hlinkClick r:id="g6b3r1Link8"/>
            <a:extLst xmlns:a="http://schemas.openxmlformats.org/drawingml/2006/main">
              <a:ext uri="{FF2B5EF4-FFF2-40B4-BE49-F238E27FC236}">
                <a16:creationId xmlns:a16="http://schemas.microsoft.com/office/drawing/2014/main" id="{82E7F873-96F7-5DA7-99CC-299E1EB429A8}"/>
              </a:ext>
              <a:ext uri="urn:g6b3r1:native-source:v1">
                <g6:source xmlns:g6="urn:g6b3r1:native-source:v1">{"alt":"source link","bold":false,"color":"#315E8B","font_px":18,"h":27,"id":"S01_source_link","kind":"text","line_height_px":20.7,"link_target":"https://github.com/AAkhtanin/hedgehog-os/blob/2e965ecb18e545e428380eb8e9aa5a7037a388be/specs/current_architecture_lock_v01.md","reading_order":7,"text":"S01 Source: architecture","w":560,"x":56,"y":685}</g6:source>
              </a:ext>
            </a:extLst>
          </p:cNvPr>
          <p:cNvSpPr>
            <a:spLocks xmlns:a="http://schemas.openxmlformats.org/drawingml/2006/main" noGrp="1"/>
          </p:cNvSpPr>
          <p:nvPr/>
        </p:nvSpPr>
        <p:spPr>
          <a:xfrm xmlns:a="http://schemas.openxmlformats.org/drawingml/2006/main">
            <a:off x="533400" y="6524625"/>
            <a:ext cx="5334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553"/>
              </a:lnSpc>
              <a:spcBef>
                <a:spcPts val="0"/>
              </a:spcBef>
              <a:spcAft>
                <a:spcPts val="0"/>
              </a:spcAft>
              <a:defRPr sz="1350" b="0">
                <a:solidFill>
                  <a:srgbClr val="315E8B"/>
                </a:solidFill>
                <a:latin typeface="Nimbus Sans"/>
                <a:ea typeface="Nimbus Sans"/>
                <a:cs typeface="Nimbus Sans"/>
              </a:defRPr>
            </a:pPr>
            <a:r>
              <a:rPr sz="1350" b="0">
                <a:solidFill>
                  <a:srgbClr val="315E8B"/>
                </a:solidFill>
                <a:latin typeface="Nimbus Sans"/>
                <a:ea typeface="Nimbus Sans"/>
                <a:cs typeface="Nimbus Sans"/>
              </a:rPr>
              <a:t>S01 Source: architecture</a:t>
            </a:r>
          </a:p>
        </p:txBody>
      </p:sp>
      <p:sp>
        <p:nvSpPr>
          <p:cNvPr id="10" name="S01_atlas_locator" descr="atlas locator">
            <a:hlinkClick r:id="g6b3r1Link9"/>
            <a:extLst xmlns:a="http://schemas.openxmlformats.org/drawingml/2006/main">
              <a:ext uri="{FF2B5EF4-FFF2-40B4-BE49-F238E27FC236}">
                <a16:creationId xmlns:a16="http://schemas.microsoft.com/office/drawing/2014/main" id="{9FD52996-5FC5-5829-8EF0-38591DCD8413}"/>
              </a:ext>
              <a:ext uri="urn:g6b3r1:native-source:v1">
                <g6:source xmlns:g6="urn:g6b3r1:native-source:v1">{"alt":"atlas locator","bold":false,"color":"#315E8B","font_px":17,"h":27,"id":"S01_atlas_locator","kind":"text","line_height_px":19.549999999999997,"link_target":"../atlas/README.html","reading_order":8,"text":"Atlas: Overview / GEO 1 2 3 4 5 6 7","w":560,"x":660,"y":685}</g6:source>
              </a:ext>
            </a:extLst>
          </p:cNvPr>
          <p:cNvSpPr>
            <a:spLocks xmlns:a="http://schemas.openxmlformats.org/drawingml/2006/main" noGrp="1"/>
          </p:cNvSpPr>
          <p:nvPr/>
        </p:nvSpPr>
        <p:spPr>
          <a:xfrm xmlns:a="http://schemas.openxmlformats.org/drawingml/2006/main">
            <a:off x="6286500" y="6524625"/>
            <a:ext cx="5334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466"/>
              </a:lnSpc>
              <a:spcBef>
                <a:spcPts val="0"/>
              </a:spcBef>
              <a:spcAft>
                <a:spcPts val="0"/>
              </a:spcAft>
              <a:defRPr sz="1275" b="0">
                <a:solidFill>
                  <a:srgbClr val="315E8B"/>
                </a:solidFill>
                <a:latin typeface="Nimbus Sans"/>
                <a:ea typeface="Nimbus Sans"/>
                <a:cs typeface="Nimbus Sans"/>
              </a:defRPr>
            </a:pPr>
            <a:r>
              <a:rPr sz="1275" b="0">
                <a:solidFill>
                  <a:srgbClr val="315E8B"/>
                </a:solidFill>
                <a:latin typeface="Nimbus Sans"/>
                <a:ea typeface="Nimbus Sans"/>
                <a:cs typeface="Nimbus Sans"/>
              </a:rPr>
              <a:t>Atlas: Overview / GEO 1 2 3 4 5 6 7</a:t>
            </a:r>
          </a:p>
        </p:txBody>
      </p:sp>
    </p:spTree>
    <p:extLst>
      <p:ext uri="{BB962C8B-B14F-4D97-AF65-F5344CB8AC3E}">
        <p14:creationId xmlns:p14="http://schemas.microsoft.com/office/powerpoint/2010/main" val="3988330158"/>
      </p:ext>
      <p:ext uri="urn:g6b3r1:native-source:v1">
        <g6:source xmlns:g6="urn:g6b3r1:native-source:v1">{"id":"S01","notes_en":"Computing, assembled around intent\n\nRadiolaria OS Computing, assembled around intent Review photos. Adjust the plan. Continue useful work. Capabilities cooperate around a task. Each owner retains its decisions. Accepted finite reference implementation. This review corpus explains its mechanisms and recorded examples.\n\nThis is an editorial explanation of the named recorded or conceptual scope, not a new runtime result. Follow the source references for exact fields and limitations. B5 and final publication are not performed.","notes_ru":"Начинаем с практической цели: полезная работа продолжается при изменении условий. Иллюстрация является редакционным изображением, а не доказательством исполнения.","reading_order":["S01_title","S01_scope","S01_cover","S01_task","S01_outcome","S01_qualification","S01_rule","S01_source_link","S01_atlas_locator"],"relations":[],"scope":"Computing, assembled around intent","source_refs":[{"label":"architecture","target":"https://github.com/AAkhtanin/hedgehog-os/blob/2e965ecb18e545e428380eb8e9aa5a7037a388be/specs/current_architecture_lock_v01.md"},{"label":"chapter","target":"../chapters/02_geometry.html"}],"title":"Radiolaria OS"}</g6:source>
      </p:ext>
    </p:extLst>
  </p:cSld>
</p:sld>
</file>

<file path=ppt/slides/slide2.xml><?xml version="1.0" encoding="utf-8"?>
<p:sld xmlns:p="http://schemas.openxmlformats.org/presentationml/2006/main" xmlns:a="http://schemas.openxmlformats.org/drawingml/2006/main" xmlns:r="http://schemas.openxmlformats.org/officeDocument/2006/relationships">
  <p:cSld name="S02">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02_title" descr="title">
            <a:extLst xmlns:a="http://schemas.openxmlformats.org/drawingml/2006/main">
              <a:ext uri="{FF2B5EF4-FFF2-40B4-BE49-F238E27FC236}">
                <a16:creationId xmlns:a16="http://schemas.microsoft.com/office/drawing/2014/main" id="{BA03EEDD-9EAE-54AD-8FF0-4063F1811B13}"/>
              </a:ext>
              <a:ext uri="urn:g6b3r1:native-source:v1">
                <g6:source xmlns:g6="urn:g6b3r1:native-source:v1">{"alt":"title","bold":true,"color":"#16282B","font_px":42,"h":75,"id":"S02_title","kind":"text","line_height_px":48.3,"reading_order":0,"text":"A task has a life beyond one response","w":1170,"x":54,"y":36}</g6:source>
              </a:ext>
            </a:extLst>
          </p:cNvPr>
          <p:cNvSpPr>
            <a:spLocks xmlns:a="http://schemas.openxmlformats.org/drawingml/2006/main" noGrp="1"/>
          </p:cNvSpPr>
          <p:nvPr/>
        </p:nvSpPr>
        <p:spPr>
          <a:xfrm xmlns:a="http://schemas.openxmlformats.org/drawingml/2006/main">
            <a:off x="514350" y="342900"/>
            <a:ext cx="11144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3623"/>
              </a:lnSpc>
              <a:spcBef>
                <a:spcPts val="0"/>
              </a:spcBef>
              <a:spcAft>
                <a:spcPts val="0"/>
              </a:spcAft>
              <a:defRPr sz="3150" b="1">
                <a:solidFill>
                  <a:srgbClr val="16282B"/>
                </a:solidFill>
                <a:latin typeface="Nimbus Sans"/>
                <a:ea typeface="Nimbus Sans"/>
                <a:cs typeface="Nimbus Sans"/>
              </a:defRPr>
            </a:pPr>
            <a:r>
              <a:rPr sz="3150" b="1">
                <a:solidFill>
                  <a:srgbClr val="16282B"/>
                </a:solidFill>
                <a:latin typeface="Nimbus Sans"/>
                <a:ea typeface="Nimbus Sans"/>
                <a:cs typeface="Nimbus Sans"/>
              </a:rPr>
              <a:t>A task has a life beyond one response</a:t>
            </a:r>
          </a:p>
        </p:txBody>
      </p:sp>
      <p:sp>
        <p:nvSpPr>
          <p:cNvPr id="3" name="S02_scope" descr="scope">
            <a:extLst xmlns:a="http://schemas.openxmlformats.org/drawingml/2006/main">
              <a:ext uri="{FF2B5EF4-FFF2-40B4-BE49-F238E27FC236}">
                <a16:creationId xmlns:a16="http://schemas.microsoft.com/office/drawing/2014/main" id="{2F0EBD62-92E6-5727-A446-EE083E483D31}"/>
              </a:ext>
              <a:ext uri="urn:g6b3r1:native-source:v1">
                <g6:source xmlns:g6="urn:g6b3r1:native-source:v1">{"alt":"scope","bold":false,"color":"#43595D","font_px":23,"h":54,"id":"S02_scope","kind":"text","line_height_px":26.45,"reading_order":1,"text":"CONCEPTUAL LIFETIME / Work and permission have different lifetimes","w":1160,"x":56,"y":113}</g6:source>
              </a:ext>
            </a:extLst>
          </p:cNvPr>
          <p:cNvSpPr>
            <a:spLocks xmlns:a="http://schemas.openxmlformats.org/drawingml/2006/main" noGrp="1"/>
          </p:cNvSpPr>
          <p:nvPr/>
        </p:nvSpPr>
        <p:spPr>
          <a:xfrm xmlns:a="http://schemas.openxmlformats.org/drawingml/2006/main">
            <a:off x="533400" y="1076325"/>
            <a:ext cx="1104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984"/>
              </a:lnSpc>
              <a:spcBef>
                <a:spcPts val="0"/>
              </a:spcBef>
              <a:spcAft>
                <a:spcPts val="0"/>
              </a:spcAft>
              <a:defRPr sz="1725" b="0">
                <a:solidFill>
                  <a:srgbClr val="43595D"/>
                </a:solidFill>
                <a:latin typeface="Nimbus Sans"/>
                <a:ea typeface="Nimbus Sans"/>
                <a:cs typeface="Nimbus Sans"/>
              </a:defRPr>
            </a:pPr>
            <a:r>
              <a:rPr sz="1725" b="0">
                <a:solidFill>
                  <a:srgbClr val="43595D"/>
                </a:solidFill>
                <a:latin typeface="Nimbus Sans"/>
                <a:ea typeface="Nimbus Sans"/>
                <a:cs typeface="Nimbus Sans"/>
              </a:rPr>
              <a:t>CONCEPTUAL LIFETIME / Work and permission have different lifetimes</a:t>
            </a:r>
          </a:p>
        </p:txBody>
      </p:sp>
      <p:sp>
        <p:nvSpPr>
          <p:cNvPr id="4" name="S02_lifetime_0" descr="INTENT: Intent and&#10;current conditions">
            <a:extLst xmlns:a="http://schemas.openxmlformats.org/drawingml/2006/main">
              <a:ext uri="{FF2B5EF4-FFF2-40B4-BE49-F238E27FC236}">
                <a16:creationId xmlns:a16="http://schemas.microsoft.com/office/drawing/2014/main" id="{B12EE749-C580-5F34-B23A-84574A6A2246}"/>
              </a:ext>
              <a:ext uri="urn:g6b3r1:native-source:v1">
                <g6:source xmlns:g6="urn:g6b3r1:native-source:v1">{"alt":"INTENT: Intent and\ncurrent conditions","entity_id":"INTENT","fill":"#EFF5F3","h":110,"id":"S02_lifetime_0","kind":"rect","reading_order":2,"stroke":"#176B68","stroke_width":2,"w":225,"x":56,"y":248}</g6:source>
              </a:ext>
            </a:extLst>
          </p:cNvPr>
          <p:cNvSpPr>
            <a:spLocks xmlns:a="http://schemas.openxmlformats.org/drawingml/2006/main" noGrp="1"/>
          </p:cNvSpPr>
          <p:nvPr/>
        </p:nvSpPr>
        <p:spPr>
          <a:xfrm xmlns:a="http://schemas.openxmlformats.org/drawingml/2006/main">
            <a:off x="533400" y="2362200"/>
            <a:ext cx="2143125" cy="1047750"/>
          </a:xfrm>
          <a:prstGeom xmlns:a="http://schemas.openxmlformats.org/drawingml/2006/main" prst="rect">
            <a:avLst/>
          </a:prstGeom>
          <a:solidFill xmlns:a="http://schemas.openxmlformats.org/drawingml/2006/main">
            <a:srgbClr val="EFF5F3"/>
          </a:solidFill>
          <a:ln xmlns:a="http://schemas.openxmlformats.org/drawingml/2006/main" w="19050">
            <a:solidFill>
              <a:srgbClr val="176B68"/>
            </a:solidFill>
          </a:ln>
        </p:spPr>
      </p:sp>
      <p:sp>
        <p:nvSpPr>
          <p:cNvPr id="5" name="S02_lifetime_0_label" descr="lifetime 0 label">
            <a:extLst xmlns:a="http://schemas.openxmlformats.org/drawingml/2006/main">
              <a:ext uri="{FF2B5EF4-FFF2-40B4-BE49-F238E27FC236}">
                <a16:creationId xmlns:a16="http://schemas.microsoft.com/office/drawing/2014/main" id="{F09F13CC-2FA1-5072-8C00-8EC2438F6203}"/>
              </a:ext>
              <a:ext uri="urn:g6b3r1:native-source:v1">
                <g6:source xmlns:g6="urn:g6b3r1:native-source:v1">{"alt":"lifetime 0 label","bold":false,"color":"#16282B","font_px":24,"h":86,"id":"S02_lifetime_0_label","kind":"text","line_height_px":27.599999999999998,"reading_order":3,"text":"Intent and\ncurrent conditions","w":199,"x":69,"y":260}</g6:source>
              </a:ext>
            </a:extLst>
          </p:cNvPr>
          <p:cNvSpPr>
            <a:spLocks xmlns:a="http://schemas.openxmlformats.org/drawingml/2006/main" noGrp="1"/>
          </p:cNvSpPr>
          <p:nvPr/>
        </p:nvSpPr>
        <p:spPr>
          <a:xfrm xmlns:a="http://schemas.openxmlformats.org/drawingml/2006/main">
            <a:off x="657225" y="2476500"/>
            <a:ext cx="18954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Intent and</a:t>
            </a:r>
          </a:p>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current conditions</a:t>
            </a:r>
          </a:p>
        </p:txBody>
      </p:sp>
      <p:sp>
        <p:nvSpPr>
          <p:cNvPr id="6" name="S02_lifetime_1" descr="WORK: Useful bounded&#10;Work">
            <a:extLst xmlns:a="http://schemas.openxmlformats.org/drawingml/2006/main">
              <a:ext uri="{FF2B5EF4-FFF2-40B4-BE49-F238E27FC236}">
                <a16:creationId xmlns:a16="http://schemas.microsoft.com/office/drawing/2014/main" id="{AEF3A43E-76D2-5046-B35A-25AADD4406AD}"/>
              </a:ext>
              <a:ext uri="urn:g6b3r1:native-source:v1">
                <g6:source xmlns:g6="urn:g6b3r1:native-source:v1">{"alt":"WORK: Useful bounded\nWork","entity_id":"WORK","fill":"#EFF5F3","h":110,"id":"S02_lifetime_1","kind":"rect","reading_order":4,"stroke":"#176B68","stroke_width":2,"w":225,"x":370.3333333333333,"y":248}</g6:source>
              </a:ext>
            </a:extLst>
          </p:cNvPr>
          <p:cNvSpPr>
            <a:spLocks xmlns:a="http://schemas.openxmlformats.org/drawingml/2006/main" noGrp="1"/>
          </p:cNvSpPr>
          <p:nvPr/>
        </p:nvSpPr>
        <p:spPr>
          <a:xfrm xmlns:a="http://schemas.openxmlformats.org/drawingml/2006/main">
            <a:off x="3527425" y="2362200"/>
            <a:ext cx="2143125" cy="1047750"/>
          </a:xfrm>
          <a:prstGeom xmlns:a="http://schemas.openxmlformats.org/drawingml/2006/main" prst="rect">
            <a:avLst/>
          </a:prstGeom>
          <a:solidFill xmlns:a="http://schemas.openxmlformats.org/drawingml/2006/main">
            <a:srgbClr val="EFF5F3"/>
          </a:solidFill>
          <a:ln xmlns:a="http://schemas.openxmlformats.org/drawingml/2006/main" w="19050">
            <a:solidFill>
              <a:srgbClr val="176B68"/>
            </a:solidFill>
          </a:ln>
        </p:spPr>
      </p:sp>
      <p:sp>
        <p:nvSpPr>
          <p:cNvPr id="7" name="S02_lifetime_1_label" descr="lifetime 1 label">
            <a:extLst xmlns:a="http://schemas.openxmlformats.org/drawingml/2006/main">
              <a:ext uri="{FF2B5EF4-FFF2-40B4-BE49-F238E27FC236}">
                <a16:creationId xmlns:a16="http://schemas.microsoft.com/office/drawing/2014/main" id="{9B069E35-B696-5F4F-BD28-F250A60A519B}"/>
              </a:ext>
              <a:ext uri="urn:g6b3r1:native-source:v1">
                <g6:source xmlns:g6="urn:g6b3r1:native-source:v1">{"alt":"lifetime 1 label","bold":false,"color":"#16282B","font_px":24,"h":86,"id":"S02_lifetime_1_label","kind":"text","line_height_px":27.599999999999998,"reading_order":5,"text":"Useful bounded\nWork","w":199,"x":383.3333333333333,"y":260}</g6:source>
              </a:ext>
            </a:extLst>
          </p:cNvPr>
          <p:cNvSpPr>
            <a:spLocks xmlns:a="http://schemas.openxmlformats.org/drawingml/2006/main" noGrp="1"/>
          </p:cNvSpPr>
          <p:nvPr/>
        </p:nvSpPr>
        <p:spPr>
          <a:xfrm xmlns:a="http://schemas.openxmlformats.org/drawingml/2006/main">
            <a:off x="3651250" y="2476500"/>
            <a:ext cx="18954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Useful bounded</a:t>
            </a:r>
          </a:p>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Work</a:t>
            </a:r>
          </a:p>
        </p:txBody>
      </p:sp>
      <p:sp>
        <p:nvSpPr>
          <p:cNvPr id="8" name="S02_lifetime_2" descr="RESULT: Retained result&#10;when still applicable">
            <a:extLst xmlns:a="http://schemas.openxmlformats.org/drawingml/2006/main">
              <a:ext uri="{FF2B5EF4-FFF2-40B4-BE49-F238E27FC236}">
                <a16:creationId xmlns:a16="http://schemas.microsoft.com/office/drawing/2014/main" id="{0273F577-C9BA-5EC4-B8C4-9070ED60D94C}"/>
              </a:ext>
              <a:ext uri="urn:g6b3r1:native-source:v1">
                <g6:source xmlns:g6="urn:g6b3r1:native-source:v1">{"alt":"RESULT: Retained result\nwhen still applicable","entity_id":"RESULT","fill":"#EFF5F3","h":110,"id":"S02_lifetime_2","kind":"rect","reading_order":6,"stroke":"#176B68","stroke_width":2,"w":225,"x":684.6666666666666,"y":248}</g6:source>
              </a:ext>
            </a:extLst>
          </p:cNvPr>
          <p:cNvSpPr>
            <a:spLocks xmlns:a="http://schemas.openxmlformats.org/drawingml/2006/main" noGrp="1"/>
          </p:cNvSpPr>
          <p:nvPr/>
        </p:nvSpPr>
        <p:spPr>
          <a:xfrm xmlns:a="http://schemas.openxmlformats.org/drawingml/2006/main">
            <a:off x="6521450" y="2362200"/>
            <a:ext cx="2143125" cy="1047750"/>
          </a:xfrm>
          <a:prstGeom xmlns:a="http://schemas.openxmlformats.org/drawingml/2006/main" prst="rect">
            <a:avLst/>
          </a:prstGeom>
          <a:solidFill xmlns:a="http://schemas.openxmlformats.org/drawingml/2006/main">
            <a:srgbClr val="EFF5F3"/>
          </a:solidFill>
          <a:ln xmlns:a="http://schemas.openxmlformats.org/drawingml/2006/main" w="19050">
            <a:solidFill>
              <a:srgbClr val="176B68"/>
            </a:solidFill>
          </a:ln>
        </p:spPr>
      </p:sp>
      <p:sp>
        <p:nvSpPr>
          <p:cNvPr id="9" name="S02_lifetime_2_label" descr="lifetime 2 label">
            <a:extLst xmlns:a="http://schemas.openxmlformats.org/drawingml/2006/main">
              <a:ext uri="{FF2B5EF4-FFF2-40B4-BE49-F238E27FC236}">
                <a16:creationId xmlns:a16="http://schemas.microsoft.com/office/drawing/2014/main" id="{3210E7E1-E48B-5046-AB71-F782F954B417}"/>
              </a:ext>
              <a:ext uri="urn:g6b3r1:native-source:v1">
                <g6:source xmlns:g6="urn:g6b3r1:native-source:v1">{"alt":"lifetime 2 label","bold":false,"color":"#16282B","font_px":24,"h":86,"id":"S02_lifetime_2_label","kind":"text","line_height_px":27.599999999999998,"reading_order":7,"text":"Retained result\nwhen still\napplicable","w":199,"x":697.6666666666666,"y":260}</g6:source>
              </a:ext>
            </a:extLst>
          </p:cNvPr>
          <p:cNvSpPr>
            <a:spLocks xmlns:a="http://schemas.openxmlformats.org/drawingml/2006/main" noGrp="1"/>
          </p:cNvSpPr>
          <p:nvPr/>
        </p:nvSpPr>
        <p:spPr>
          <a:xfrm xmlns:a="http://schemas.openxmlformats.org/drawingml/2006/main">
            <a:off x="6645275" y="2476500"/>
            <a:ext cx="18954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Retained result</a:t>
            </a:r>
          </a:p>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when still</a:t>
            </a:r>
          </a:p>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applicable</a:t>
            </a:r>
          </a:p>
        </p:txBody>
      </p:sp>
      <p:sp>
        <p:nvSpPr>
          <p:cNvPr id="10" name="S02_lifetime_3" descr="ENV: Task ends&#10;owned resources close">
            <a:extLst xmlns:a="http://schemas.openxmlformats.org/drawingml/2006/main">
              <a:ext uri="{FF2B5EF4-FFF2-40B4-BE49-F238E27FC236}">
                <a16:creationId xmlns:a16="http://schemas.microsoft.com/office/drawing/2014/main" id="{B9A76F14-7404-5B2D-9C59-54F2240AE491}"/>
              </a:ext>
              <a:ext uri="urn:g6b3r1:native-source:v1">
                <g6:source xmlns:g6="urn:g6b3r1:native-source:v1">{"alt":"ENV: Task ends\nowned resources close","entity_id":"ENV","fill":"#EFF5F3","h":110,"id":"S02_lifetime_3","kind":"rect","reading_order":8,"stroke":"#176B68","stroke_width":2,"w":225,"x":999,"y":248}</g6:source>
              </a:ext>
            </a:extLst>
          </p:cNvPr>
          <p:cNvSpPr>
            <a:spLocks xmlns:a="http://schemas.openxmlformats.org/drawingml/2006/main" noGrp="1"/>
          </p:cNvSpPr>
          <p:nvPr/>
        </p:nvSpPr>
        <p:spPr>
          <a:xfrm xmlns:a="http://schemas.openxmlformats.org/drawingml/2006/main">
            <a:off x="9515475" y="2362200"/>
            <a:ext cx="2143125" cy="1047750"/>
          </a:xfrm>
          <a:prstGeom xmlns:a="http://schemas.openxmlformats.org/drawingml/2006/main" prst="rect">
            <a:avLst/>
          </a:prstGeom>
          <a:solidFill xmlns:a="http://schemas.openxmlformats.org/drawingml/2006/main">
            <a:srgbClr val="EFF5F3"/>
          </a:solidFill>
          <a:ln xmlns:a="http://schemas.openxmlformats.org/drawingml/2006/main" w="19050">
            <a:solidFill>
              <a:srgbClr val="176B68"/>
            </a:solidFill>
          </a:ln>
        </p:spPr>
      </p:sp>
      <p:sp>
        <p:nvSpPr>
          <p:cNvPr id="11" name="S02_lifetime_3_label" descr="lifetime 3 label">
            <a:extLst xmlns:a="http://schemas.openxmlformats.org/drawingml/2006/main">
              <a:ext uri="{FF2B5EF4-FFF2-40B4-BE49-F238E27FC236}">
                <a16:creationId xmlns:a16="http://schemas.microsoft.com/office/drawing/2014/main" id="{C60FBC2A-ADA5-5919-83C2-23FB0F71DA64}"/>
              </a:ext>
              <a:ext uri="urn:g6b3r1:native-source:v1">
                <g6:source xmlns:g6="urn:g6b3r1:native-source:v1">{"alt":"lifetime 3 label","bold":false,"color":"#16282B","font_px":24,"h":86,"id":"S02_lifetime_3_label","kind":"text","line_height_px":27.599999999999998,"reading_order":9,"text":"Task ends\nowned resources\nclose","w":199,"x":1012,"y":260}</g6:source>
              </a:ext>
            </a:extLst>
          </p:cNvPr>
          <p:cNvSpPr>
            <a:spLocks xmlns:a="http://schemas.openxmlformats.org/drawingml/2006/main" noGrp="1"/>
          </p:cNvSpPr>
          <p:nvPr/>
        </p:nvSpPr>
        <p:spPr>
          <a:xfrm xmlns:a="http://schemas.openxmlformats.org/drawingml/2006/main">
            <a:off x="9639300" y="2476500"/>
            <a:ext cx="18954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Task ends</a:t>
            </a:r>
          </a:p>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owned resources</a:t>
            </a:r>
          </a:p>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close</a:t>
            </a:r>
          </a:p>
        </p:txBody>
      </p:sp>
      <p:cxnSp>
        <p:nvCxnSpPr>
          <p:cNvPr id="12" name="S02_lifetime_edge_0" descr="CONTROL: organize">
            <a:extLst>
              <a:ext uri="urn:g6b3r1:native-source:v1">
                <g6:source xmlns:g6="urn:g6b3r1:native-source:v1">{"alt":"CONTROL: organize","color":"#176B68","h":0,"head":"triangle","id":"S02_lifetime_edge_0","kind":"arrow","reading_order":10,"relation_type":"CONTROL","source_id":"S02_lifetime_0","stroke_width":2,"target_id":"S02_lifetime_1","w":89.33333333333331,"x":281,"y":303}</g6:source>
              </a:ext>
            </a:extLst>
          </p:cNvPr>
          <p:cNvCxnSpPr>
            <a:stCxn xmlns:a="http://schemas.openxmlformats.org/drawingml/2006/main" id="4" idx="3"/>
            <a:endCxn xmlns:a="http://schemas.openxmlformats.org/drawingml/2006/main" id="6" idx="1"/>
          </p:cNvCxnSpPr>
          <p:nvPr/>
        </p:nvCxnSpPr>
        <p:spPr>
          <a:xfrm xmlns:a="http://schemas.openxmlformats.org/drawingml/2006/main" rot="0" flipH="0" flipV="0">
            <a:off x="2676525" y="2886075"/>
            <a:ext cx="850900" cy="0"/>
          </a:xfrm>
          <a:prstGeom xmlns:a="http://schemas.openxmlformats.org/drawingml/2006/main" prst="straightConnector1">
            <a:avLst/>
          </a:prstGeom>
          <a:ln xmlns:a="http://schemas.openxmlformats.org/drawingml/2006/main" w="19050">
            <a:solidFill>
              <a:srgbClr val="176B68"/>
            </a:solidFill>
            <a:tailEnd type="triangle" w="med" len="med"/>
          </a:ln>
        </p:spPr>
      </p:cxnSp>
      <p:sp>
        <p:nvSpPr>
          <p:cNvPr id="13" name="S02_lifetime_edge_0_label" descr="lifetime edge 0 label">
            <a:extLst xmlns:a="http://schemas.openxmlformats.org/drawingml/2006/main">
              <a:ext uri="{FF2B5EF4-FFF2-40B4-BE49-F238E27FC236}">
                <a16:creationId xmlns:a16="http://schemas.microsoft.com/office/drawing/2014/main" id="{90870A7C-EF1C-5067-AB28-F349797FD683}"/>
              </a:ext>
              <a:ext uri="urn:g6b3r1:native-source:v1">
                <g6:source xmlns:g6="urn:g6b3r1:native-source:v1">{"alt":"lifetime edge 0 label","bold":false,"color":"#43595D","font_px":17,"h":78,"id":"S02_lifetime_edge_0_label","kind":"text","line_height_px":19.549999999999997,"reading_order":11,"text":"organize","w":81.33333333333331,"x":285,"y":221}</g6:source>
              </a:ext>
            </a:extLst>
          </p:cNvPr>
          <p:cNvSpPr>
            <a:spLocks xmlns:a="http://schemas.openxmlformats.org/drawingml/2006/main" noGrp="1"/>
          </p:cNvSpPr>
          <p:nvPr/>
        </p:nvSpPr>
        <p:spPr>
          <a:xfrm xmlns:a="http://schemas.openxmlformats.org/drawingml/2006/main">
            <a:off x="2714625" y="2105025"/>
            <a:ext cx="77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466"/>
              </a:lnSpc>
              <a:spcBef>
                <a:spcPts val="0"/>
              </a:spcBef>
              <a:spcAft>
                <a:spcPts val="0"/>
              </a:spcAft>
              <a:defRPr sz="1275" b="0">
                <a:solidFill>
                  <a:srgbClr val="43595D"/>
                </a:solidFill>
                <a:latin typeface="Nimbus Sans"/>
                <a:ea typeface="Nimbus Sans"/>
                <a:cs typeface="Nimbus Sans"/>
              </a:defRPr>
            </a:pPr>
            <a:r>
              <a:rPr sz="1275" b="0">
                <a:solidFill>
                  <a:srgbClr val="43595D"/>
                </a:solidFill>
                <a:latin typeface="Nimbus Sans"/>
                <a:ea typeface="Nimbus Sans"/>
                <a:cs typeface="Nimbus Sans"/>
              </a:rPr>
              <a:t>organize</a:t>
            </a:r>
          </a:p>
        </p:txBody>
      </p:sp>
      <p:cxnSp>
        <p:nvCxnSpPr>
          <p:cNvPr id="14" name="S02_lifetime_edge_1" descr="DATA: preserve / qualify">
            <a:extLst>
              <a:ext uri="urn:g6b3r1:native-source:v1">
                <g6:source xmlns:g6="urn:g6b3r1:native-source:v1">{"alt":"DATA: preserve / qualify","color":"#176B68","h":0,"head":"triangle","id":"S02_lifetime_edge_1","kind":"arrow","reading_order":12,"relation_type":"DATA","source_id":"S02_lifetime_1","stroke_width":2,"target_id":"S02_lifetime_2","w":89.33333333333337,"x":595.3333333333333,"y":303}</g6:source>
              </a:ext>
            </a:extLst>
          </p:cNvPr>
          <p:cNvCxnSpPr>
            <a:stCxn xmlns:a="http://schemas.openxmlformats.org/drawingml/2006/main" id="6" idx="3"/>
            <a:endCxn xmlns:a="http://schemas.openxmlformats.org/drawingml/2006/main" id="8" idx="1"/>
          </p:cNvCxnSpPr>
          <p:nvPr/>
        </p:nvCxnSpPr>
        <p:spPr>
          <a:xfrm xmlns:a="http://schemas.openxmlformats.org/drawingml/2006/main" rot="0" flipH="0" flipV="0">
            <a:off x="5670550" y="2886075"/>
            <a:ext cx="850900" cy="0"/>
          </a:xfrm>
          <a:prstGeom xmlns:a="http://schemas.openxmlformats.org/drawingml/2006/main" prst="straightConnector1">
            <a:avLst/>
          </a:prstGeom>
          <a:ln xmlns:a="http://schemas.openxmlformats.org/drawingml/2006/main" w="19050">
            <a:solidFill>
              <a:srgbClr val="176B68"/>
            </a:solidFill>
            <a:tailEnd type="triangle" w="med" len="med"/>
          </a:ln>
        </p:spPr>
      </p:cxnSp>
      <p:sp>
        <p:nvSpPr>
          <p:cNvPr id="15" name="S02_lifetime_edge_1_label" descr="lifetime edge 1 label">
            <a:extLst xmlns:a="http://schemas.openxmlformats.org/drawingml/2006/main">
              <a:ext uri="{FF2B5EF4-FFF2-40B4-BE49-F238E27FC236}">
                <a16:creationId xmlns:a16="http://schemas.microsoft.com/office/drawing/2014/main" id="{49810F18-1A6E-5161-8DFC-B1A84938E86E}"/>
              </a:ext>
              <a:ext uri="urn:g6b3r1:native-source:v1">
                <g6:source xmlns:g6="urn:g6b3r1:native-source:v1">{"alt":"lifetime edge 1 label","bold":false,"color":"#43595D","font_px":17,"h":78,"id":"S02_lifetime_edge_1_label","kind":"text","line_height_px":19.549999999999997,"reading_order":13,"text":"preserve /\nqualify","w":81.33333333333337,"x":599.3333333333333,"y":221}</g6:source>
              </a:ext>
            </a:extLst>
          </p:cNvPr>
          <p:cNvSpPr>
            <a:spLocks xmlns:a="http://schemas.openxmlformats.org/drawingml/2006/main" noGrp="1"/>
          </p:cNvSpPr>
          <p:nvPr/>
        </p:nvSpPr>
        <p:spPr>
          <a:xfrm xmlns:a="http://schemas.openxmlformats.org/drawingml/2006/main">
            <a:off x="5708650" y="2105025"/>
            <a:ext cx="77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466"/>
              </a:lnSpc>
              <a:spcBef>
                <a:spcPts val="0"/>
              </a:spcBef>
              <a:spcAft>
                <a:spcPts val="0"/>
              </a:spcAft>
              <a:defRPr sz="1275" b="0">
                <a:solidFill>
                  <a:srgbClr val="43595D"/>
                </a:solidFill>
                <a:latin typeface="Nimbus Sans"/>
                <a:ea typeface="Nimbus Sans"/>
                <a:cs typeface="Nimbus Sans"/>
              </a:defRPr>
            </a:pPr>
            <a:r>
              <a:rPr sz="1275" b="0">
                <a:solidFill>
                  <a:srgbClr val="43595D"/>
                </a:solidFill>
                <a:latin typeface="Nimbus Sans"/>
                <a:ea typeface="Nimbus Sans"/>
                <a:cs typeface="Nimbus Sans"/>
              </a:rPr>
              <a:t>preserve /</a:t>
            </a:r>
          </a:p>
          <a:p xmlns:a="http://schemas.openxmlformats.org/drawingml/2006/main">
            <a:pPr algn="l">
              <a:lnSpc>
                <a:spcPts val="1466"/>
              </a:lnSpc>
              <a:spcBef>
                <a:spcPts val="0"/>
              </a:spcBef>
              <a:spcAft>
                <a:spcPts val="0"/>
              </a:spcAft>
              <a:defRPr sz="1275" b="0">
                <a:solidFill>
                  <a:srgbClr val="43595D"/>
                </a:solidFill>
                <a:latin typeface="Nimbus Sans"/>
                <a:ea typeface="Nimbus Sans"/>
                <a:cs typeface="Nimbus Sans"/>
              </a:defRPr>
            </a:pPr>
            <a:r>
              <a:rPr sz="1275" b="0">
                <a:solidFill>
                  <a:srgbClr val="43595D"/>
                </a:solidFill>
                <a:latin typeface="Nimbus Sans"/>
                <a:ea typeface="Nimbus Sans"/>
                <a:cs typeface="Nimbus Sans"/>
              </a:rPr>
              <a:t>qualify</a:t>
            </a:r>
          </a:p>
        </p:txBody>
      </p:sp>
      <p:cxnSp>
        <p:nvCxnSpPr>
          <p:cNvPr id="16" name="S02_lifetime_edge_2" descr="CHRONOLOGY: lifecycle order">
            <a:extLst>
              <a:ext uri="urn:g6b3r1:native-source:v1">
                <g6:source xmlns:g6="urn:g6b3r1:native-source:v1">{"alt":"CHRONOLOGY: lifecycle order","color":"#176B68","h":0,"head":"triangle","id":"S02_lifetime_edge_2","kind":"arrow","reading_order":14,"relation_type":"CHRONOLOGY","source_id":"S02_lifetime_2","stroke_width":2,"target_id":"S02_lifetime_3","w":89.33333333333337,"x":909.6666666666666,"y":303}</g6:source>
              </a:ext>
            </a:extLst>
          </p:cNvPr>
          <p:cNvCxnSpPr>
            <a:stCxn xmlns:a="http://schemas.openxmlformats.org/drawingml/2006/main" id="8" idx="3"/>
            <a:endCxn xmlns:a="http://schemas.openxmlformats.org/drawingml/2006/main" id="10" idx="1"/>
          </p:cNvCxnSpPr>
          <p:nvPr/>
        </p:nvCxnSpPr>
        <p:spPr>
          <a:xfrm xmlns:a="http://schemas.openxmlformats.org/drawingml/2006/main" rot="0" flipH="0" flipV="0">
            <a:off x="8664575" y="2886075"/>
            <a:ext cx="850900" cy="0"/>
          </a:xfrm>
          <a:prstGeom xmlns:a="http://schemas.openxmlformats.org/drawingml/2006/main" prst="straightConnector1">
            <a:avLst/>
          </a:prstGeom>
          <a:ln xmlns:a="http://schemas.openxmlformats.org/drawingml/2006/main" w="19050">
            <a:solidFill>
              <a:srgbClr val="176B68"/>
            </a:solidFill>
            <a:tailEnd type="triangle" w="med" len="med"/>
          </a:ln>
        </p:spPr>
      </p:cxnSp>
      <p:sp>
        <p:nvSpPr>
          <p:cNvPr id="17" name="S02_lifetime_edge_2_label" descr="lifetime edge 2 label">
            <a:extLst xmlns:a="http://schemas.openxmlformats.org/drawingml/2006/main">
              <a:ext uri="{FF2B5EF4-FFF2-40B4-BE49-F238E27FC236}">
                <a16:creationId xmlns:a16="http://schemas.microsoft.com/office/drawing/2014/main" id="{8C2BCEDF-D957-51C5-A417-2F0A1F9E59F7}"/>
              </a:ext>
              <a:ext uri="urn:g6b3r1:native-source:v1">
                <g6:source xmlns:g6="urn:g6b3r1:native-source:v1">{"alt":"lifetime edge 2 label","bold":false,"color":"#43595D","font_px":17,"h":78,"id":"S02_lifetime_edge_2_label","kind":"text","line_height_px":19.549999999999997,"reading_order":15,"text":"lifecycle\norder","w":81.33333333333337,"x":913.6666666666666,"y":221}</g6:source>
              </a:ext>
            </a:extLst>
          </p:cNvPr>
          <p:cNvSpPr>
            <a:spLocks xmlns:a="http://schemas.openxmlformats.org/drawingml/2006/main" noGrp="1"/>
          </p:cNvSpPr>
          <p:nvPr/>
        </p:nvSpPr>
        <p:spPr>
          <a:xfrm xmlns:a="http://schemas.openxmlformats.org/drawingml/2006/main">
            <a:off x="8702675" y="2105025"/>
            <a:ext cx="77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466"/>
              </a:lnSpc>
              <a:spcBef>
                <a:spcPts val="0"/>
              </a:spcBef>
              <a:spcAft>
                <a:spcPts val="0"/>
              </a:spcAft>
              <a:defRPr sz="1275" b="0">
                <a:solidFill>
                  <a:srgbClr val="43595D"/>
                </a:solidFill>
                <a:latin typeface="Nimbus Sans"/>
                <a:ea typeface="Nimbus Sans"/>
                <a:cs typeface="Nimbus Sans"/>
              </a:defRPr>
            </a:pPr>
            <a:r>
              <a:rPr sz="1275" b="0">
                <a:solidFill>
                  <a:srgbClr val="43595D"/>
                </a:solidFill>
                <a:latin typeface="Nimbus Sans"/>
                <a:ea typeface="Nimbus Sans"/>
                <a:cs typeface="Nimbus Sans"/>
              </a:rPr>
              <a:t>lifecycle</a:t>
            </a:r>
          </a:p>
          <a:p xmlns:a="http://schemas.openxmlformats.org/drawingml/2006/main">
            <a:pPr algn="l">
              <a:lnSpc>
                <a:spcPts val="1466"/>
              </a:lnSpc>
              <a:spcBef>
                <a:spcPts val="0"/>
              </a:spcBef>
              <a:spcAft>
                <a:spcPts val="0"/>
              </a:spcAft>
              <a:defRPr sz="1275" b="0">
                <a:solidFill>
                  <a:srgbClr val="43595D"/>
                </a:solidFill>
                <a:latin typeface="Nimbus Sans"/>
                <a:ea typeface="Nimbus Sans"/>
                <a:cs typeface="Nimbus Sans"/>
              </a:defRPr>
            </a:pPr>
            <a:r>
              <a:rPr sz="1275" b="0">
                <a:solidFill>
                  <a:srgbClr val="43595D"/>
                </a:solidFill>
                <a:latin typeface="Nimbus Sans"/>
                <a:ea typeface="Nimbus Sans"/>
                <a:cs typeface="Nimbus Sans"/>
              </a:rPr>
              <a:t>order</a:t>
            </a:r>
          </a:p>
        </p:txBody>
      </p:sp>
      <p:sp>
        <p:nvSpPr>
          <p:cNvPr id="18" name="S02_change" descr="TIME: A condition changes">
            <a:extLst xmlns:a="http://schemas.openxmlformats.org/drawingml/2006/main">
              <a:ext uri="{FF2B5EF4-FFF2-40B4-BE49-F238E27FC236}">
                <a16:creationId xmlns:a16="http://schemas.microsoft.com/office/drawing/2014/main" id="{4B02037D-61F9-5F5E-8893-63F375095B81}"/>
              </a:ext>
              <a:ext uri="urn:g6b3r1:native-source:v1">
                <g6:source xmlns:g6="urn:g6b3r1:native-source:v1">{"alt":"TIME: A condition changes","entity_id":"TIME","fill":"#EFF5F3","h":80,"id":"S02_change","kind":"rect","reading_order":16,"stroke":"#176B68","stroke_width":2,"w":410,"x":416,"y":428}</g6:source>
              </a:ext>
            </a:extLst>
          </p:cNvPr>
          <p:cNvSpPr>
            <a:spLocks xmlns:a="http://schemas.openxmlformats.org/drawingml/2006/main" noGrp="1"/>
          </p:cNvSpPr>
          <p:nvPr/>
        </p:nvSpPr>
        <p:spPr>
          <a:xfrm xmlns:a="http://schemas.openxmlformats.org/drawingml/2006/main">
            <a:off x="3962400" y="4076700"/>
            <a:ext cx="3905250" cy="762000"/>
          </a:xfrm>
          <a:prstGeom xmlns:a="http://schemas.openxmlformats.org/drawingml/2006/main" prst="rect">
            <a:avLst/>
          </a:prstGeom>
          <a:solidFill xmlns:a="http://schemas.openxmlformats.org/drawingml/2006/main">
            <a:srgbClr val="EFF5F3"/>
          </a:solidFill>
          <a:ln xmlns:a="http://schemas.openxmlformats.org/drawingml/2006/main" w="19050">
            <a:solidFill>
              <a:srgbClr val="176B68"/>
            </a:solidFill>
          </a:ln>
        </p:spPr>
      </p:sp>
      <p:sp>
        <p:nvSpPr>
          <p:cNvPr id="19" name="S02_change_label" descr="change label">
            <a:extLst xmlns:a="http://schemas.openxmlformats.org/drawingml/2006/main">
              <a:ext uri="{FF2B5EF4-FFF2-40B4-BE49-F238E27FC236}">
                <a16:creationId xmlns:a16="http://schemas.microsoft.com/office/drawing/2014/main" id="{57B4D6E9-08BA-5050-9E97-DCC36B5BDEF3}"/>
              </a:ext>
              <a:ext uri="urn:g6b3r1:native-source:v1">
                <g6:source xmlns:g6="urn:g6b3r1:native-source:v1">{"alt":"change label","bold":false,"color":"#16282B","font_px":24,"h":56,"id":"S02_change_label","kind":"text","line_height_px":27.599999999999998,"reading_order":17,"text":"A condition changes","w":384,"x":429,"y":440}</g6:source>
              </a:ext>
            </a:extLst>
          </p:cNvPr>
          <p:cNvSpPr>
            <a:spLocks xmlns:a="http://schemas.openxmlformats.org/drawingml/2006/main" noGrp="1"/>
          </p:cNvSpPr>
          <p:nvPr/>
        </p:nvSpPr>
        <p:spPr>
          <a:xfrm xmlns:a="http://schemas.openxmlformats.org/drawingml/2006/main">
            <a:off x="4086225" y="4191000"/>
            <a:ext cx="3657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A condition changes</a:t>
            </a:r>
          </a:p>
        </p:txBody>
      </p:sp>
      <p:sp>
        <p:nvSpPr>
          <p:cNvPr id="20" name="S02_change_effect" descr="change effect">
            <a:extLst xmlns:a="http://schemas.openxmlformats.org/drawingml/2006/main">
              <a:ext uri="{FF2B5EF4-FFF2-40B4-BE49-F238E27FC236}">
                <a16:creationId xmlns:a16="http://schemas.microsoft.com/office/drawing/2014/main" id="{F735AB1E-BBFE-5C2C-9A4E-83132C96D70B}"/>
              </a:ext>
              <a:ext uri="urn:g6b3r1:native-source:v1">
                <g6:source xmlns:g6="urn:g6b3r1:native-source:v1">{"alt":"change effect","bold":false,"color":"#16282B","font_px":27,"h":67,"id":"S02_change_effect","kind":"text","line_height_px":31.049999999999997,"reading_order":18,"text":"Affected work obtains a new current basis.\nUnaffected history stays inspectable.","w":1140,"x":56,"y":525}</g6:source>
              </a:ext>
            </a:extLst>
          </p:cNvPr>
          <p:cNvSpPr>
            <a:spLocks xmlns:a="http://schemas.openxmlformats.org/drawingml/2006/main" noGrp="1"/>
          </p:cNvSpPr>
          <p:nvPr/>
        </p:nvSpPr>
        <p:spPr>
          <a:xfrm xmlns:a="http://schemas.openxmlformats.org/drawingml/2006/main">
            <a:off x="533400" y="5000625"/>
            <a:ext cx="10858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329"/>
              </a:lnSpc>
              <a:spcBef>
                <a:spcPts val="0"/>
              </a:spcBef>
              <a:spcAft>
                <a:spcPts val="0"/>
              </a:spcAft>
              <a:defRPr sz="2025" b="0">
                <a:solidFill>
                  <a:srgbClr val="16282B"/>
                </a:solidFill>
                <a:latin typeface="Nimbus Sans"/>
                <a:ea typeface="Nimbus Sans"/>
                <a:cs typeface="Nimbus Sans"/>
              </a:defRPr>
            </a:pPr>
            <a:r>
              <a:rPr sz="2025" b="0">
                <a:solidFill>
                  <a:srgbClr val="16282B"/>
                </a:solidFill>
                <a:latin typeface="Nimbus Sans"/>
                <a:ea typeface="Nimbus Sans"/>
                <a:cs typeface="Nimbus Sans"/>
              </a:rPr>
              <a:t>Affected work obtains a new current basis.</a:t>
            </a:r>
          </a:p>
          <a:p xmlns:a="http://schemas.openxmlformats.org/drawingml/2006/main">
            <a:pPr algn="l">
              <a:lnSpc>
                <a:spcPts val="2329"/>
              </a:lnSpc>
              <a:spcBef>
                <a:spcPts val="0"/>
              </a:spcBef>
              <a:spcAft>
                <a:spcPts val="0"/>
              </a:spcAft>
              <a:defRPr sz="2025" b="0">
                <a:solidFill>
                  <a:srgbClr val="16282B"/>
                </a:solidFill>
                <a:latin typeface="Nimbus Sans"/>
                <a:ea typeface="Nimbus Sans"/>
                <a:cs typeface="Nimbus Sans"/>
              </a:defRPr>
            </a:pPr>
            <a:r>
              <a:rPr sz="2025" b="0">
                <a:solidFill>
                  <a:srgbClr val="16282B"/>
                </a:solidFill>
                <a:latin typeface="Nimbus Sans"/>
                <a:ea typeface="Nimbus Sans"/>
                <a:cs typeface="Nimbus Sans"/>
              </a:rPr>
              <a:t>Unaffected history stays inspectable.</a:t>
            </a:r>
          </a:p>
        </p:txBody>
      </p:sp>
      <p:sp>
        <p:nvSpPr>
          <p:cNvPr id="21" name="S02_qualification" descr="qualification">
            <a:extLst xmlns:a="http://schemas.openxmlformats.org/drawingml/2006/main">
              <a:ext uri="{FF2B5EF4-FFF2-40B4-BE49-F238E27FC236}">
                <a16:creationId xmlns:a16="http://schemas.microsoft.com/office/drawing/2014/main" id="{C16A0C3A-B3A8-51D4-B3A7-54A5E903DBC9}"/>
              </a:ext>
              <a:ext uri="urn:g6b3r1:native-source:v1">
                <g6:source xmlns:g6="urn:g6b3r1:native-source:v1">{"alt":"qualification","bold":false,"color":"#43595D","font_px":23,"h":58,"id":"S02_qualification","kind":"text","line_height_px":26.45,"reading_order":19,"text":"Continuity follows profile-specific time and scope checks. A preserved record alone does not establish truth or\npermission.","w":1162,"x":56,"y":596}</g6:source>
              </a:ext>
            </a:extLst>
          </p:cNvPr>
          <p:cNvSpPr>
            <a:spLocks xmlns:a="http://schemas.openxmlformats.org/drawingml/2006/main" noGrp="1"/>
          </p:cNvSpPr>
          <p:nvPr/>
        </p:nvSpPr>
        <p:spPr>
          <a:xfrm xmlns:a="http://schemas.openxmlformats.org/drawingml/2006/main">
            <a:off x="533400" y="5676900"/>
            <a:ext cx="11068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984"/>
              </a:lnSpc>
              <a:spcBef>
                <a:spcPts val="0"/>
              </a:spcBef>
              <a:spcAft>
                <a:spcPts val="0"/>
              </a:spcAft>
              <a:defRPr sz="1725" b="0">
                <a:solidFill>
                  <a:srgbClr val="43595D"/>
                </a:solidFill>
                <a:latin typeface="Nimbus Sans"/>
                <a:ea typeface="Nimbus Sans"/>
                <a:cs typeface="Nimbus Sans"/>
              </a:defRPr>
            </a:pPr>
            <a:r>
              <a:rPr sz="1725" b="0">
                <a:solidFill>
                  <a:srgbClr val="43595D"/>
                </a:solidFill>
                <a:latin typeface="Nimbus Sans"/>
                <a:ea typeface="Nimbus Sans"/>
                <a:cs typeface="Nimbus Sans"/>
              </a:rPr>
              <a:t>Continuity follows profile-specific time and scope checks. A preserved record alone does not establish truth or</a:t>
            </a:r>
          </a:p>
          <a:p xmlns:a="http://schemas.openxmlformats.org/drawingml/2006/main">
            <a:pPr algn="l">
              <a:lnSpc>
                <a:spcPts val="1984"/>
              </a:lnSpc>
              <a:spcBef>
                <a:spcPts val="0"/>
              </a:spcBef>
              <a:spcAft>
                <a:spcPts val="0"/>
              </a:spcAft>
              <a:defRPr sz="1725" b="0">
                <a:solidFill>
                  <a:srgbClr val="43595D"/>
                </a:solidFill>
                <a:latin typeface="Nimbus Sans"/>
                <a:ea typeface="Nimbus Sans"/>
                <a:cs typeface="Nimbus Sans"/>
              </a:defRPr>
            </a:pPr>
            <a:r>
              <a:rPr sz="1725" b="0">
                <a:solidFill>
                  <a:srgbClr val="43595D"/>
                </a:solidFill>
                <a:latin typeface="Nimbus Sans"/>
                <a:ea typeface="Nimbus Sans"/>
                <a:cs typeface="Nimbus Sans"/>
              </a:rPr>
              <a:t>permission.</a:t>
            </a:r>
          </a:p>
        </p:txBody>
      </p:sp>
      <p:sp>
        <p:nvSpPr>
          <p:cNvPr id="22" name="S02_rule" descr="rule">
            <a:extLst xmlns:a="http://schemas.openxmlformats.org/drawingml/2006/main">
              <a:ext uri="{FF2B5EF4-FFF2-40B4-BE49-F238E27FC236}">
                <a16:creationId xmlns:a16="http://schemas.microsoft.com/office/drawing/2014/main" id="{33A27514-06A7-5C31-8D54-44D6D7E48C14}"/>
              </a:ext>
              <a:ext uri="urn:g6b3r1:native-source:v1">
                <g6:source xmlns:g6="urn:g6b3r1:native-source:v1">{"alt":"rule","color":"#B8C8C6","h":0,"id":"S02_rule","kind":"line","reading_order":20,"stroke_width":1,"w":1162,"x":56,"y":671}</g6:source>
              </a:ext>
            </a:extLst>
          </p:cNvPr>
          <p:cNvSpPr>
            <a:spLocks xmlns:a="http://schemas.openxmlformats.org/drawingml/2006/main" noGrp="1"/>
          </p:cNvSpPr>
          <p:nvPr/>
        </p:nvSpPr>
        <p:spPr>
          <a:xfrm xmlns:a="http://schemas.openxmlformats.org/drawingml/2006/main" flipH="0" flipV="0" rot="0">
            <a:off x="533400" y="6391275"/>
            <a:ext cx="11068050" cy="0"/>
          </a:xfrm>
          <a:prstGeom xmlns:a="http://schemas.openxmlformats.org/drawingml/2006/main" prst="line">
            <a:avLst/>
          </a:prstGeom>
          <a:noFill xmlns:a="http://schemas.openxmlformats.org/drawingml/2006/main"/>
          <a:ln xmlns:a="http://schemas.openxmlformats.org/drawingml/2006/main" w="9525">
            <a:solidFill>
              <a:srgbClr val="B8C8C6"/>
            </a:solidFill>
          </a:ln>
        </p:spPr>
      </p:sp>
      <p:sp>
        <p:nvSpPr>
          <p:cNvPr id="23" name="S02_source_link" descr="source link">
            <a:hlinkClick r:id="g6b3r1Link22"/>
            <a:extLst xmlns:a="http://schemas.openxmlformats.org/drawingml/2006/main">
              <a:ext uri="{FF2B5EF4-FFF2-40B4-BE49-F238E27FC236}">
                <a16:creationId xmlns:a16="http://schemas.microsoft.com/office/drawing/2014/main" id="{48BE4885-E9FA-59FB-972B-588A78AC172D}"/>
              </a:ext>
              <a:ext uri="urn:g6b3r1:native-source:v1">
                <g6:source xmlns:g6="urn:g6b3r1:native-source:v1">{"alt":"source link","bold":false,"color":"#315E8B","font_px":18,"h":27,"id":"S02_source_link","kind":"text","line_height_px":20.7,"link_target":"../references/cases/source_ledger.json","reading_order":21,"text":"S02 Source: time","w":560,"x":56,"y":685}</g6:source>
              </a:ext>
            </a:extLst>
          </p:cNvPr>
          <p:cNvSpPr>
            <a:spLocks xmlns:a="http://schemas.openxmlformats.org/drawingml/2006/main" noGrp="1"/>
          </p:cNvSpPr>
          <p:nvPr/>
        </p:nvSpPr>
        <p:spPr>
          <a:xfrm xmlns:a="http://schemas.openxmlformats.org/drawingml/2006/main">
            <a:off x="533400" y="6524625"/>
            <a:ext cx="5334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553"/>
              </a:lnSpc>
              <a:spcBef>
                <a:spcPts val="0"/>
              </a:spcBef>
              <a:spcAft>
                <a:spcPts val="0"/>
              </a:spcAft>
              <a:defRPr sz="1350" b="0">
                <a:solidFill>
                  <a:srgbClr val="315E8B"/>
                </a:solidFill>
                <a:latin typeface="Nimbus Sans"/>
                <a:ea typeface="Nimbus Sans"/>
                <a:cs typeface="Nimbus Sans"/>
              </a:defRPr>
            </a:pPr>
            <a:r>
              <a:rPr sz="1350" b="0">
                <a:solidFill>
                  <a:srgbClr val="315E8B"/>
                </a:solidFill>
                <a:latin typeface="Nimbus Sans"/>
                <a:ea typeface="Nimbus Sans"/>
                <a:cs typeface="Nimbus Sans"/>
              </a:rPr>
              <a:t>S02 Source: time</a:t>
            </a:r>
          </a:p>
        </p:txBody>
      </p:sp>
      <p:sp>
        <p:nvSpPr>
          <p:cNvPr id="24" name="S02_atlas_locator" descr="atlas locator">
            <a:hlinkClick r:id="g6b3r1Link23"/>
            <a:extLst xmlns:a="http://schemas.openxmlformats.org/drawingml/2006/main">
              <a:ext uri="{FF2B5EF4-FFF2-40B4-BE49-F238E27FC236}">
                <a16:creationId xmlns:a16="http://schemas.microsoft.com/office/drawing/2014/main" id="{7F77A833-330C-53AD-999D-6A5BBB8B75BB}"/>
              </a:ext>
              <a:ext uri="urn:g6b3r1:native-source:v1">
                <g6:source xmlns:g6="urn:g6b3r1:native-source:v1">{"alt":"atlas locator","bold":false,"color":"#315E8B","font_px":17,"h":27,"id":"S02_atlas_locator","kind":"text","line_height_px":19.549999999999997,"link_target":"../atlas/README.html","reading_order":22,"text":"Atlas: Overview / GEO 1 2 3 4 5 6 7","w":560,"x":660,"y":685}</g6:source>
              </a:ext>
            </a:extLst>
          </p:cNvPr>
          <p:cNvSpPr>
            <a:spLocks xmlns:a="http://schemas.openxmlformats.org/drawingml/2006/main" noGrp="1"/>
          </p:cNvSpPr>
          <p:nvPr/>
        </p:nvSpPr>
        <p:spPr>
          <a:xfrm xmlns:a="http://schemas.openxmlformats.org/drawingml/2006/main">
            <a:off x="6286500" y="6524625"/>
            <a:ext cx="5334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466"/>
              </a:lnSpc>
              <a:spcBef>
                <a:spcPts val="0"/>
              </a:spcBef>
              <a:spcAft>
                <a:spcPts val="0"/>
              </a:spcAft>
              <a:defRPr sz="1275" b="0">
                <a:solidFill>
                  <a:srgbClr val="315E8B"/>
                </a:solidFill>
                <a:latin typeface="Nimbus Sans"/>
                <a:ea typeface="Nimbus Sans"/>
                <a:cs typeface="Nimbus Sans"/>
              </a:defRPr>
            </a:pPr>
            <a:r>
              <a:rPr sz="1275" b="0">
                <a:solidFill>
                  <a:srgbClr val="315E8B"/>
                </a:solidFill>
                <a:latin typeface="Nimbus Sans"/>
                <a:ea typeface="Nimbus Sans"/>
                <a:cs typeface="Nimbus Sans"/>
              </a:rPr>
              <a:t>Atlas: Overview / GEO 1 2 3 4 5 6 7</a:t>
            </a:r>
          </a:p>
        </p:txBody>
      </p:sp>
    </p:spTree>
    <p:extLst>
      <p:ext uri="{BB962C8B-B14F-4D97-AF65-F5344CB8AC3E}">
        <p14:creationId xmlns:p14="http://schemas.microsoft.com/office/powerpoint/2010/main" val="2078745178"/>
      </p:ext>
      <p:ext uri="urn:g6b3r1:native-source:v1">
        <g6:source xmlns:g6="urn:g6b3r1:native-source:v1">{"id":"S02","notes_en":"CONCEPTUAL LIFETIME  /  Work and permission have different lifetimes\n\nA task has a life beyond one response CONCEPTUAL LIFETIME / Work and permission have different lifetimes Intent and current conditions Useful bounded Work Retained result when still applicable Task ends owned resources close organize preserve / qualify lifecycle order A condition changes Affected work obtains a new current basis. Unaffected history stays inspectable. Continuity follows profile-specific time and scope checks. A preserved record alone does not establish truth or permission.\n\nThis is an editorial explanation of the named recorded or conceptual scope, not a new runtime result. Follow the source references for exact fields and limitations. B5 and final publication are not performed.","notes_ru":"Эта схема показывает жизнь задачи, а не общий обзор системы. Изменение данных ведёт к новому основанию использования; сохранённый результат остаётся историческим.","reading_order":["S02_title","S02_scope","S02_lifetime_0","S02_lifetime_0_label","S02_lifetime_1","S02_lifetime_1_label","S02_lifetime_2","S02_lifetime_2_label","S02_lifetime_3","S02_lifetime_3_label","S02_lifetime_edge_0","S02_lifetime_edge_0_label","S02_lifetime_edge_1","S02_lifetime_edge_1_label","S02_lifetime_edge_2","S02_lifetime_edge_2_label","S02_change","S02_change_label","S02_change_effect","S02_qualification","S02_rule","S02_source_link","S02_atlas_locator"],"relations":[{"id":"S02_lifetime_edge_0","item":"organize","relation":"CONTROL","source":"INTENT","source_object":"S02_lifetime_0","target":"WORK","target_object":"S02_lifetime_1"},{"id":"S02_lifetime_edge_1","item":"preserve / qualify","relation":"DATA","source":"WORK","source_object":"S02_lifetime_1","target":"RESULT","target_object":"S02_lifetime_2"},{"id":"S02_lifetime_edge_2","item":"lifecycle order","relation":"CHRONOLOGY","source":"RESULT","source_object":"S02_lifetime_2","target":"ENV","target_object":"S02_lifetime_3"}],"scope":"CONCEPTUAL LIFETIME  /  Work and permission have different lifetimes","source_refs":[{"label":"time","target":"../references/cases/source_ledger.json"},{"label":"chapter","target":"../chapters/03_time_memory.html"}],"title":"A task has a life beyond one response"}</g6:source>
      </p:ext>
    </p:extLst>
  </p:cSld>
</p:sld>
</file>

<file path=ppt/slides/slide3.xml><?xml version="1.0" encoding="utf-8"?>
<p:sld xmlns:p="http://schemas.openxmlformats.org/presentationml/2006/main" xmlns:a="http://schemas.openxmlformats.org/drawingml/2006/main" xmlns:r="http://schemas.openxmlformats.org/officeDocument/2006/relationships">
  <p:cSld name="S03">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03_title" descr="title">
            <a:extLst xmlns:a="http://schemas.openxmlformats.org/drawingml/2006/main">
              <a:ext uri="{FF2B5EF4-FFF2-40B4-BE49-F238E27FC236}">
                <a16:creationId xmlns:a16="http://schemas.microsoft.com/office/drawing/2014/main" id="{CC6E6425-53E2-5E69-8192-46239EA8EDC3}"/>
              </a:ext>
              <a:ext uri="urn:g6b3r1:native-source:v1">
                <g6:source xmlns:g6="urn:g6b3r1:native-source:v1">{"alt":"title","bold":true,"color":"#16282B","font_px":42,"h":75,"id":"S03_title","kind":"text","line_height_px":48.3,"reading_order":0,"text":"One permitted shift makes the football request fit","w":1170,"x":54,"y":36}</g6:source>
              </a:ext>
            </a:extLst>
          </p:cNvPr>
          <p:cNvSpPr>
            <a:spLocks xmlns:a="http://schemas.openxmlformats.org/drawingml/2006/main" noGrp="1"/>
          </p:cNvSpPr>
          <p:nvPr/>
        </p:nvSpPr>
        <p:spPr>
          <a:xfrm xmlns:a="http://schemas.openxmlformats.org/drawingml/2006/main">
            <a:off x="514350" y="342900"/>
            <a:ext cx="11144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3623"/>
              </a:lnSpc>
              <a:spcBef>
                <a:spcPts val="0"/>
              </a:spcBef>
              <a:spcAft>
                <a:spcPts val="0"/>
              </a:spcAft>
              <a:defRPr sz="3150" b="1">
                <a:solidFill>
                  <a:srgbClr val="16282B"/>
                </a:solidFill>
                <a:latin typeface="Nimbus Sans"/>
                <a:ea typeface="Nimbus Sans"/>
                <a:cs typeface="Nimbus Sans"/>
              </a:defRPr>
            </a:pPr>
            <a:r>
              <a:rPr sz="3150" b="1">
                <a:solidFill>
                  <a:srgbClr val="16282B"/>
                </a:solidFill>
                <a:latin typeface="Nimbus Sans"/>
                <a:ea typeface="Nimbus Sans"/>
                <a:cs typeface="Nimbus Sans"/>
              </a:rPr>
              <a:t>One permitted shift makes the football request fit</a:t>
            </a:r>
          </a:p>
        </p:txBody>
      </p:sp>
      <p:sp>
        <p:nvSpPr>
          <p:cNvPr id="3" name="S03_scope" descr="scope">
            <a:extLst xmlns:a="http://schemas.openxmlformats.org/drawingml/2006/main">
              <a:ext uri="{FF2B5EF4-FFF2-40B4-BE49-F238E27FC236}">
                <a16:creationId xmlns:a16="http://schemas.microsoft.com/office/drawing/2014/main" id="{50C50A7C-8387-572E-BC7E-F6B8FDB09834}"/>
              </a:ext>
              <a:ext uri="urn:g6b3r1:native-source:v1">
                <g6:source xmlns:g6="urn:g6b3r1:native-source:v1">{"alt":"scope","bold":false,"color":"#43595D","font_px":23,"h":54,"id":"S03_scope","kind":"text","line_height_px":26.45,"reading_order":1,"text":"RECORDED FOOTBALL / Three natural-grass sessions, total EUR 63 within EUR 70","w":1160,"x":56,"y":113}</g6:source>
              </a:ext>
            </a:extLst>
          </p:cNvPr>
          <p:cNvSpPr>
            <a:spLocks xmlns:a="http://schemas.openxmlformats.org/drawingml/2006/main" noGrp="1"/>
          </p:cNvSpPr>
          <p:nvPr/>
        </p:nvSpPr>
        <p:spPr>
          <a:xfrm xmlns:a="http://schemas.openxmlformats.org/drawingml/2006/main">
            <a:off x="533400" y="1076325"/>
            <a:ext cx="1104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984"/>
              </a:lnSpc>
              <a:spcBef>
                <a:spcPts val="0"/>
              </a:spcBef>
              <a:spcAft>
                <a:spcPts val="0"/>
              </a:spcAft>
              <a:defRPr sz="1725" b="0">
                <a:solidFill>
                  <a:srgbClr val="43595D"/>
                </a:solidFill>
                <a:latin typeface="Nimbus Sans"/>
                <a:ea typeface="Nimbus Sans"/>
                <a:cs typeface="Nimbus Sans"/>
              </a:defRPr>
            </a:pPr>
            <a:r>
              <a:rPr sz="1725" b="0">
                <a:solidFill>
                  <a:srgbClr val="43595D"/>
                </a:solidFill>
                <a:latin typeface="Nimbus Sans"/>
                <a:ea typeface="Nimbus Sans"/>
                <a:cs typeface="Nimbus Sans"/>
              </a:rPr>
              <a:t>RECORDED FOOTBALL / Three natural-grass sessions, total EUR 63 within EUR 70</a:t>
            </a:r>
          </a:p>
        </p:txBody>
      </p:sp>
      <p:sp>
        <p:nvSpPr>
          <p:cNvPr id="4" name="S03_before_label" descr="before label">
            <a:extLst xmlns:a="http://schemas.openxmlformats.org/drawingml/2006/main">
              <a:ext uri="{FF2B5EF4-FFF2-40B4-BE49-F238E27FC236}">
                <a16:creationId xmlns:a16="http://schemas.microsoft.com/office/drawing/2014/main" id="{A0D131DC-D6A0-5008-B780-FECA4C4D76B4}"/>
              </a:ext>
              <a:ext uri="urn:g6b3r1:native-source:v1">
                <g6:source xmlns:g6="urn:g6b3r1:native-source:v1">{"alt":"before label","bold":true,"color":"#16282B","font_px":26,"h":45,"id":"S03_before_label","kind":"text","line_height_px":29.9,"reading_order":2,"text":"REQUEST","w":400,"x":60,"y":195}</g6:source>
              </a:ext>
            </a:extLst>
          </p:cNvPr>
          <p:cNvSpPr>
            <a:spLocks xmlns:a="http://schemas.openxmlformats.org/drawingml/2006/main" noGrp="1"/>
          </p:cNvSpPr>
          <p:nvPr/>
        </p:nvSpPr>
        <p:spPr>
          <a:xfrm xmlns:a="http://schemas.openxmlformats.org/drawingml/2006/main">
            <a:off x="571500" y="1857375"/>
            <a:ext cx="381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243"/>
              </a:lnSpc>
              <a:spcBef>
                <a:spcPts val="0"/>
              </a:spcBef>
              <a:spcAft>
                <a:spcPts val="0"/>
              </a:spcAft>
              <a:defRPr sz="1950" b="1">
                <a:solidFill>
                  <a:srgbClr val="16282B"/>
                </a:solidFill>
                <a:latin typeface="Nimbus Sans"/>
                <a:ea typeface="Nimbus Sans"/>
                <a:cs typeface="Nimbus Sans"/>
              </a:defRPr>
            </a:pPr>
            <a:r>
              <a:rPr sz="1950" b="1">
                <a:solidFill>
                  <a:srgbClr val="16282B"/>
                </a:solidFill>
                <a:latin typeface="Nimbus Sans"/>
                <a:ea typeface="Nimbus Sans"/>
                <a:cs typeface="Nimbus Sans"/>
              </a:rPr>
              <a:t>REQUEST</a:t>
            </a:r>
          </a:p>
        </p:txBody>
      </p:sp>
      <p:sp>
        <p:nvSpPr>
          <p:cNvPr id="5" name="S03_after_label" descr="after label">
            <a:extLst xmlns:a="http://schemas.openxmlformats.org/drawingml/2006/main">
              <a:ext uri="{FF2B5EF4-FFF2-40B4-BE49-F238E27FC236}">
                <a16:creationId xmlns:a16="http://schemas.microsoft.com/office/drawing/2014/main" id="{13060E0D-B3E5-53C3-9673-6D2982246CDA}"/>
              </a:ext>
              <a:ext uri="urn:g6b3r1:native-source:v1">
                <g6:source xmlns:g6="urn:g6b3r1:native-source:v1">{"alt":"after label","bold":true,"color":"#16282B","font_px":26,"h":45,"id":"S03_after_label","kind":"text","line_height_px":29.9,"reading_order":3,"text":"ACCEPTABLE OFFER","w":510,"x":650,"y":195}</g6:source>
              </a:ext>
            </a:extLst>
          </p:cNvPr>
          <p:cNvSpPr>
            <a:spLocks xmlns:a="http://schemas.openxmlformats.org/drawingml/2006/main" noGrp="1"/>
          </p:cNvSpPr>
          <p:nvPr/>
        </p:nvSpPr>
        <p:spPr>
          <a:xfrm xmlns:a="http://schemas.openxmlformats.org/drawingml/2006/main">
            <a:off x="6191250" y="1857375"/>
            <a:ext cx="485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243"/>
              </a:lnSpc>
              <a:spcBef>
                <a:spcPts val="0"/>
              </a:spcBef>
              <a:spcAft>
                <a:spcPts val="0"/>
              </a:spcAft>
              <a:defRPr sz="1950" b="1">
                <a:solidFill>
                  <a:srgbClr val="16282B"/>
                </a:solidFill>
                <a:latin typeface="Nimbus Sans"/>
                <a:ea typeface="Nimbus Sans"/>
                <a:cs typeface="Nimbus Sans"/>
              </a:defRPr>
            </a:pPr>
            <a:r>
              <a:rPr sz="1950" b="1">
                <a:solidFill>
                  <a:srgbClr val="16282B"/>
                </a:solidFill>
                <a:latin typeface="Nimbus Sans"/>
                <a:ea typeface="Nimbus Sans"/>
                <a:cs typeface="Nimbus Sans"/>
              </a:rPr>
              <a:t>ACCEPTABLE OFFER</a:t>
            </a:r>
          </a:p>
        </p:txBody>
      </p:sp>
      <p:sp>
        <p:nvSpPr>
          <p:cNvPr id="6" name="S03_before0" descr="before0">
            <a:extLst xmlns:a="http://schemas.openxmlformats.org/drawingml/2006/main">
              <a:ext uri="{FF2B5EF4-FFF2-40B4-BE49-F238E27FC236}">
                <a16:creationId xmlns:a16="http://schemas.microsoft.com/office/drawing/2014/main" id="{DB721074-8A39-5A1E-815B-419D32651E40}"/>
              </a:ext>
              <a:ext uri="urn:g6b3r1:native-source:v1">
                <g6:source xmlns:g6="urn:g6b3r1:native-source:v1">{"alt":"before0","bold":false,"color":"#43595D","font_px":29,"h":65,"id":"S03_before0","kind":"text","line_height_px":33.349999999999994,"reading_order":4,"text":"Jan 07: 16:30-18:00","w":475,"x":60,"y":264}</g6:source>
              </a:ext>
            </a:extLst>
          </p:cNvPr>
          <p:cNvSpPr>
            <a:spLocks xmlns:a="http://schemas.openxmlformats.org/drawingml/2006/main" noGrp="1"/>
          </p:cNvSpPr>
          <p:nvPr/>
        </p:nvSpPr>
        <p:spPr>
          <a:xfrm xmlns:a="http://schemas.openxmlformats.org/drawingml/2006/main">
            <a:off x="571500" y="2514600"/>
            <a:ext cx="4524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501"/>
              </a:lnSpc>
              <a:spcBef>
                <a:spcPts val="0"/>
              </a:spcBef>
              <a:spcAft>
                <a:spcPts val="0"/>
              </a:spcAft>
              <a:defRPr sz="2175" b="0">
                <a:solidFill>
                  <a:srgbClr val="43595D"/>
                </a:solidFill>
                <a:latin typeface="Nimbus Sans"/>
                <a:ea typeface="Nimbus Sans"/>
                <a:cs typeface="Nimbus Sans"/>
              </a:defRPr>
            </a:pPr>
            <a:r>
              <a:rPr sz="2175" b="0">
                <a:solidFill>
                  <a:srgbClr val="43595D"/>
                </a:solidFill>
                <a:latin typeface="Nimbus Sans"/>
                <a:ea typeface="Nimbus Sans"/>
                <a:cs typeface="Nimbus Sans"/>
              </a:rPr>
              <a:t>Jan 07: 16:30-18:00</a:t>
            </a:r>
          </a:p>
        </p:txBody>
      </p:sp>
      <p:cxnSp>
        <p:nvCxnSpPr>
          <p:cNvPr id="7" name="S03_change0" descr="allowed slot comparison, not authority">
            <a:extLst xmlns:a="http://schemas.openxmlformats.org/drawingml/2006/main">
              <a:ext uri="{FF2B5EF4-FFF2-40B4-BE49-F238E27FC236}">
                <a16:creationId xmlns:a16="http://schemas.microsoft.com/office/drawing/2014/main" id="{09EAA36D-07F8-5BC4-BEF0-C64B3B56D8DD}"/>
              </a:ext>
              <a:ext uri="urn:g6b3r1:native-source:v1">
                <g6:source xmlns:g6="urn:g6b3r1:native-source:v1">{"alt":"allowed slot comparison, not authority","color":"#176B68","h":0,"head":"triangle","id":"S03_change0","kind":"arrow","reading_order":5,"source_id":null,"stroke_width":2,"target_id":null,"w":78,"x":545,"y":289}</g6:source>
              </a:ext>
            </a:extLst>
          </p:cNvPr>
          <p:cNvCxnSpPr>
            <a:spLocks xmlns:a="http://schemas.openxmlformats.org/drawingml/2006/main" noGrp="1"/>
          </p:cNvCxnSpPr>
          <p:nvPr/>
        </p:nvCxnSpPr>
        <p:spPr>
          <a:xfrm xmlns:a="http://schemas.openxmlformats.org/drawingml/2006/main" flipH="0" flipV="0" rot="0">
            <a:off x="5191125" y="2752725"/>
            <a:ext cx="742950" cy="0"/>
          </a:xfrm>
          <a:prstGeom xmlns:a="http://schemas.openxmlformats.org/drawingml/2006/main" prst="line">
            <a:avLst/>
          </a:prstGeom>
          <a:noFill xmlns:a="http://schemas.openxmlformats.org/drawingml/2006/main"/>
          <a:ln xmlns:a="http://schemas.openxmlformats.org/drawingml/2006/main" w="19050">
            <a:solidFill>
              <a:srgbClr val="176B68"/>
            </a:solidFill>
            <a:tailEnd type="triangle" w="med" len="med"/>
          </a:ln>
        </p:spPr>
      </p:cxnSp>
      <p:sp>
        <p:nvSpPr>
          <p:cNvPr id="8" name="S03_after0" descr="after0">
            <a:extLst xmlns:a="http://schemas.openxmlformats.org/drawingml/2006/main">
              <a:ext uri="{FF2B5EF4-FFF2-40B4-BE49-F238E27FC236}">
                <a16:creationId xmlns:a16="http://schemas.microsoft.com/office/drawing/2014/main" id="{F96B7491-98E8-5DF5-A8D8-69729E342AD8}"/>
              </a:ext>
              <a:ext uri="urn:g6b3r1:native-source:v1">
                <g6:source xmlns:g6="urn:g6b3r1:native-source:v1">{"alt":"after0","bold":false,"color":"#43595D","font_px":29,"h":65,"id":"S03_after0","kind":"text","line_height_px":33.349999999999994,"reading_order":6,"text":"Jan 07: 16:30-18:00","w":525,"x":660,"y":264}</g6:source>
              </a:ext>
            </a:extLst>
          </p:cNvPr>
          <p:cNvSpPr>
            <a:spLocks xmlns:a="http://schemas.openxmlformats.org/drawingml/2006/main" noGrp="1"/>
          </p:cNvSpPr>
          <p:nvPr/>
        </p:nvSpPr>
        <p:spPr>
          <a:xfrm xmlns:a="http://schemas.openxmlformats.org/drawingml/2006/main">
            <a:off x="6286500" y="2514600"/>
            <a:ext cx="5000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501"/>
              </a:lnSpc>
              <a:spcBef>
                <a:spcPts val="0"/>
              </a:spcBef>
              <a:spcAft>
                <a:spcPts val="0"/>
              </a:spcAft>
              <a:defRPr sz="2175" b="0">
                <a:solidFill>
                  <a:srgbClr val="43595D"/>
                </a:solidFill>
                <a:latin typeface="Nimbus Sans"/>
                <a:ea typeface="Nimbus Sans"/>
                <a:cs typeface="Nimbus Sans"/>
              </a:defRPr>
            </a:pPr>
            <a:r>
              <a:rPr sz="2175" b="0">
                <a:solidFill>
                  <a:srgbClr val="43595D"/>
                </a:solidFill>
                <a:latin typeface="Nimbus Sans"/>
                <a:ea typeface="Nimbus Sans"/>
                <a:cs typeface="Nimbus Sans"/>
              </a:rPr>
              <a:t>Jan 07: 16:30-18:00</a:t>
            </a:r>
          </a:p>
        </p:txBody>
      </p:sp>
      <p:sp>
        <p:nvSpPr>
          <p:cNvPr id="9" name="S03_before1" descr="before1">
            <a:extLst xmlns:a="http://schemas.openxmlformats.org/drawingml/2006/main">
              <a:ext uri="{FF2B5EF4-FFF2-40B4-BE49-F238E27FC236}">
                <a16:creationId xmlns:a16="http://schemas.microsoft.com/office/drawing/2014/main" id="{CC97C67F-3462-55D4-90F4-9621B2A5EA3C}"/>
              </a:ext>
              <a:ext uri="urn:g6b3r1:native-source:v1">
                <g6:source xmlns:g6="urn:g6b3r1:native-source:v1">{"alt":"before1","bold":false,"color":"#A13D32","font_px":29,"h":65,"id":"S03_before1","kind":"text","line_height_px":33.349999999999994,"reading_order":7,"text":"Jan 08: 11:00-12:30","w":475,"x":60,"y":350}</g6:source>
              </a:ext>
            </a:extLst>
          </p:cNvPr>
          <p:cNvSpPr>
            <a:spLocks xmlns:a="http://schemas.openxmlformats.org/drawingml/2006/main" noGrp="1"/>
          </p:cNvSpPr>
          <p:nvPr/>
        </p:nvSpPr>
        <p:spPr>
          <a:xfrm xmlns:a="http://schemas.openxmlformats.org/drawingml/2006/main">
            <a:off x="571500" y="3333750"/>
            <a:ext cx="4524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501"/>
              </a:lnSpc>
              <a:spcBef>
                <a:spcPts val="0"/>
              </a:spcBef>
              <a:spcAft>
                <a:spcPts val="0"/>
              </a:spcAft>
              <a:defRPr sz="2175" b="0">
                <a:solidFill>
                  <a:srgbClr val="A13D32"/>
                </a:solidFill>
                <a:latin typeface="Nimbus Sans"/>
                <a:ea typeface="Nimbus Sans"/>
                <a:cs typeface="Nimbus Sans"/>
              </a:defRPr>
            </a:pPr>
            <a:r>
              <a:rPr sz="2175" b="0">
                <a:solidFill>
                  <a:srgbClr val="A13D32"/>
                </a:solidFill>
                <a:latin typeface="Nimbus Sans"/>
                <a:ea typeface="Nimbus Sans"/>
                <a:cs typeface="Nimbus Sans"/>
              </a:rPr>
              <a:t>Jan 08: 11:00-12:30</a:t>
            </a:r>
          </a:p>
        </p:txBody>
      </p:sp>
      <p:cxnSp>
        <p:nvCxnSpPr>
          <p:cNvPr id="10" name="S03_change1" descr="allowed slot comparison, not authority">
            <a:extLst xmlns:a="http://schemas.openxmlformats.org/drawingml/2006/main">
              <a:ext uri="{FF2B5EF4-FFF2-40B4-BE49-F238E27FC236}">
                <a16:creationId xmlns:a16="http://schemas.microsoft.com/office/drawing/2014/main" id="{C3EAF379-153C-5A9D-A10A-A3D9967CA2A9}"/>
              </a:ext>
              <a:ext uri="urn:g6b3r1:native-source:v1">
                <g6:source xmlns:g6="urn:g6b3r1:native-source:v1">{"alt":"allowed slot comparison, not authority","color":"#176B68","h":0,"head":"triangle","id":"S03_change1","kind":"arrow","reading_order":8,"source_id":null,"stroke_width":2,"target_id":null,"w":78,"x":545,"y":375}</g6:source>
              </a:ext>
            </a:extLst>
          </p:cNvPr>
          <p:cNvCxnSpPr>
            <a:spLocks xmlns:a="http://schemas.openxmlformats.org/drawingml/2006/main" noGrp="1"/>
          </p:cNvCxnSpPr>
          <p:nvPr/>
        </p:nvCxnSpPr>
        <p:spPr>
          <a:xfrm xmlns:a="http://schemas.openxmlformats.org/drawingml/2006/main" flipH="0" flipV="0" rot="0">
            <a:off x="5191125" y="3571875"/>
            <a:ext cx="742950" cy="0"/>
          </a:xfrm>
          <a:prstGeom xmlns:a="http://schemas.openxmlformats.org/drawingml/2006/main" prst="line">
            <a:avLst/>
          </a:prstGeom>
          <a:noFill xmlns:a="http://schemas.openxmlformats.org/drawingml/2006/main"/>
          <a:ln xmlns:a="http://schemas.openxmlformats.org/drawingml/2006/main" w="19050">
            <a:solidFill>
              <a:srgbClr val="176B68"/>
            </a:solidFill>
            <a:tailEnd type="triangle" w="med" len="med"/>
          </a:ln>
        </p:spPr>
      </p:cxnSp>
      <p:sp>
        <p:nvSpPr>
          <p:cNvPr id="11" name="S03_after1" descr="after1">
            <a:extLst xmlns:a="http://schemas.openxmlformats.org/drawingml/2006/main">
              <a:ext uri="{FF2B5EF4-FFF2-40B4-BE49-F238E27FC236}">
                <a16:creationId xmlns:a16="http://schemas.microsoft.com/office/drawing/2014/main" id="{68A5DD9C-4F78-554D-8865-3DF28F4456EF}"/>
              </a:ext>
              <a:ext uri="urn:g6b3r1:native-source:v1">
                <g6:source xmlns:g6="urn:g6b3r1:native-source:v1">{"alt":"after1","bold":false,"color":"#176B68","font_px":29,"h":65,"id":"S03_after1","kind":"text","line_height_px":33.349999999999994,"reading_order":9,"text":"Jan 08: 11:30-13:00 (+30 min)","w":525,"x":660,"y":350}</g6:source>
              </a:ext>
            </a:extLst>
          </p:cNvPr>
          <p:cNvSpPr>
            <a:spLocks xmlns:a="http://schemas.openxmlformats.org/drawingml/2006/main" noGrp="1"/>
          </p:cNvSpPr>
          <p:nvPr/>
        </p:nvSpPr>
        <p:spPr>
          <a:xfrm xmlns:a="http://schemas.openxmlformats.org/drawingml/2006/main">
            <a:off x="6286500" y="3333750"/>
            <a:ext cx="5000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501"/>
              </a:lnSpc>
              <a:spcBef>
                <a:spcPts val="0"/>
              </a:spcBef>
              <a:spcAft>
                <a:spcPts val="0"/>
              </a:spcAft>
              <a:defRPr sz="2175" b="0">
                <a:solidFill>
                  <a:srgbClr val="176B68"/>
                </a:solidFill>
                <a:latin typeface="Nimbus Sans"/>
                <a:ea typeface="Nimbus Sans"/>
                <a:cs typeface="Nimbus Sans"/>
              </a:defRPr>
            </a:pPr>
            <a:r>
              <a:rPr sz="2175" b="0">
                <a:solidFill>
                  <a:srgbClr val="176B68"/>
                </a:solidFill>
                <a:latin typeface="Nimbus Sans"/>
                <a:ea typeface="Nimbus Sans"/>
                <a:cs typeface="Nimbus Sans"/>
              </a:rPr>
              <a:t>Jan 08: 11:30-13:00 (+30 min)</a:t>
            </a:r>
          </a:p>
        </p:txBody>
      </p:sp>
      <p:sp>
        <p:nvSpPr>
          <p:cNvPr id="12" name="S03_before2" descr="before2">
            <a:extLst xmlns:a="http://schemas.openxmlformats.org/drawingml/2006/main">
              <a:ext uri="{FF2B5EF4-FFF2-40B4-BE49-F238E27FC236}">
                <a16:creationId xmlns:a16="http://schemas.microsoft.com/office/drawing/2014/main" id="{9471C8C5-DD00-5A7F-9FFB-55CF0A5018B6}"/>
              </a:ext>
              <a:ext uri="urn:g6b3r1:native-source:v1">
                <g6:source xmlns:g6="urn:g6b3r1:native-source:v1">{"alt":"before2","bold":false,"color":"#43595D","font_px":29,"h":65,"id":"S03_before2","kind":"text","line_height_px":33.349999999999994,"reading_order":10,"text":"Jan 09: 11:00-12:30","w":475,"x":60,"y":436}</g6:source>
              </a:ext>
            </a:extLst>
          </p:cNvPr>
          <p:cNvSpPr>
            <a:spLocks xmlns:a="http://schemas.openxmlformats.org/drawingml/2006/main" noGrp="1"/>
          </p:cNvSpPr>
          <p:nvPr/>
        </p:nvSpPr>
        <p:spPr>
          <a:xfrm xmlns:a="http://schemas.openxmlformats.org/drawingml/2006/main">
            <a:off x="571500" y="4152900"/>
            <a:ext cx="4524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501"/>
              </a:lnSpc>
              <a:spcBef>
                <a:spcPts val="0"/>
              </a:spcBef>
              <a:spcAft>
                <a:spcPts val="0"/>
              </a:spcAft>
              <a:defRPr sz="2175" b="0">
                <a:solidFill>
                  <a:srgbClr val="43595D"/>
                </a:solidFill>
                <a:latin typeface="Nimbus Sans"/>
                <a:ea typeface="Nimbus Sans"/>
                <a:cs typeface="Nimbus Sans"/>
              </a:defRPr>
            </a:pPr>
            <a:r>
              <a:rPr sz="2175" b="0">
                <a:solidFill>
                  <a:srgbClr val="43595D"/>
                </a:solidFill>
                <a:latin typeface="Nimbus Sans"/>
                <a:ea typeface="Nimbus Sans"/>
                <a:cs typeface="Nimbus Sans"/>
              </a:rPr>
              <a:t>Jan 09: 11:00-12:30</a:t>
            </a:r>
          </a:p>
        </p:txBody>
      </p:sp>
      <p:cxnSp>
        <p:nvCxnSpPr>
          <p:cNvPr id="13" name="S03_change2" descr="allowed slot comparison, not authority">
            <a:extLst xmlns:a="http://schemas.openxmlformats.org/drawingml/2006/main">
              <a:ext uri="{FF2B5EF4-FFF2-40B4-BE49-F238E27FC236}">
                <a16:creationId xmlns:a16="http://schemas.microsoft.com/office/drawing/2014/main" id="{74ABF57E-3CF7-585D-B0C9-124C7D2D82F3}"/>
              </a:ext>
              <a:ext uri="urn:g6b3r1:native-source:v1">
                <g6:source xmlns:g6="urn:g6b3r1:native-source:v1">{"alt":"allowed slot comparison, not authority","color":"#176B68","h":0,"head":"triangle","id":"S03_change2","kind":"arrow","reading_order":11,"source_id":null,"stroke_width":2,"target_id":null,"w":78,"x":545,"y":461}</g6:source>
              </a:ext>
            </a:extLst>
          </p:cNvPr>
          <p:cNvCxnSpPr>
            <a:spLocks xmlns:a="http://schemas.openxmlformats.org/drawingml/2006/main" noGrp="1"/>
          </p:cNvCxnSpPr>
          <p:nvPr/>
        </p:nvCxnSpPr>
        <p:spPr>
          <a:xfrm xmlns:a="http://schemas.openxmlformats.org/drawingml/2006/main" flipH="0" flipV="0" rot="0">
            <a:off x="5191125" y="4391025"/>
            <a:ext cx="742950" cy="0"/>
          </a:xfrm>
          <a:prstGeom xmlns:a="http://schemas.openxmlformats.org/drawingml/2006/main" prst="line">
            <a:avLst/>
          </a:prstGeom>
          <a:noFill xmlns:a="http://schemas.openxmlformats.org/drawingml/2006/main"/>
          <a:ln xmlns:a="http://schemas.openxmlformats.org/drawingml/2006/main" w="19050">
            <a:solidFill>
              <a:srgbClr val="176B68"/>
            </a:solidFill>
            <a:tailEnd type="triangle" w="med" len="med"/>
          </a:ln>
        </p:spPr>
      </p:cxnSp>
      <p:sp>
        <p:nvSpPr>
          <p:cNvPr id="14" name="S03_after2" descr="after2">
            <a:extLst xmlns:a="http://schemas.openxmlformats.org/drawingml/2006/main">
              <a:ext uri="{FF2B5EF4-FFF2-40B4-BE49-F238E27FC236}">
                <a16:creationId xmlns:a16="http://schemas.microsoft.com/office/drawing/2014/main" id="{44421982-36DF-51CA-87D7-64AA25DC0E1A}"/>
              </a:ext>
              <a:ext uri="urn:g6b3r1:native-source:v1">
                <g6:source xmlns:g6="urn:g6b3r1:native-source:v1">{"alt":"after2","bold":false,"color":"#43595D","font_px":29,"h":65,"id":"S03_after2","kind":"text","line_height_px":33.349999999999994,"reading_order":12,"text":"Jan 09: 11:00-12:30","w":525,"x":660,"y":436}</g6:source>
              </a:ext>
            </a:extLst>
          </p:cNvPr>
          <p:cNvSpPr>
            <a:spLocks xmlns:a="http://schemas.openxmlformats.org/drawingml/2006/main" noGrp="1"/>
          </p:cNvSpPr>
          <p:nvPr/>
        </p:nvSpPr>
        <p:spPr>
          <a:xfrm xmlns:a="http://schemas.openxmlformats.org/drawingml/2006/main">
            <a:off x="6286500" y="4152900"/>
            <a:ext cx="5000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501"/>
              </a:lnSpc>
              <a:spcBef>
                <a:spcPts val="0"/>
              </a:spcBef>
              <a:spcAft>
                <a:spcPts val="0"/>
              </a:spcAft>
              <a:defRPr sz="2175" b="0">
                <a:solidFill>
                  <a:srgbClr val="43595D"/>
                </a:solidFill>
                <a:latin typeface="Nimbus Sans"/>
                <a:ea typeface="Nimbus Sans"/>
                <a:cs typeface="Nimbus Sans"/>
              </a:defRPr>
            </a:pPr>
            <a:r>
              <a:rPr sz="2175" b="0">
                <a:solidFill>
                  <a:srgbClr val="43595D"/>
                </a:solidFill>
                <a:latin typeface="Nimbus Sans"/>
                <a:ea typeface="Nimbus Sans"/>
                <a:cs typeface="Nimbus Sans"/>
              </a:rPr>
              <a:t>Jan 09: 11:00-12:30</a:t>
            </a:r>
          </a:p>
        </p:txBody>
      </p:sp>
      <p:sp>
        <p:nvSpPr>
          <p:cNvPr id="15" name="S03_price" descr="price">
            <a:extLst xmlns:a="http://schemas.openxmlformats.org/drawingml/2006/main">
              <a:ext uri="{FF2B5EF4-FFF2-40B4-BE49-F238E27FC236}">
                <a16:creationId xmlns:a16="http://schemas.microsoft.com/office/drawing/2014/main" id="{8B1261F1-DEAD-50A4-820C-64F3FBA00610}"/>
              </a:ext>
              <a:ext uri="urn:g6b3r1:native-source:v1">
                <g6:source xmlns:g6="urn:g6b3r1:native-source:v1">{"alt":"price","bold":false,"color":"#16282B","font_px":27,"h":51,"id":"S03_price","kind":"text","line_height_px":31.049999999999997,"reading_order":13,"text":"EUR 63 / 70 Natural grass Separate BOOK consent and one mock effect","w":1150,"x":60,"y":542}</g6:source>
              </a:ext>
            </a:extLst>
          </p:cNvPr>
          <p:cNvSpPr>
            <a:spLocks xmlns:a="http://schemas.openxmlformats.org/drawingml/2006/main" noGrp="1"/>
          </p:cNvSpPr>
          <p:nvPr/>
        </p:nvSpPr>
        <p:spPr>
          <a:xfrm xmlns:a="http://schemas.openxmlformats.org/drawingml/2006/main">
            <a:off x="571500" y="5162550"/>
            <a:ext cx="1095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329"/>
              </a:lnSpc>
              <a:spcBef>
                <a:spcPts val="0"/>
              </a:spcBef>
              <a:spcAft>
                <a:spcPts val="0"/>
              </a:spcAft>
              <a:defRPr sz="2025" b="0">
                <a:solidFill>
                  <a:srgbClr val="16282B"/>
                </a:solidFill>
                <a:latin typeface="Nimbus Sans"/>
                <a:ea typeface="Nimbus Sans"/>
                <a:cs typeface="Nimbus Sans"/>
              </a:defRPr>
            </a:pPr>
            <a:r>
              <a:rPr sz="2025" b="0">
                <a:solidFill>
                  <a:srgbClr val="16282B"/>
                </a:solidFill>
                <a:latin typeface="Nimbus Sans"/>
                <a:ea typeface="Nimbus Sans"/>
                <a:cs typeface="Nimbus Sans"/>
              </a:rPr>
              <a:t>EUR 63 / 70 Natural grass Separate BOOK consent and one mock effect</a:t>
            </a:r>
          </a:p>
        </p:txBody>
      </p:sp>
      <p:sp>
        <p:nvSpPr>
          <p:cNvPr id="16" name="S03_qualification" descr="qualification">
            <a:extLst xmlns:a="http://schemas.openxmlformats.org/drawingml/2006/main">
              <a:ext uri="{FF2B5EF4-FFF2-40B4-BE49-F238E27FC236}">
                <a16:creationId xmlns:a16="http://schemas.microsoft.com/office/drawing/2014/main" id="{F6D1DDE2-7575-5EF6-A59E-30AACC4B52BA}"/>
              </a:ext>
              <a:ext uri="urn:g6b3r1:native-source:v1">
                <g6:source xmlns:g6="urn:g6b3r1:native-source:v1">{"alt":"qualification","bold":false,"color":"#43595D","font_px":23,"h":58,"id":"S03_qualification","kind":"text","line_height_px":26.45,"reading_order":14,"text":"All dates are in 2027. Only Jan 08 shifts. The offer is computed evidence; it does not reserve the venue by itself.","w":1162,"x":56,"y":596}</g6:source>
              </a:ext>
            </a:extLst>
          </p:cNvPr>
          <p:cNvSpPr>
            <a:spLocks xmlns:a="http://schemas.openxmlformats.org/drawingml/2006/main" noGrp="1"/>
          </p:cNvSpPr>
          <p:nvPr/>
        </p:nvSpPr>
        <p:spPr>
          <a:xfrm xmlns:a="http://schemas.openxmlformats.org/drawingml/2006/main">
            <a:off x="533400" y="5676900"/>
            <a:ext cx="11068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984"/>
              </a:lnSpc>
              <a:spcBef>
                <a:spcPts val="0"/>
              </a:spcBef>
              <a:spcAft>
                <a:spcPts val="0"/>
              </a:spcAft>
              <a:defRPr sz="1725" b="0">
                <a:solidFill>
                  <a:srgbClr val="43595D"/>
                </a:solidFill>
                <a:latin typeface="Nimbus Sans"/>
                <a:ea typeface="Nimbus Sans"/>
                <a:cs typeface="Nimbus Sans"/>
              </a:defRPr>
            </a:pPr>
            <a:r>
              <a:rPr sz="1725" b="0">
                <a:solidFill>
                  <a:srgbClr val="43595D"/>
                </a:solidFill>
                <a:latin typeface="Nimbus Sans"/>
                <a:ea typeface="Nimbus Sans"/>
                <a:cs typeface="Nimbus Sans"/>
              </a:rPr>
              <a:t>All dates are in 2027. Only Jan 08 shifts. The offer is computed evidence; it does not reserve the venue by itself.</a:t>
            </a:r>
          </a:p>
        </p:txBody>
      </p:sp>
      <p:sp>
        <p:nvSpPr>
          <p:cNvPr id="17" name="S03_rule" descr="rule">
            <a:extLst xmlns:a="http://schemas.openxmlformats.org/drawingml/2006/main">
              <a:ext uri="{FF2B5EF4-FFF2-40B4-BE49-F238E27FC236}">
                <a16:creationId xmlns:a16="http://schemas.microsoft.com/office/drawing/2014/main" id="{C29FBE55-0C91-52A7-936B-E9013E56578D}"/>
              </a:ext>
              <a:ext uri="urn:g6b3r1:native-source:v1">
                <g6:source xmlns:g6="urn:g6b3r1:native-source:v1">{"alt":"rule","color":"#B8C8C6","h":0,"id":"S03_rule","kind":"line","reading_order":15,"stroke_width":1,"w":1162,"x":56,"y":671}</g6:source>
              </a:ext>
            </a:extLst>
          </p:cNvPr>
          <p:cNvSpPr>
            <a:spLocks xmlns:a="http://schemas.openxmlformats.org/drawingml/2006/main" noGrp="1"/>
          </p:cNvSpPr>
          <p:nvPr/>
        </p:nvSpPr>
        <p:spPr>
          <a:xfrm xmlns:a="http://schemas.openxmlformats.org/drawingml/2006/main" flipH="0" flipV="0" rot="0">
            <a:off x="533400" y="6391275"/>
            <a:ext cx="11068050" cy="0"/>
          </a:xfrm>
          <a:prstGeom xmlns:a="http://schemas.openxmlformats.org/drawingml/2006/main" prst="line">
            <a:avLst/>
          </a:prstGeom>
          <a:noFill xmlns:a="http://schemas.openxmlformats.org/drawingml/2006/main"/>
          <a:ln xmlns:a="http://schemas.openxmlformats.org/drawingml/2006/main" w="9525">
            <a:solidFill>
              <a:srgbClr val="B8C8C6"/>
            </a:solidFill>
          </a:ln>
        </p:spPr>
      </p:sp>
      <p:sp>
        <p:nvSpPr>
          <p:cNvPr id="18" name="S03_source_link" descr="source link">
            <a:hlinkClick r:id="g6b3r1Link17"/>
            <a:extLst xmlns:a="http://schemas.openxmlformats.org/drawingml/2006/main">
              <a:ext uri="{FF2B5EF4-FFF2-40B4-BE49-F238E27FC236}">
                <a16:creationId xmlns:a16="http://schemas.microsoft.com/office/drawing/2014/main" id="{6BA578C7-8E10-534A-9D21-3F1872DB66B0}"/>
              </a:ext>
              <a:ext uri="urn:g6b3r1:native-source:v1">
                <g6:source xmlns:g6="urn:g6b3r1:native-source:v1">{"alt":"source link","bold":false,"color":"#315E8B","font_px":18,"h":27,"id":"S03_source_link","kind":"text","line_height_px":20.7,"link_target":"../references/episode_sources.json","reading_order":16,"text":"S03 Source: football","w":560,"x":56,"y":685}</g6:source>
              </a:ext>
            </a:extLst>
          </p:cNvPr>
          <p:cNvSpPr>
            <a:spLocks xmlns:a="http://schemas.openxmlformats.org/drawingml/2006/main" noGrp="1"/>
          </p:cNvSpPr>
          <p:nvPr/>
        </p:nvSpPr>
        <p:spPr>
          <a:xfrm xmlns:a="http://schemas.openxmlformats.org/drawingml/2006/main">
            <a:off x="533400" y="6524625"/>
            <a:ext cx="5334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553"/>
              </a:lnSpc>
              <a:spcBef>
                <a:spcPts val="0"/>
              </a:spcBef>
              <a:spcAft>
                <a:spcPts val="0"/>
              </a:spcAft>
              <a:defRPr sz="1350" b="0">
                <a:solidFill>
                  <a:srgbClr val="315E8B"/>
                </a:solidFill>
                <a:latin typeface="Nimbus Sans"/>
                <a:ea typeface="Nimbus Sans"/>
                <a:cs typeface="Nimbus Sans"/>
              </a:defRPr>
            </a:pPr>
            <a:r>
              <a:rPr sz="1350" b="0">
                <a:solidFill>
                  <a:srgbClr val="315E8B"/>
                </a:solidFill>
                <a:latin typeface="Nimbus Sans"/>
                <a:ea typeface="Nimbus Sans"/>
                <a:cs typeface="Nimbus Sans"/>
              </a:rPr>
              <a:t>S03 Source: football</a:t>
            </a:r>
          </a:p>
        </p:txBody>
      </p:sp>
      <p:sp>
        <p:nvSpPr>
          <p:cNvPr id="19" name="S03_atlas_locator" descr="atlas locator">
            <a:hlinkClick r:id="g6b3r1Link18"/>
            <a:extLst xmlns:a="http://schemas.openxmlformats.org/drawingml/2006/main">
              <a:ext uri="{FF2B5EF4-FFF2-40B4-BE49-F238E27FC236}">
                <a16:creationId xmlns:a16="http://schemas.microsoft.com/office/drawing/2014/main" id="{085C8B3E-60AB-5E9F-ACB5-776934916E4E}"/>
              </a:ext>
              <a:ext uri="urn:g6b3r1:native-source:v1">
                <g6:source xmlns:g6="urn:g6b3r1:native-source:v1">{"alt":"atlas locator","bold":false,"color":"#315E8B","font_px":17,"h":27,"id":"S03_atlas_locator","kind":"text","line_height_px":19.549999999999997,"link_target":"../atlas/README.html","reading_order":17,"text":"Atlas: Overview / GEO 1 2 3 4 5 6 7","w":560,"x":660,"y":685}</g6:source>
              </a:ext>
            </a:extLst>
          </p:cNvPr>
          <p:cNvSpPr>
            <a:spLocks xmlns:a="http://schemas.openxmlformats.org/drawingml/2006/main" noGrp="1"/>
          </p:cNvSpPr>
          <p:nvPr/>
        </p:nvSpPr>
        <p:spPr>
          <a:xfrm xmlns:a="http://schemas.openxmlformats.org/drawingml/2006/main">
            <a:off x="6286500" y="6524625"/>
            <a:ext cx="5334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466"/>
              </a:lnSpc>
              <a:spcBef>
                <a:spcPts val="0"/>
              </a:spcBef>
              <a:spcAft>
                <a:spcPts val="0"/>
              </a:spcAft>
              <a:defRPr sz="1275" b="0">
                <a:solidFill>
                  <a:srgbClr val="315E8B"/>
                </a:solidFill>
                <a:latin typeface="Nimbus Sans"/>
                <a:ea typeface="Nimbus Sans"/>
                <a:cs typeface="Nimbus Sans"/>
              </a:defRPr>
            </a:pPr>
            <a:r>
              <a:rPr sz="1275" b="0">
                <a:solidFill>
                  <a:srgbClr val="315E8B"/>
                </a:solidFill>
                <a:latin typeface="Nimbus Sans"/>
                <a:ea typeface="Nimbus Sans"/>
                <a:cs typeface="Nimbus Sans"/>
              </a:rPr>
              <a:t>Atlas: Overview / GEO 1 2 3 4 5 6 7</a:t>
            </a:r>
          </a:p>
        </p:txBody>
      </p:sp>
    </p:spTree>
    <p:extLst>
      <p:ext uri="{BB962C8B-B14F-4D97-AF65-F5344CB8AC3E}">
        <p14:creationId xmlns:p14="http://schemas.microsoft.com/office/powerpoint/2010/main" val="1781734183"/>
      </p:ext>
      <p:ext uri="urn:g6b3r1:native-source:v1">
        <g6:source xmlns:g6="urn:g6b3r1:native-source:v1">{"id":"S03","notes_en":"RECORDED FOOTBALL  /  Three natural-grass sessions, total EUR 63 within EUR 70\n\nOne permitted shift makes the football request fit RECORDED FOOTBALL / Three natural-grass sessions, total EUR 63 within EUR 70 REQUEST ACCEPTABLE OFFER Jan 07: 16:30-18:00 Jan 07: 16:30-18:00 Jan 08: 11:00-12:30 Jan 08: 11:30-13:00 (+30 min) Jan 09: 11:00-12:30 Jan 09: 11:00-12:30 EUR 63 / 70 Natural grass Separate BOOK consent and one mock effect All dates are in 2027. Only Jan 08 shifts. The offer is computed evidence; it does not reserve the venue by itself.\n\nThis is an editorial explanation of the named recorded or conceptual scope, not a new runtime result. Follow the source references for exact fields and limitations. B5 and final publication are not performed.","notes_ru":"Меняется только 8 января на плюс 30 минут. EXACT и разрешённый SHIFT различаются. Публикация предложения и отдельный BOOK не сливаются.","reading_order":["S03_title","S03_scope","S03_before_label","S03_after_label","S03_before0","S03_change0","S03_after0","S03_before1","S03_change1","S03_after1","S03_before2","S03_change2","S03_after2","S03_price","S03_qualification","S03_rule","S03_source_link","S03_atlas_locator"],"relations":[],"scope":"RECORDED FOOTBALL  /  Three natural-grass sessions, total EUR 63 within EUR 70","source_refs":[{"label":"football","target":"../references/episode_sources.json"},{"label":"chapter","target":"../chapters/07_football.html"}],"title":"One permitted shift makes the football request fit"}</g6:source>
      </p:ext>
    </p:extLst>
  </p:cSld>
</p:sld>
</file>

<file path=ppt/slides/slide4.xml><?xml version="1.0" encoding="utf-8"?>
<p:sld xmlns:p="http://schemas.openxmlformats.org/presentationml/2006/main" xmlns:a="http://schemas.openxmlformats.org/drawingml/2006/main" xmlns:r="http://schemas.openxmlformats.org/officeDocument/2006/relationships">
  <p:cSld name="S04">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04_title" descr="title">
            <a:extLst xmlns:a="http://schemas.openxmlformats.org/drawingml/2006/main">
              <a:ext uri="{FF2B5EF4-FFF2-40B4-BE49-F238E27FC236}">
                <a16:creationId xmlns:a16="http://schemas.microsoft.com/office/drawing/2014/main" id="{B0F099E8-7045-59CE-AE22-DAC1259E2CCB}"/>
              </a:ext>
              <a:ext uri="urn:g6b3r1:native-source:v1">
                <g6:source xmlns:g6="urn:g6b3r1:native-source:v1">{"alt":"title","bold":true,"color":"#16282B","font_px":42,"h":75,"id":"S04_title","kind":"text","line_height_px":48.3,"reading_order":0,"text":"The requester consumes the offered value","w":1170,"x":54,"y":36}</g6:source>
              </a:ext>
            </a:extLst>
          </p:cNvPr>
          <p:cNvSpPr>
            <a:spLocks xmlns:a="http://schemas.openxmlformats.org/drawingml/2006/main" noGrp="1"/>
          </p:cNvSpPr>
          <p:nvPr/>
        </p:nvSpPr>
        <p:spPr>
          <a:xfrm xmlns:a="http://schemas.openxmlformats.org/drawingml/2006/main">
            <a:off x="514350" y="342900"/>
            <a:ext cx="11144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3623"/>
              </a:lnSpc>
              <a:spcBef>
                <a:spcPts val="0"/>
              </a:spcBef>
              <a:spcAft>
                <a:spcPts val="0"/>
              </a:spcAft>
              <a:defRPr sz="3150" b="1">
                <a:solidFill>
                  <a:srgbClr val="16282B"/>
                </a:solidFill>
                <a:latin typeface="Nimbus Sans"/>
                <a:ea typeface="Nimbus Sans"/>
                <a:cs typeface="Nimbus Sans"/>
              </a:defRPr>
            </a:pPr>
            <a:r>
              <a:rPr sz="3150" b="1">
                <a:solidFill>
                  <a:srgbClr val="16282B"/>
                </a:solidFill>
                <a:latin typeface="Nimbus Sans"/>
                <a:ea typeface="Nimbus Sans"/>
                <a:cs typeface="Nimbus Sans"/>
              </a:rPr>
              <a:t>The requester consumes the offered value</a:t>
            </a:r>
          </a:p>
        </p:txBody>
      </p:sp>
      <p:sp>
        <p:nvSpPr>
          <p:cNvPr id="3" name="S04_scope" descr="scope">
            <a:extLst xmlns:a="http://schemas.openxmlformats.org/drawingml/2006/main">
              <a:ext uri="{FF2B5EF4-FFF2-40B4-BE49-F238E27FC236}">
                <a16:creationId xmlns:a16="http://schemas.microsoft.com/office/drawing/2014/main" id="{21CF23D2-F78D-539C-BFA8-136DF9D02D61}"/>
              </a:ext>
              <a:ext uri="urn:g6b3r1:native-source:v1">
                <g6:source xmlns:g6="urn:g6b3r1:native-source:v1">{"alt":"scope","bold":false,"color":"#43595D","font_px":23,"h":54,"id":"S04_scope","kind":"text","line_height_px":26.45,"reading_order":1,"text":"RECORDED FOOTBALL / Value inclusion binds the actual Work input","w":1160,"x":56,"y":113}</g6:source>
              </a:ext>
            </a:extLst>
          </p:cNvPr>
          <p:cNvSpPr>
            <a:spLocks xmlns:a="http://schemas.openxmlformats.org/drawingml/2006/main" noGrp="1"/>
          </p:cNvSpPr>
          <p:nvPr/>
        </p:nvSpPr>
        <p:spPr>
          <a:xfrm xmlns:a="http://schemas.openxmlformats.org/drawingml/2006/main">
            <a:off x="533400" y="1076325"/>
            <a:ext cx="1104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984"/>
              </a:lnSpc>
              <a:spcBef>
                <a:spcPts val="0"/>
              </a:spcBef>
              <a:spcAft>
                <a:spcPts val="0"/>
              </a:spcAft>
              <a:defRPr sz="1725" b="0">
                <a:solidFill>
                  <a:srgbClr val="43595D"/>
                </a:solidFill>
                <a:latin typeface="Nimbus Sans"/>
                <a:ea typeface="Nimbus Sans"/>
                <a:cs typeface="Nimbus Sans"/>
              </a:defRPr>
            </a:pPr>
            <a:r>
              <a:rPr sz="1725" b="0">
                <a:solidFill>
                  <a:srgbClr val="43595D"/>
                </a:solidFill>
                <a:latin typeface="Nimbus Sans"/>
                <a:ea typeface="Nimbus Sans"/>
                <a:cs typeface="Nimbus Sans"/>
              </a:rPr>
              <a:t>RECORDED FOOTBALL / Value inclusion binds the actual Work input</a:t>
            </a:r>
          </a:p>
        </p:txBody>
      </p:sp>
      <p:sp>
        <p:nvSpPr>
          <p:cNvPr id="4" name="S04_values_0" descr="E: E&#10;offer_json">
            <a:extLst xmlns:a="http://schemas.openxmlformats.org/drawingml/2006/main">
              <a:ext uri="{FF2B5EF4-FFF2-40B4-BE49-F238E27FC236}">
                <a16:creationId xmlns:a16="http://schemas.microsoft.com/office/drawing/2014/main" id="{423022C1-9733-55B8-9AD5-AC2A710EBA68}"/>
              </a:ext>
              <a:ext uri="urn:g6b3r1:native-source:v1">
                <g6:source xmlns:g6="urn:g6b3r1:native-source:v1">{"alt":"E: E\noffer_json","entity_id":"E","fill":"#EFF5F3","h":110,"id":"S04_values_0","kind":"rect","reading_order":2,"stroke":"#176B68","stroke_width":2,"w":300,"x":56,"y":235}</g6:source>
              </a:ext>
            </a:extLst>
          </p:cNvPr>
          <p:cNvSpPr>
            <a:spLocks xmlns:a="http://schemas.openxmlformats.org/drawingml/2006/main" noGrp="1"/>
          </p:cNvSpPr>
          <p:nvPr/>
        </p:nvSpPr>
        <p:spPr>
          <a:xfrm xmlns:a="http://schemas.openxmlformats.org/drawingml/2006/main">
            <a:off x="533400" y="2238375"/>
            <a:ext cx="2857500" cy="1047750"/>
          </a:xfrm>
          <a:prstGeom xmlns:a="http://schemas.openxmlformats.org/drawingml/2006/main" prst="rect">
            <a:avLst/>
          </a:prstGeom>
          <a:solidFill xmlns:a="http://schemas.openxmlformats.org/drawingml/2006/main">
            <a:srgbClr val="EFF5F3"/>
          </a:solidFill>
          <a:ln xmlns:a="http://schemas.openxmlformats.org/drawingml/2006/main" w="19050">
            <a:solidFill>
              <a:srgbClr val="176B68"/>
            </a:solidFill>
          </a:ln>
        </p:spPr>
      </p:sp>
      <p:sp>
        <p:nvSpPr>
          <p:cNvPr id="5" name="S04_values_0_label" descr="values 0 label">
            <a:extLst xmlns:a="http://schemas.openxmlformats.org/drawingml/2006/main">
              <a:ext uri="{FF2B5EF4-FFF2-40B4-BE49-F238E27FC236}">
                <a16:creationId xmlns:a16="http://schemas.microsoft.com/office/drawing/2014/main" id="{6C9637F8-1A8F-547A-9ED2-5914EEC18A4E}"/>
              </a:ext>
              <a:ext uri="urn:g6b3r1:native-source:v1">
                <g6:source xmlns:g6="urn:g6b3r1:native-source:v1">{"alt":"values 0 label","bold":false,"color":"#16282B","font_px":24,"h":86,"id":"S04_values_0_label","kind":"text","line_height_px":27.599999999999998,"reading_order":3,"text":"E\noffer_json","w":274,"x":69,"y":247}</g6:source>
              </a:ext>
            </a:extLst>
          </p:cNvPr>
          <p:cNvSpPr>
            <a:spLocks xmlns:a="http://schemas.openxmlformats.org/drawingml/2006/main" noGrp="1"/>
          </p:cNvSpPr>
          <p:nvPr/>
        </p:nvSpPr>
        <p:spPr>
          <a:xfrm xmlns:a="http://schemas.openxmlformats.org/drawingml/2006/main">
            <a:off x="657225" y="2352675"/>
            <a:ext cx="26098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E</a:t>
            </a:r>
          </a:p>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offer_json</a:t>
            </a:r>
          </a:p>
        </p:txBody>
      </p:sp>
      <p:sp>
        <p:nvSpPr>
          <p:cNvPr id="6" name="S04_values_1" descr="B: B&#10;B.offer = E">
            <a:extLst xmlns:a="http://schemas.openxmlformats.org/drawingml/2006/main">
              <a:ext uri="{FF2B5EF4-FFF2-40B4-BE49-F238E27FC236}">
                <a16:creationId xmlns:a16="http://schemas.microsoft.com/office/drawing/2014/main" id="{BC6AAB8E-3623-5E6A-8616-A9E6580E244B}"/>
              </a:ext>
              <a:ext uri="urn:g6b3r1:native-source:v1">
                <g6:source xmlns:g6="urn:g6b3r1:native-source:v1">{"alt":"B: B\nB.offer = E","entity_id":"B","fill":"#EFF5F3","h":110,"id":"S04_values_1","kind":"rect","reading_order":4,"stroke":"#176B68","stroke_width":2,"w":300,"x":490,"y":235}</g6:source>
              </a:ext>
            </a:extLst>
          </p:cNvPr>
          <p:cNvSpPr>
            <a:spLocks xmlns:a="http://schemas.openxmlformats.org/drawingml/2006/main" noGrp="1"/>
          </p:cNvSpPr>
          <p:nvPr/>
        </p:nvSpPr>
        <p:spPr>
          <a:xfrm xmlns:a="http://schemas.openxmlformats.org/drawingml/2006/main">
            <a:off x="4667250" y="2238375"/>
            <a:ext cx="2857500" cy="1047750"/>
          </a:xfrm>
          <a:prstGeom xmlns:a="http://schemas.openxmlformats.org/drawingml/2006/main" prst="rect">
            <a:avLst/>
          </a:prstGeom>
          <a:solidFill xmlns:a="http://schemas.openxmlformats.org/drawingml/2006/main">
            <a:srgbClr val="EFF5F3"/>
          </a:solidFill>
          <a:ln xmlns:a="http://schemas.openxmlformats.org/drawingml/2006/main" w="19050">
            <a:solidFill>
              <a:srgbClr val="176B68"/>
            </a:solidFill>
          </a:ln>
        </p:spPr>
      </p:sp>
      <p:sp>
        <p:nvSpPr>
          <p:cNvPr id="7" name="S04_values_1_label" descr="values 1 label">
            <a:extLst xmlns:a="http://schemas.openxmlformats.org/drawingml/2006/main">
              <a:ext uri="{FF2B5EF4-FFF2-40B4-BE49-F238E27FC236}">
                <a16:creationId xmlns:a16="http://schemas.microsoft.com/office/drawing/2014/main" id="{602C100C-7E8B-5050-A85F-83EDB9FB9C46}"/>
              </a:ext>
              <a:ext uri="urn:g6b3r1:native-source:v1">
                <g6:source xmlns:g6="urn:g6b3r1:native-source:v1">{"alt":"values 1 label","bold":false,"color":"#16282B","font_px":24,"h":86,"id":"S04_values_1_label","kind":"text","line_height_px":27.599999999999998,"reading_order":5,"text":"B\nB.offer = E","w":274,"x":503,"y":247}</g6:source>
              </a:ext>
            </a:extLst>
          </p:cNvPr>
          <p:cNvSpPr>
            <a:spLocks xmlns:a="http://schemas.openxmlformats.org/drawingml/2006/main" noGrp="1"/>
          </p:cNvSpPr>
          <p:nvPr/>
        </p:nvSpPr>
        <p:spPr>
          <a:xfrm xmlns:a="http://schemas.openxmlformats.org/drawingml/2006/main">
            <a:off x="4791075" y="2352675"/>
            <a:ext cx="26098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B</a:t>
            </a:r>
          </a:p>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B.offer = E</a:t>
            </a:r>
          </a:p>
        </p:txBody>
      </p:sp>
      <p:sp>
        <p:nvSpPr>
          <p:cNvPr id="8" name="S04_values_2" descr="C: C&#10;C.body = B">
            <a:extLst xmlns:a="http://schemas.openxmlformats.org/drawingml/2006/main">
              <a:ext uri="{FF2B5EF4-FFF2-40B4-BE49-F238E27FC236}">
                <a16:creationId xmlns:a16="http://schemas.microsoft.com/office/drawing/2014/main" id="{64C2C485-9FAD-53B5-9882-5EF8D3015E13}"/>
              </a:ext>
              <a:ext uri="urn:g6b3r1:native-source:v1">
                <g6:source xmlns:g6="urn:g6b3r1:native-source:v1">{"alt":"C: C\nC.body = B","entity_id":"C","fill":"#EFF5F3","h":110,"id":"S04_values_2","kind":"rect","reading_order":6,"stroke":"#176B68","stroke_width":2,"w":300,"x":924,"y":235}</g6:source>
              </a:ext>
            </a:extLst>
          </p:cNvPr>
          <p:cNvSpPr>
            <a:spLocks xmlns:a="http://schemas.openxmlformats.org/drawingml/2006/main" noGrp="1"/>
          </p:cNvSpPr>
          <p:nvPr/>
        </p:nvSpPr>
        <p:spPr>
          <a:xfrm xmlns:a="http://schemas.openxmlformats.org/drawingml/2006/main">
            <a:off x="8801100" y="2238375"/>
            <a:ext cx="2857500" cy="1047750"/>
          </a:xfrm>
          <a:prstGeom xmlns:a="http://schemas.openxmlformats.org/drawingml/2006/main" prst="rect">
            <a:avLst/>
          </a:prstGeom>
          <a:solidFill xmlns:a="http://schemas.openxmlformats.org/drawingml/2006/main">
            <a:srgbClr val="EFF5F3"/>
          </a:solidFill>
          <a:ln xmlns:a="http://schemas.openxmlformats.org/drawingml/2006/main" w="19050">
            <a:solidFill>
              <a:srgbClr val="176B68"/>
            </a:solidFill>
          </a:ln>
        </p:spPr>
      </p:sp>
      <p:sp>
        <p:nvSpPr>
          <p:cNvPr id="9" name="S04_values_2_label" descr="values 2 label">
            <a:extLst xmlns:a="http://schemas.openxmlformats.org/drawingml/2006/main">
              <a:ext uri="{FF2B5EF4-FFF2-40B4-BE49-F238E27FC236}">
                <a16:creationId xmlns:a16="http://schemas.microsoft.com/office/drawing/2014/main" id="{4CF069FF-C782-5F08-AF34-8A2F532555F0}"/>
              </a:ext>
              <a:ext uri="urn:g6b3r1:native-source:v1">
                <g6:source xmlns:g6="urn:g6b3r1:native-source:v1">{"alt":"values 2 label","bold":false,"color":"#16282B","font_px":24,"h":86,"id":"S04_values_2_label","kind":"text","line_height_px":27.599999999999998,"reading_order":7,"text":"C\nC.body = B","w":274,"x":937,"y":247}</g6:source>
              </a:ext>
            </a:extLst>
          </p:cNvPr>
          <p:cNvSpPr>
            <a:spLocks xmlns:a="http://schemas.openxmlformats.org/drawingml/2006/main" noGrp="1"/>
          </p:cNvSpPr>
          <p:nvPr/>
        </p:nvSpPr>
        <p:spPr>
          <a:xfrm xmlns:a="http://schemas.openxmlformats.org/drawingml/2006/main">
            <a:off x="8924925" y="2352675"/>
            <a:ext cx="26098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C</a:t>
            </a:r>
          </a:p>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C.body = B</a:t>
            </a:r>
          </a:p>
        </p:txBody>
      </p:sp>
      <p:cxnSp>
        <p:nvCxnSpPr>
          <p:cNvPr id="10" name="S04_values_edge_0" descr="DERIVATION: included value">
            <a:extLst>
              <a:ext uri="urn:g6b3r1:native-source:v1">
                <g6:source xmlns:g6="urn:g6b3r1:native-source:v1">{"alt":"DERIVATION: included value","color":"#176B68","h":0,"head":"triangle","id":"S04_values_edge_0","kind":"arrow","reading_order":8,"relation_type":"DERIVATION","source_id":"S04_values_0","stroke_width":2,"target_id":"S04_values_1","w":134,"x":356,"y":290}</g6:source>
              </a:ext>
            </a:extLst>
          </p:cNvPr>
          <p:cNvCxnSpPr>
            <a:stCxn xmlns:a="http://schemas.openxmlformats.org/drawingml/2006/main" id="4" idx="3"/>
            <a:endCxn xmlns:a="http://schemas.openxmlformats.org/drawingml/2006/main" id="6" idx="1"/>
          </p:cNvCxnSpPr>
          <p:nvPr/>
        </p:nvCxnSpPr>
        <p:spPr>
          <a:xfrm xmlns:a="http://schemas.openxmlformats.org/drawingml/2006/main" rot="0" flipH="0" flipV="0">
            <a:off x="3390900" y="2762250"/>
            <a:ext cx="1276350" cy="0"/>
          </a:xfrm>
          <a:prstGeom xmlns:a="http://schemas.openxmlformats.org/drawingml/2006/main" prst="straightConnector1">
            <a:avLst/>
          </a:prstGeom>
          <a:ln xmlns:a="http://schemas.openxmlformats.org/drawingml/2006/main" w="19050">
            <a:solidFill>
              <a:srgbClr val="176B68"/>
            </a:solidFill>
            <a:tailEnd type="triangle" w="med" len="med"/>
          </a:ln>
        </p:spPr>
      </p:cxnSp>
      <p:sp>
        <p:nvSpPr>
          <p:cNvPr id="11" name="S04_values_edge_0_label" descr="values edge 0 label">
            <a:extLst xmlns:a="http://schemas.openxmlformats.org/drawingml/2006/main">
              <a:ext uri="{FF2B5EF4-FFF2-40B4-BE49-F238E27FC236}">
                <a16:creationId xmlns:a16="http://schemas.microsoft.com/office/drawing/2014/main" id="{F25CC798-D699-5F73-A497-8714ED084F2F}"/>
              </a:ext>
              <a:ext uri="urn:g6b3r1:native-source:v1">
                <g6:source xmlns:g6="urn:g6b3r1:native-source:v1">{"alt":"values edge 0 label","bold":false,"color":"#43595D","font_px":17,"h":78,"id":"S04_values_edge_0_label","kind":"text","line_height_px":19.549999999999997,"reading_order":9,"text":"included value","w":126,"x":360,"y":208}</g6:source>
              </a:ext>
            </a:extLst>
          </p:cNvPr>
          <p:cNvSpPr>
            <a:spLocks xmlns:a="http://schemas.openxmlformats.org/drawingml/2006/main" noGrp="1"/>
          </p:cNvSpPr>
          <p:nvPr/>
        </p:nvSpPr>
        <p:spPr>
          <a:xfrm xmlns:a="http://schemas.openxmlformats.org/drawingml/2006/main">
            <a:off x="3429000" y="1981200"/>
            <a:ext cx="12001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466"/>
              </a:lnSpc>
              <a:spcBef>
                <a:spcPts val="0"/>
              </a:spcBef>
              <a:spcAft>
                <a:spcPts val="0"/>
              </a:spcAft>
              <a:defRPr sz="1275" b="0">
                <a:solidFill>
                  <a:srgbClr val="43595D"/>
                </a:solidFill>
                <a:latin typeface="Nimbus Sans"/>
                <a:ea typeface="Nimbus Sans"/>
                <a:cs typeface="Nimbus Sans"/>
              </a:defRPr>
            </a:pPr>
            <a:r>
              <a:rPr sz="1275" b="0">
                <a:solidFill>
                  <a:srgbClr val="43595D"/>
                </a:solidFill>
                <a:latin typeface="Nimbus Sans"/>
                <a:ea typeface="Nimbus Sans"/>
                <a:cs typeface="Nimbus Sans"/>
              </a:rPr>
              <a:t>included value</a:t>
            </a:r>
          </a:p>
        </p:txBody>
      </p:sp>
      <p:cxnSp>
        <p:nvCxnSpPr>
          <p:cNvPr id="12" name="S04_values_edge_1" descr="DATA: included body">
            <a:extLst>
              <a:ext uri="urn:g6b3r1:native-source:v1">
                <g6:source xmlns:g6="urn:g6b3r1:native-source:v1">{"alt":"DATA: included body","color":"#176B68","h":0,"head":"triangle","id":"S04_values_edge_1","kind":"arrow","reading_order":10,"relation_type":"DATA","source_id":"S04_values_1","stroke_width":2,"target_id":"S04_values_2","w":134,"x":790,"y":290}</g6:source>
              </a:ext>
            </a:extLst>
          </p:cNvPr>
          <p:cNvCxnSpPr>
            <a:stCxn xmlns:a="http://schemas.openxmlformats.org/drawingml/2006/main" id="6" idx="3"/>
            <a:endCxn xmlns:a="http://schemas.openxmlformats.org/drawingml/2006/main" id="8" idx="1"/>
          </p:cNvCxnSpPr>
          <p:nvPr/>
        </p:nvCxnSpPr>
        <p:spPr>
          <a:xfrm xmlns:a="http://schemas.openxmlformats.org/drawingml/2006/main" rot="0" flipH="0" flipV="0">
            <a:off x="7524750" y="2762250"/>
            <a:ext cx="1276350" cy="0"/>
          </a:xfrm>
          <a:prstGeom xmlns:a="http://schemas.openxmlformats.org/drawingml/2006/main" prst="straightConnector1">
            <a:avLst/>
          </a:prstGeom>
          <a:ln xmlns:a="http://schemas.openxmlformats.org/drawingml/2006/main" w="19050">
            <a:solidFill>
              <a:srgbClr val="176B68"/>
            </a:solidFill>
            <a:tailEnd type="triangle" w="med" len="med"/>
          </a:ln>
        </p:spPr>
      </p:cxnSp>
      <p:sp>
        <p:nvSpPr>
          <p:cNvPr id="13" name="S04_values_edge_1_label" descr="values edge 1 label">
            <a:extLst xmlns:a="http://schemas.openxmlformats.org/drawingml/2006/main">
              <a:ext uri="{FF2B5EF4-FFF2-40B4-BE49-F238E27FC236}">
                <a16:creationId xmlns:a16="http://schemas.microsoft.com/office/drawing/2014/main" id="{895CC1A8-918D-5A80-B927-8BB9AD48DA16}"/>
              </a:ext>
              <a:ext uri="urn:g6b3r1:native-source:v1">
                <g6:source xmlns:g6="urn:g6b3r1:native-source:v1">{"alt":"values edge 1 label","bold":false,"color":"#43595D","font_px":17,"h":78,"id":"S04_values_edge_1_label","kind":"text","line_height_px":19.549999999999997,"reading_order":11,"text":"included body","w":126,"x":794,"y":208}</g6:source>
              </a:ext>
            </a:extLst>
          </p:cNvPr>
          <p:cNvSpPr>
            <a:spLocks xmlns:a="http://schemas.openxmlformats.org/drawingml/2006/main" noGrp="1"/>
          </p:cNvSpPr>
          <p:nvPr/>
        </p:nvSpPr>
        <p:spPr>
          <a:xfrm xmlns:a="http://schemas.openxmlformats.org/drawingml/2006/main">
            <a:off x="7562850" y="1981200"/>
            <a:ext cx="12001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466"/>
              </a:lnSpc>
              <a:spcBef>
                <a:spcPts val="0"/>
              </a:spcBef>
              <a:spcAft>
                <a:spcPts val="0"/>
              </a:spcAft>
              <a:defRPr sz="1275" b="0">
                <a:solidFill>
                  <a:srgbClr val="43595D"/>
                </a:solidFill>
                <a:latin typeface="Nimbus Sans"/>
                <a:ea typeface="Nimbus Sans"/>
                <a:cs typeface="Nimbus Sans"/>
              </a:defRPr>
            </a:pPr>
            <a:r>
              <a:rPr sz="1275" b="0">
                <a:solidFill>
                  <a:srgbClr val="43595D"/>
                </a:solidFill>
                <a:latin typeface="Nimbus Sans"/>
                <a:ea typeface="Nimbus Sans"/>
                <a:cs typeface="Nimbus Sans"/>
              </a:rPr>
              <a:t>included body</a:t>
            </a:r>
          </a:p>
        </p:txBody>
      </p:sp>
      <p:sp>
        <p:nvSpPr>
          <p:cNvPr id="14" name="S04_consume" descr="CONSUMPTION: Requester Work input&#10;uses the bound offer field">
            <a:extLst xmlns:a="http://schemas.openxmlformats.org/drawingml/2006/main">
              <a:ext uri="{FF2B5EF4-FFF2-40B4-BE49-F238E27FC236}">
                <a16:creationId xmlns:a16="http://schemas.microsoft.com/office/drawing/2014/main" id="{D6F9EC4C-ED2D-58CA-92CA-5B65111ACCA3}"/>
              </a:ext>
              <a:ext uri="urn:g6b3r1:native-source:v1">
                <g6:source xmlns:g6="urn:g6b3r1:native-source:v1">{"alt":"CONSUMPTION: Requester Work input\nuses the bound offer field","entity_id":"CONSUMPTION","fill":"#EFF5F3","h":110,"id":"S04_consume","kind":"rect","reading_order":12,"stroke":"#176B68","stroke_width":2,"w":505,"x":390,"y":440}</g6:source>
              </a:ext>
            </a:extLst>
          </p:cNvPr>
          <p:cNvSpPr>
            <a:spLocks xmlns:a="http://schemas.openxmlformats.org/drawingml/2006/main" noGrp="1"/>
          </p:cNvSpPr>
          <p:nvPr/>
        </p:nvSpPr>
        <p:spPr>
          <a:xfrm xmlns:a="http://schemas.openxmlformats.org/drawingml/2006/main">
            <a:off x="3714750" y="4191000"/>
            <a:ext cx="4810125" cy="1047750"/>
          </a:xfrm>
          <a:prstGeom xmlns:a="http://schemas.openxmlformats.org/drawingml/2006/main" prst="rect">
            <a:avLst/>
          </a:prstGeom>
          <a:solidFill xmlns:a="http://schemas.openxmlformats.org/drawingml/2006/main">
            <a:srgbClr val="EFF5F3"/>
          </a:solidFill>
          <a:ln xmlns:a="http://schemas.openxmlformats.org/drawingml/2006/main" w="19050">
            <a:solidFill>
              <a:srgbClr val="176B68"/>
            </a:solidFill>
          </a:ln>
        </p:spPr>
      </p:sp>
      <p:sp>
        <p:nvSpPr>
          <p:cNvPr id="15" name="S04_consume_label" descr="consume label">
            <a:extLst xmlns:a="http://schemas.openxmlformats.org/drawingml/2006/main">
              <a:ext uri="{FF2B5EF4-FFF2-40B4-BE49-F238E27FC236}">
                <a16:creationId xmlns:a16="http://schemas.microsoft.com/office/drawing/2014/main" id="{5CE1775F-D51C-5936-A910-F5761DB72D4F}"/>
              </a:ext>
              <a:ext uri="urn:g6b3r1:native-source:v1">
                <g6:source xmlns:g6="urn:g6b3r1:native-source:v1">{"alt":"consume label","bold":false,"color":"#16282B","font_px":24,"h":86,"id":"S04_consume_label","kind":"text","line_height_px":27.599999999999998,"reading_order":13,"text":"Requester Work input\nuses the bound offer field","w":479,"x":403,"y":452}</g6:source>
              </a:ext>
            </a:extLst>
          </p:cNvPr>
          <p:cNvSpPr>
            <a:spLocks xmlns:a="http://schemas.openxmlformats.org/drawingml/2006/main" noGrp="1"/>
          </p:cNvSpPr>
          <p:nvPr/>
        </p:nvSpPr>
        <p:spPr>
          <a:xfrm xmlns:a="http://schemas.openxmlformats.org/drawingml/2006/main">
            <a:off x="3838575" y="4305300"/>
            <a:ext cx="45624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Requester Work input</a:t>
            </a:r>
          </a:p>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uses the bound offer field</a:t>
            </a:r>
          </a:p>
        </p:txBody>
      </p:sp>
      <p:sp>
        <p:nvSpPr>
          <p:cNvPr id="16" name="S04_checked" descr="checked">
            <a:extLst xmlns:a="http://schemas.openxmlformats.org/drawingml/2006/main">
              <a:ext uri="{FF2B5EF4-FFF2-40B4-BE49-F238E27FC236}">
                <a16:creationId xmlns:a16="http://schemas.microsoft.com/office/drawing/2014/main" id="{1369F227-0E77-57FD-A8F5-06B9A86235C5}"/>
              </a:ext>
              <a:ext uri="urn:g6b3r1:native-source:v1">
                <g6:source xmlns:g6="urn:g6b3r1:native-source:v1">{"alt":"checked","bold":false,"color":"#16282B","font_px":28,"h":70,"id":"S04_checked","kind":"text","line_height_px":32.199999999999996,"reading_order":14,"text":"Independent source and STATUS reconstruction qualify C\nbefore consumption.","w":775,"x":58,"y":365}</g6:source>
              </a:ext>
            </a:extLst>
          </p:cNvPr>
          <p:cNvSpPr>
            <a:spLocks xmlns:a="http://schemas.openxmlformats.org/drawingml/2006/main" noGrp="1"/>
          </p:cNvSpPr>
          <p:nvPr/>
        </p:nvSpPr>
        <p:spPr>
          <a:xfrm xmlns:a="http://schemas.openxmlformats.org/drawingml/2006/main">
            <a:off x="552450" y="3476625"/>
            <a:ext cx="7381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415"/>
              </a:lnSpc>
              <a:spcBef>
                <a:spcPts val="0"/>
              </a:spcBef>
              <a:spcAft>
                <a:spcPts val="0"/>
              </a:spcAft>
              <a:defRPr sz="2100" b="0">
                <a:solidFill>
                  <a:srgbClr val="16282B"/>
                </a:solidFill>
                <a:latin typeface="Nimbus Sans"/>
                <a:ea typeface="Nimbus Sans"/>
                <a:cs typeface="Nimbus Sans"/>
              </a:defRPr>
            </a:pPr>
            <a:r>
              <a:rPr sz="2100" b="0">
                <a:solidFill>
                  <a:srgbClr val="16282B"/>
                </a:solidFill>
                <a:latin typeface="Nimbus Sans"/>
                <a:ea typeface="Nimbus Sans"/>
                <a:cs typeface="Nimbus Sans"/>
              </a:rPr>
              <a:t>Independent source and STATUS reconstruction qualify C</a:t>
            </a:r>
          </a:p>
          <a:p xmlns:a="http://schemas.openxmlformats.org/drawingml/2006/main">
            <a:pPr algn="l">
              <a:lnSpc>
                <a:spcPts val="2415"/>
              </a:lnSpc>
              <a:spcBef>
                <a:spcPts val="0"/>
              </a:spcBef>
              <a:spcAft>
                <a:spcPts val="0"/>
              </a:spcAft>
              <a:defRPr sz="2100" b="0">
                <a:solidFill>
                  <a:srgbClr val="16282B"/>
                </a:solidFill>
                <a:latin typeface="Nimbus Sans"/>
                <a:ea typeface="Nimbus Sans"/>
                <a:cs typeface="Nimbus Sans"/>
              </a:defRPr>
            </a:pPr>
            <a:r>
              <a:rPr sz="2100" b="0">
                <a:solidFill>
                  <a:srgbClr val="16282B"/>
                </a:solidFill>
                <a:latin typeface="Nimbus Sans"/>
                <a:ea typeface="Nimbus Sans"/>
                <a:cs typeface="Nimbus Sans"/>
              </a:rPr>
              <a:t>before consumption.</a:t>
            </a:r>
          </a:p>
        </p:txBody>
      </p:sp>
      <p:sp>
        <p:nvSpPr>
          <p:cNvPr id="17" name="S04_qualification" descr="qualification">
            <a:extLst xmlns:a="http://schemas.openxmlformats.org/drawingml/2006/main">
              <a:ext uri="{FF2B5EF4-FFF2-40B4-BE49-F238E27FC236}">
                <a16:creationId xmlns:a16="http://schemas.microsoft.com/office/drawing/2014/main" id="{4E84050F-734D-5593-8BEA-6E5B4E2FC759}"/>
              </a:ext>
              <a:ext uri="urn:g6b3r1:native-source:v1">
                <g6:source xmlns:g6="urn:g6b3r1:native-source:v1">{"alt":"qualification","bold":false,"color":"#43595D","font_px":23,"h":58,"id":"S04_qualification","kind":"text","line_height_px":26.45,"reading_order":15,"text":"A source hash is one check, not its own oracle. Full source identities and selectors remain in the field ledger.","w":1162,"x":56,"y":596}</g6:source>
              </a:ext>
            </a:extLst>
          </p:cNvPr>
          <p:cNvSpPr>
            <a:spLocks xmlns:a="http://schemas.openxmlformats.org/drawingml/2006/main" noGrp="1"/>
          </p:cNvSpPr>
          <p:nvPr/>
        </p:nvSpPr>
        <p:spPr>
          <a:xfrm xmlns:a="http://schemas.openxmlformats.org/drawingml/2006/main">
            <a:off x="533400" y="5676900"/>
            <a:ext cx="11068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984"/>
              </a:lnSpc>
              <a:spcBef>
                <a:spcPts val="0"/>
              </a:spcBef>
              <a:spcAft>
                <a:spcPts val="0"/>
              </a:spcAft>
              <a:defRPr sz="1725" b="0">
                <a:solidFill>
                  <a:srgbClr val="43595D"/>
                </a:solidFill>
                <a:latin typeface="Nimbus Sans"/>
                <a:ea typeface="Nimbus Sans"/>
                <a:cs typeface="Nimbus Sans"/>
              </a:defRPr>
            </a:pPr>
            <a:r>
              <a:rPr sz="1725" b="0">
                <a:solidFill>
                  <a:srgbClr val="43595D"/>
                </a:solidFill>
                <a:latin typeface="Nimbus Sans"/>
                <a:ea typeface="Nimbus Sans"/>
                <a:cs typeface="Nimbus Sans"/>
              </a:rPr>
              <a:t>A source hash is one check, not its own oracle. Full source identities and selectors remain in the field ledger.</a:t>
            </a:r>
          </a:p>
        </p:txBody>
      </p:sp>
      <p:sp>
        <p:nvSpPr>
          <p:cNvPr id="18" name="S04_rule" descr="rule">
            <a:extLst xmlns:a="http://schemas.openxmlformats.org/drawingml/2006/main">
              <a:ext uri="{FF2B5EF4-FFF2-40B4-BE49-F238E27FC236}">
                <a16:creationId xmlns:a16="http://schemas.microsoft.com/office/drawing/2014/main" id="{E49D35BE-34BC-56F4-B551-1552C398059F}"/>
              </a:ext>
              <a:ext uri="urn:g6b3r1:native-source:v1">
                <g6:source xmlns:g6="urn:g6b3r1:native-source:v1">{"alt":"rule","color":"#B8C8C6","h":0,"id":"S04_rule","kind":"line","reading_order":16,"stroke_width":1,"w":1162,"x":56,"y":671}</g6:source>
              </a:ext>
            </a:extLst>
          </p:cNvPr>
          <p:cNvSpPr>
            <a:spLocks xmlns:a="http://schemas.openxmlformats.org/drawingml/2006/main" noGrp="1"/>
          </p:cNvSpPr>
          <p:nvPr/>
        </p:nvSpPr>
        <p:spPr>
          <a:xfrm xmlns:a="http://schemas.openxmlformats.org/drawingml/2006/main" flipH="0" flipV="0" rot="0">
            <a:off x="533400" y="6391275"/>
            <a:ext cx="11068050" cy="0"/>
          </a:xfrm>
          <a:prstGeom xmlns:a="http://schemas.openxmlformats.org/drawingml/2006/main" prst="line">
            <a:avLst/>
          </a:prstGeom>
          <a:noFill xmlns:a="http://schemas.openxmlformats.org/drawingml/2006/main"/>
          <a:ln xmlns:a="http://schemas.openxmlformats.org/drawingml/2006/main" w="9525">
            <a:solidFill>
              <a:srgbClr val="B8C8C6"/>
            </a:solidFill>
          </a:ln>
        </p:spPr>
      </p:sp>
      <p:sp>
        <p:nvSpPr>
          <p:cNvPr id="19" name="S04_source_link" descr="source link">
            <a:hlinkClick r:id="g6b3r1Link18"/>
            <a:extLst xmlns:a="http://schemas.openxmlformats.org/drawingml/2006/main">
              <a:ext uri="{FF2B5EF4-FFF2-40B4-BE49-F238E27FC236}">
                <a16:creationId xmlns:a16="http://schemas.microsoft.com/office/drawing/2014/main" id="{F6537A58-0DC6-5CE2-9225-F5FA74FBA60D}"/>
              </a:ext>
              <a:ext uri="urn:g6b3r1:native-source:v1">
                <g6:source xmlns:g6="urn:g6b3r1:native-source:v1">{"alt":"source link","bold":false,"color":"#315E8B","font_px":18,"h":27,"id":"S04_source_link","kind":"text","line_height_px":20.7,"link_target":"../references/episode_sources.json","reading_order":17,"text":"S04 Source: football","w":560,"x":56,"y":685}</g6:source>
              </a:ext>
            </a:extLst>
          </p:cNvPr>
          <p:cNvSpPr>
            <a:spLocks xmlns:a="http://schemas.openxmlformats.org/drawingml/2006/main" noGrp="1"/>
          </p:cNvSpPr>
          <p:nvPr/>
        </p:nvSpPr>
        <p:spPr>
          <a:xfrm xmlns:a="http://schemas.openxmlformats.org/drawingml/2006/main">
            <a:off x="533400" y="6524625"/>
            <a:ext cx="5334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553"/>
              </a:lnSpc>
              <a:spcBef>
                <a:spcPts val="0"/>
              </a:spcBef>
              <a:spcAft>
                <a:spcPts val="0"/>
              </a:spcAft>
              <a:defRPr sz="1350" b="0">
                <a:solidFill>
                  <a:srgbClr val="315E8B"/>
                </a:solidFill>
                <a:latin typeface="Nimbus Sans"/>
                <a:ea typeface="Nimbus Sans"/>
                <a:cs typeface="Nimbus Sans"/>
              </a:defRPr>
            </a:pPr>
            <a:r>
              <a:rPr sz="1350" b="0">
                <a:solidFill>
                  <a:srgbClr val="315E8B"/>
                </a:solidFill>
                <a:latin typeface="Nimbus Sans"/>
                <a:ea typeface="Nimbus Sans"/>
                <a:cs typeface="Nimbus Sans"/>
              </a:rPr>
              <a:t>S04 Source: football</a:t>
            </a:r>
          </a:p>
        </p:txBody>
      </p:sp>
      <p:sp>
        <p:nvSpPr>
          <p:cNvPr id="20" name="S04_atlas_locator" descr="atlas locator">
            <a:hlinkClick r:id="g6b3r1Link19"/>
            <a:extLst xmlns:a="http://schemas.openxmlformats.org/drawingml/2006/main">
              <a:ext uri="{FF2B5EF4-FFF2-40B4-BE49-F238E27FC236}">
                <a16:creationId xmlns:a16="http://schemas.microsoft.com/office/drawing/2014/main" id="{36FDCF3B-FD45-591F-A0A5-41A5C95BB3E4}"/>
              </a:ext>
              <a:ext uri="urn:g6b3r1:native-source:v1">
                <g6:source xmlns:g6="urn:g6b3r1:native-source:v1">{"alt":"atlas locator","bold":false,"color":"#315E8B","font_px":17,"h":27,"id":"S04_atlas_locator","kind":"text","line_height_px":19.549999999999997,"link_target":"../atlas/README.html","reading_order":18,"text":"Atlas: Overview / GEO 1 2 3 4 5 6 7","w":560,"x":660,"y":685}</g6:source>
              </a:ext>
            </a:extLst>
          </p:cNvPr>
          <p:cNvSpPr>
            <a:spLocks xmlns:a="http://schemas.openxmlformats.org/drawingml/2006/main" noGrp="1"/>
          </p:cNvSpPr>
          <p:nvPr/>
        </p:nvSpPr>
        <p:spPr>
          <a:xfrm xmlns:a="http://schemas.openxmlformats.org/drawingml/2006/main">
            <a:off x="6286500" y="6524625"/>
            <a:ext cx="5334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466"/>
              </a:lnSpc>
              <a:spcBef>
                <a:spcPts val="0"/>
              </a:spcBef>
              <a:spcAft>
                <a:spcPts val="0"/>
              </a:spcAft>
              <a:defRPr sz="1275" b="0">
                <a:solidFill>
                  <a:srgbClr val="315E8B"/>
                </a:solidFill>
                <a:latin typeface="Nimbus Sans"/>
                <a:ea typeface="Nimbus Sans"/>
                <a:cs typeface="Nimbus Sans"/>
              </a:defRPr>
            </a:pPr>
            <a:r>
              <a:rPr sz="1275" b="0">
                <a:solidFill>
                  <a:srgbClr val="315E8B"/>
                </a:solidFill>
                <a:latin typeface="Nimbus Sans"/>
                <a:ea typeface="Nimbus Sans"/>
                <a:cs typeface="Nimbus Sans"/>
              </a:rPr>
              <a:t>Atlas: Overview / GEO 1 2 3 4 5 6 7</a:t>
            </a:r>
          </a:p>
        </p:txBody>
      </p:sp>
      <p:cxnSp>
        <p:nvCxnSpPr>
          <p:cNvPr id="21" name="S04_actual_consumption" descr="Qualified C to actual consuming Work">
            <a:extLst>
              <a:ext uri="urn:g6b3r1:native-source:v1">
                <g6:source xmlns:g6="urn:g6b3r1:native-source:v1">{"alt":"Qualified C to actual consuming Work","color":"#176B68","h":150,"head":"triangle","id":"S04_actual_consumption","kind":"arrow","reading_order":19,"relation_type":"DATA","source_id":"S04_values_2","stroke_width":2,"target_id":"S04_consume","w":-179,"x":1074,"y":345}</g6:source>
              </a:ext>
            </a:extLst>
          </p:cNvPr>
          <p:cNvCxnSpPr>
            <a:stCxn xmlns:a="http://schemas.openxmlformats.org/drawingml/2006/main" id="8" idx="2"/>
            <a:endCxn xmlns:a="http://schemas.openxmlformats.org/drawingml/2006/main" id="14" idx="3"/>
          </p:cNvCxnSpPr>
          <p:nvPr/>
        </p:nvCxnSpPr>
        <p:spPr>
          <a:xfrm xmlns:a="http://schemas.openxmlformats.org/drawingml/2006/main" flipH="1" rot="0" flipV="0">
            <a:off x="8524875" y="3286125"/>
            <a:ext cx="1704975" cy="1428750"/>
          </a:xfrm>
          <a:prstGeom xmlns:a="http://schemas.openxmlformats.org/drawingml/2006/main" prst="straightConnector1">
            <a:avLst/>
          </a:prstGeom>
          <a:ln xmlns:a="http://schemas.openxmlformats.org/drawingml/2006/main" w="19050">
            <a:solidFill>
              <a:srgbClr val="176B68"/>
            </a:solidFill>
            <a:tailEnd type="triangle" w="med" len="med"/>
          </a:ln>
        </p:spPr>
      </p:cxnSp>
    </p:spTree>
    <p:extLst>
      <p:ext uri="{BB962C8B-B14F-4D97-AF65-F5344CB8AC3E}">
        <p14:creationId xmlns:p14="http://schemas.microsoft.com/office/powerpoint/2010/main" val="340360682"/>
      </p:ext>
      <p:ext uri="urn:g6b3r1:native-source:v1">
        <g6:source xmlns:g6="urn:g6b3r1:native-source:v1">{"id":"S04","notes_en":"RECORDED FOOTBALL  /  Value inclusion binds the actual Work input\n\nThe requester consumes the offered value RECORDED FOOTBALL / Value inclusion binds the actual Work input E offer_json B B.offer = E C C.body = B included value included body Requester Work input uses the bound offer field Independent source and STATUS reconstruction qualify C before consumption. A source hash is one check, not its own oracle. Full source identities and selectors remain in the field ledger.\n\nThis is an editorial explanation of the named recorded or conceptual scope, not a new runtime result. Follow the source references for exact fields and limitations. B5 and final publication are not performed.","notes_ru":"Три объекта различаются по полному составу. Равенства относятся к включённому значению, не ко всем байтам E, B и C.","reading_order":["S04_title","S04_scope","S04_values_0","S04_values_0_label","S04_values_1","S04_values_1_label","S04_values_2","S04_values_2_label","S04_values_edge_0","S04_values_edge_0_label","S04_values_edge_1","S04_values_edge_1_label","S04_consume","S04_consume_label","S04_checked","S04_qualification","S04_rule","S04_source_link","S04_atlas_locator","S04_actual_consumption"],"relations":[{"id":"S04_values_edge_0","item":"included value","relation":"DERIVATION","source":"E","source_object":"S04_values_0","target":"B","target_object":"S04_values_1"},{"id":"S04_values_edge_1","item":"included body","relation":"DATA","source":"B","source_object":"S04_values_1","target":"C","target_object":"S04_values_2"},{"id":"S04_actual_consumption","item":"qualified input actually consumed","relation":"DATA","source":"C","source_object":"S04_values_2","target":"CONSUMPTION","target_object":"S04_consume"}],"scope":"RECORDED FOOTBALL  /  Value inclusion binds the actual Work input","source_refs":[{"label":"football","target":"../references/episode_sources.json"},{"label":"chapter","target":"../chapters/07_football.html"}],"title":"The requester consumes the offered value"}</g6:source>
      </p:ext>
    </p:extLst>
  </p:cSld>
</p:sld>
</file>

<file path=ppt/slides/slide5.xml><?xml version="1.0" encoding="utf-8"?>
<p:sld xmlns:p="http://schemas.openxmlformats.org/presentationml/2006/main" xmlns:a="http://schemas.openxmlformats.org/drawingml/2006/main" xmlns:r="http://schemas.openxmlformats.org/officeDocument/2006/relationships">
  <p:cSld name="S05">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05_title" descr="title">
            <a:extLst xmlns:a="http://schemas.openxmlformats.org/drawingml/2006/main">
              <a:ext uri="{FF2B5EF4-FFF2-40B4-BE49-F238E27FC236}">
                <a16:creationId xmlns:a16="http://schemas.microsoft.com/office/drawing/2014/main" id="{DEDEE624-835C-5898-BEE2-931D3BF6046A}"/>
              </a:ext>
              <a:ext uri="urn:g6b3r1:native-source:v1">
                <g6:source xmlns:g6="urn:g6b3r1:native-source:v1">{"alt":"title","bold":true,"color":"#16282B","font_px":42,"h":75,"id":"S05_title","kind":"text","line_height_px":48.3,"reading_order":0,"text":"One activity; several independent concerns","w":1170,"x":54,"y":36}</g6:source>
              </a:ext>
            </a:extLst>
          </p:cNvPr>
          <p:cNvSpPr>
            <a:spLocks xmlns:a="http://schemas.openxmlformats.org/drawingml/2006/main" noGrp="1"/>
          </p:cNvSpPr>
          <p:nvPr/>
        </p:nvSpPr>
        <p:spPr>
          <a:xfrm xmlns:a="http://schemas.openxmlformats.org/drawingml/2006/main">
            <a:off x="514350" y="342900"/>
            <a:ext cx="11144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3623"/>
              </a:lnSpc>
              <a:spcBef>
                <a:spcPts val="0"/>
              </a:spcBef>
              <a:spcAft>
                <a:spcPts val="0"/>
              </a:spcAft>
              <a:defRPr sz="3150" b="1">
                <a:solidFill>
                  <a:srgbClr val="16282B"/>
                </a:solidFill>
                <a:latin typeface="Nimbus Sans"/>
                <a:ea typeface="Nimbus Sans"/>
                <a:cs typeface="Nimbus Sans"/>
              </a:defRPr>
            </a:pPr>
            <a:r>
              <a:rPr sz="3150" b="1">
                <a:solidFill>
                  <a:srgbClr val="16282B"/>
                </a:solidFill>
                <a:latin typeface="Nimbus Sans"/>
                <a:ea typeface="Nimbus Sans"/>
                <a:cs typeface="Nimbus Sans"/>
              </a:rPr>
              <a:t>One activity; several independent concerns</a:t>
            </a:r>
          </a:p>
        </p:txBody>
      </p:sp>
      <p:sp>
        <p:nvSpPr>
          <p:cNvPr id="3" name="S05_scope" descr="scope">
            <a:extLst xmlns:a="http://schemas.openxmlformats.org/drawingml/2006/main">
              <a:ext uri="{FF2B5EF4-FFF2-40B4-BE49-F238E27FC236}">
                <a16:creationId xmlns:a16="http://schemas.microsoft.com/office/drawing/2014/main" id="{AF024A32-0A0F-5B2A-BCF9-84101B670476}"/>
              </a:ext>
              <a:ext uri="urn:g6b3r1:native-source:v1">
                <g6:source xmlns:g6="urn:g6b3r1:native-source:v1">{"alt":"scope","bold":false,"color":"#43595D","font_px":23,"h":54,"id":"S05_scope","kind":"text","line_height_px":26.45,"reading_order":1,"text":"CONCEPTUAL MAP / Relations are not a recorded composite execution or a global owner","w":1160,"x":56,"y":113}</g6:source>
              </a:ext>
            </a:extLst>
          </p:cNvPr>
          <p:cNvSpPr>
            <a:spLocks xmlns:a="http://schemas.openxmlformats.org/drawingml/2006/main" noGrp="1"/>
          </p:cNvSpPr>
          <p:nvPr/>
        </p:nvSpPr>
        <p:spPr>
          <a:xfrm xmlns:a="http://schemas.openxmlformats.org/drawingml/2006/main">
            <a:off x="533400" y="1076325"/>
            <a:ext cx="1104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984"/>
              </a:lnSpc>
              <a:spcBef>
                <a:spcPts val="0"/>
              </a:spcBef>
              <a:spcAft>
                <a:spcPts val="0"/>
              </a:spcAft>
              <a:defRPr sz="1725" b="0">
                <a:solidFill>
                  <a:srgbClr val="43595D"/>
                </a:solidFill>
                <a:latin typeface="Nimbus Sans"/>
                <a:ea typeface="Nimbus Sans"/>
                <a:cs typeface="Nimbus Sans"/>
              </a:defRPr>
            </a:pPr>
            <a:r>
              <a:rPr sz="1725" b="0">
                <a:solidFill>
                  <a:srgbClr val="43595D"/>
                </a:solidFill>
                <a:latin typeface="Nimbus Sans"/>
                <a:ea typeface="Nimbus Sans"/>
                <a:cs typeface="Nimbus Sans"/>
              </a:rPr>
              <a:t>CONCEPTUAL MAP / Relations are not a recorded composite execution or a global owner</a:t>
            </a:r>
          </a:p>
        </p:txBody>
      </p:sp>
      <p:sp>
        <p:nvSpPr>
          <p:cNvPr id="4" name="S05_activity_region" descr="Local activity region; nested bounded Work, not global ownership">
            <a:extLst xmlns:a="http://schemas.openxmlformats.org/drawingml/2006/main">
              <a:ext uri="{FF2B5EF4-FFF2-40B4-BE49-F238E27FC236}">
                <a16:creationId xmlns:a16="http://schemas.microsoft.com/office/drawing/2014/main" id="{7F8DA480-404B-59AF-89BF-DB4D692BD4B1}"/>
              </a:ext>
              <a:ext uri="urn:g6b3r1:native-source:v1">
                <g6:source xmlns:g6="urn:g6b3r1:native-source:v1">{"alt":"Local activity region; nested bounded Work, not global ownership","fill":"#FFFFFF","h":376,"id":"S05_activity_region","kind":"rect","reading_order":2,"stroke":"#A4B9BC","stroke_width":1,"w":905,"x":43,"y":183}</g6:source>
              </a:ext>
            </a:extLst>
          </p:cNvPr>
          <p:cNvSpPr>
            <a:spLocks xmlns:a="http://schemas.openxmlformats.org/drawingml/2006/main" noGrp="1"/>
          </p:cNvSpPr>
          <p:nvPr/>
        </p:nvSpPr>
        <p:spPr>
          <a:xfrm xmlns:a="http://schemas.openxmlformats.org/drawingml/2006/main">
            <a:off x="409575" y="1743075"/>
            <a:ext cx="8620125" cy="3581400"/>
          </a:xfrm>
          <a:prstGeom xmlns:a="http://schemas.openxmlformats.org/drawingml/2006/main" prst="rect">
            <a:avLst/>
          </a:prstGeom>
          <a:solidFill xmlns:a="http://schemas.openxmlformats.org/drawingml/2006/main">
            <a:srgbClr val="FFFFFF"/>
          </a:solidFill>
          <a:ln xmlns:a="http://schemas.openxmlformats.org/drawingml/2006/main" w="9525">
            <a:solidFill>
              <a:srgbClr val="A4B9BC"/>
            </a:solidFill>
          </a:ln>
        </p:spPr>
      </p:sp>
      <p:sp>
        <p:nvSpPr>
          <p:cNvPr id="5" name="S05_local" descr="local">
            <a:extLst xmlns:a="http://schemas.openxmlformats.org/drawingml/2006/main">
              <a:ext uri="{FF2B5EF4-FFF2-40B4-BE49-F238E27FC236}">
                <a16:creationId xmlns:a16="http://schemas.microsoft.com/office/drawing/2014/main" id="{FFB2AEEC-124C-5F2C-98F8-31377726F264}"/>
              </a:ext>
              <a:ext uri="urn:g6b3r1:native-source:v1">
                <g6:source xmlns:g6="urn:g6b3r1:native-source:v1">{"alt":"local","bold":true,"color":"#16282B","font_px":18,"h":30,"id":"S05_local","kind":"text","line_height_px":20.7,"reading_order":3,"text":"LOCAL ACTIVITY","w":360,"x":61,"y":188}</g6:source>
              </a:ext>
            </a:extLst>
          </p:cNvPr>
          <p:cNvSpPr>
            <a:spLocks xmlns:a="http://schemas.openxmlformats.org/drawingml/2006/main" noGrp="1"/>
          </p:cNvSpPr>
          <p:nvPr/>
        </p:nvSpPr>
        <p:spPr>
          <a:xfrm xmlns:a="http://schemas.openxmlformats.org/drawingml/2006/main">
            <a:off x="581025" y="1790700"/>
            <a:ext cx="342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553"/>
              </a:lnSpc>
              <a:spcBef>
                <a:spcPts val="0"/>
              </a:spcBef>
              <a:spcAft>
                <a:spcPts val="0"/>
              </a:spcAft>
              <a:defRPr sz="1350" b="1">
                <a:solidFill>
                  <a:srgbClr val="16282B"/>
                </a:solidFill>
                <a:latin typeface="Nimbus Sans"/>
                <a:ea typeface="Nimbus Sans"/>
                <a:cs typeface="Nimbus Sans"/>
              </a:defRPr>
            </a:pPr>
            <a:r>
              <a:rPr sz="1350" b="1">
                <a:solidFill>
                  <a:srgbClr val="16282B"/>
                </a:solidFill>
                <a:latin typeface="Nimbus Sans"/>
                <a:ea typeface="Nimbus Sans"/>
                <a:cs typeface="Nimbus Sans"/>
              </a:rPr>
              <a:t>LOCAL ACTIVITY</a:t>
            </a:r>
          </a:p>
        </p:txBody>
      </p:sp>
      <p:sp>
        <p:nvSpPr>
          <p:cNvPr id="6" name="S05_intent" descr="INTENT: Intent">
            <a:extLst xmlns:a="http://schemas.openxmlformats.org/drawingml/2006/main">
              <a:ext uri="{FF2B5EF4-FFF2-40B4-BE49-F238E27FC236}">
                <a16:creationId xmlns:a16="http://schemas.microsoft.com/office/drawing/2014/main" id="{95CE3846-6F1C-5F84-B01A-D79C25C4FC21}"/>
              </a:ext>
              <a:ext uri="urn:g6b3r1:native-source:v1">
                <g6:source xmlns:g6="urn:g6b3r1:native-source:v1">{"alt":"INTENT: Intent","entity_id":"INTENT","fill":"#EFF5F3","h":84,"id":"S05_intent","kind":"rect","reading_order":4,"stroke":"#176B68","stroke_width":2,"w":160,"x":61,"y":342}</g6:source>
              </a:ext>
            </a:extLst>
          </p:cNvPr>
          <p:cNvSpPr>
            <a:spLocks xmlns:a="http://schemas.openxmlformats.org/drawingml/2006/main" noGrp="1"/>
          </p:cNvSpPr>
          <p:nvPr/>
        </p:nvSpPr>
        <p:spPr>
          <a:xfrm xmlns:a="http://schemas.openxmlformats.org/drawingml/2006/main">
            <a:off x="581025" y="3257550"/>
            <a:ext cx="1524000" cy="800100"/>
          </a:xfrm>
          <a:prstGeom xmlns:a="http://schemas.openxmlformats.org/drawingml/2006/main" prst="rect">
            <a:avLst/>
          </a:prstGeom>
          <a:solidFill xmlns:a="http://schemas.openxmlformats.org/drawingml/2006/main">
            <a:srgbClr val="EFF5F3"/>
          </a:solidFill>
          <a:ln xmlns:a="http://schemas.openxmlformats.org/drawingml/2006/main" w="19050">
            <a:solidFill>
              <a:srgbClr val="176B68"/>
            </a:solidFill>
          </a:ln>
        </p:spPr>
      </p:sp>
      <p:sp>
        <p:nvSpPr>
          <p:cNvPr id="7" name="S05_intent_label" descr="intent label">
            <a:extLst xmlns:a="http://schemas.openxmlformats.org/drawingml/2006/main">
              <a:ext uri="{FF2B5EF4-FFF2-40B4-BE49-F238E27FC236}">
                <a16:creationId xmlns:a16="http://schemas.microsoft.com/office/drawing/2014/main" id="{29F648A5-0D1A-5796-9DEB-ADE655717565}"/>
              </a:ext>
              <a:ext uri="urn:g6b3r1:native-source:v1">
                <g6:source xmlns:g6="urn:g6b3r1:native-source:v1">{"alt":"intent label","bold":false,"color":"#16282B","font_px":24,"h":60,"id":"S05_intent_label","kind":"text","line_height_px":27.599999999999998,"reading_order":5,"text":"Intent","w":134,"x":74,"y":354}</g6:source>
              </a:ext>
            </a:extLst>
          </p:cNvPr>
          <p:cNvSpPr>
            <a:spLocks xmlns:a="http://schemas.openxmlformats.org/drawingml/2006/main" noGrp="1"/>
          </p:cNvSpPr>
          <p:nvPr/>
        </p:nvSpPr>
        <p:spPr>
          <a:xfrm xmlns:a="http://schemas.openxmlformats.org/drawingml/2006/main">
            <a:off x="704850" y="3371850"/>
            <a:ext cx="1276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Intent</a:t>
            </a:r>
          </a:p>
        </p:txBody>
      </p:sp>
      <p:sp>
        <p:nvSpPr>
          <p:cNvPr id="8" name="S05_work" descr="WORK: Parent Work">
            <a:extLst xmlns:a="http://schemas.openxmlformats.org/drawingml/2006/main">
              <a:ext uri="{FF2B5EF4-FFF2-40B4-BE49-F238E27FC236}">
                <a16:creationId xmlns:a16="http://schemas.microsoft.com/office/drawing/2014/main" id="{80743B2E-3957-5EBC-BB49-DD93C79D297A}"/>
              </a:ext>
              <a:ext uri="urn:g6b3r1:native-source:v1">
                <g6:source xmlns:g6="urn:g6b3r1:native-source:v1">{"alt":"WORK: Parent Work","entity_id":"WORK","fill":"#EFF5F3","h":84,"id":"S05_work","kind":"rect","reading_order":6,"stroke":"#176B68","stroke_width":2,"w":225,"x":357,"y":342}</g6:source>
              </a:ext>
            </a:extLst>
          </p:cNvPr>
          <p:cNvSpPr>
            <a:spLocks xmlns:a="http://schemas.openxmlformats.org/drawingml/2006/main" noGrp="1"/>
          </p:cNvSpPr>
          <p:nvPr/>
        </p:nvSpPr>
        <p:spPr>
          <a:xfrm xmlns:a="http://schemas.openxmlformats.org/drawingml/2006/main">
            <a:off x="3400425" y="3257550"/>
            <a:ext cx="2143125" cy="800100"/>
          </a:xfrm>
          <a:prstGeom xmlns:a="http://schemas.openxmlformats.org/drawingml/2006/main" prst="rect">
            <a:avLst/>
          </a:prstGeom>
          <a:solidFill xmlns:a="http://schemas.openxmlformats.org/drawingml/2006/main">
            <a:srgbClr val="EFF5F3"/>
          </a:solidFill>
          <a:ln xmlns:a="http://schemas.openxmlformats.org/drawingml/2006/main" w="19050">
            <a:solidFill>
              <a:srgbClr val="176B68"/>
            </a:solidFill>
          </a:ln>
        </p:spPr>
      </p:sp>
      <p:sp>
        <p:nvSpPr>
          <p:cNvPr id="9" name="S05_work_label" descr="work label">
            <a:extLst xmlns:a="http://schemas.openxmlformats.org/drawingml/2006/main">
              <a:ext uri="{FF2B5EF4-FFF2-40B4-BE49-F238E27FC236}">
                <a16:creationId xmlns:a16="http://schemas.microsoft.com/office/drawing/2014/main" id="{FE755773-684F-519D-BF45-401D238C303F}"/>
              </a:ext>
              <a:ext uri="urn:g6b3r1:native-source:v1">
                <g6:source xmlns:g6="urn:g6b3r1:native-source:v1">{"alt":"work label","bold":false,"color":"#16282B","font_px":24,"h":60,"id":"S05_work_label","kind":"text","line_height_px":27.599999999999998,"reading_order":7,"text":"Parent Work","w":199,"x":370,"y":354}</g6:source>
              </a:ext>
            </a:extLst>
          </p:cNvPr>
          <p:cNvSpPr>
            <a:spLocks xmlns:a="http://schemas.openxmlformats.org/drawingml/2006/main" noGrp="1"/>
          </p:cNvSpPr>
          <p:nvPr/>
        </p:nvSpPr>
        <p:spPr>
          <a:xfrm xmlns:a="http://schemas.openxmlformats.org/drawingml/2006/main">
            <a:off x="3524250" y="3371850"/>
            <a:ext cx="18954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Parent Work</a:t>
            </a:r>
          </a:p>
        </p:txBody>
      </p:sp>
      <p:sp>
        <p:nvSpPr>
          <p:cNvPr id="10" name="S05_result" descr="RESULT: Consumed result">
            <a:extLst xmlns:a="http://schemas.openxmlformats.org/drawingml/2006/main">
              <a:ext uri="{FF2B5EF4-FFF2-40B4-BE49-F238E27FC236}">
                <a16:creationId xmlns:a16="http://schemas.microsoft.com/office/drawing/2014/main" id="{DCA31D37-0721-53DA-9387-C02394D1D927}"/>
              </a:ext>
              <a:ext uri="urn:g6b3r1:native-source:v1">
                <g6:source xmlns:g6="urn:g6b3r1:native-source:v1">{"alt":"RESULT: Consumed result","entity_id":"RESULT","fill":"#EFF5F3","h":84,"id":"S05_result","kind":"rect","reading_order":8,"stroke":"#176B68","stroke_width":2,"w":205,"x":716,"y":342}</g6:source>
              </a:ext>
            </a:extLst>
          </p:cNvPr>
          <p:cNvSpPr>
            <a:spLocks xmlns:a="http://schemas.openxmlformats.org/drawingml/2006/main" noGrp="1"/>
          </p:cNvSpPr>
          <p:nvPr/>
        </p:nvSpPr>
        <p:spPr>
          <a:xfrm xmlns:a="http://schemas.openxmlformats.org/drawingml/2006/main">
            <a:off x="6819900" y="3257550"/>
            <a:ext cx="1952625" cy="800100"/>
          </a:xfrm>
          <a:prstGeom xmlns:a="http://schemas.openxmlformats.org/drawingml/2006/main" prst="rect">
            <a:avLst/>
          </a:prstGeom>
          <a:solidFill xmlns:a="http://schemas.openxmlformats.org/drawingml/2006/main">
            <a:srgbClr val="EFF5F3"/>
          </a:solidFill>
          <a:ln xmlns:a="http://schemas.openxmlformats.org/drawingml/2006/main" w="19050">
            <a:solidFill>
              <a:srgbClr val="176B68"/>
            </a:solidFill>
          </a:ln>
        </p:spPr>
      </p:sp>
      <p:sp>
        <p:nvSpPr>
          <p:cNvPr id="11" name="S05_result_label" descr="result label">
            <a:extLst xmlns:a="http://schemas.openxmlformats.org/drawingml/2006/main">
              <a:ext uri="{FF2B5EF4-FFF2-40B4-BE49-F238E27FC236}">
                <a16:creationId xmlns:a16="http://schemas.microsoft.com/office/drawing/2014/main" id="{E974CD66-F788-55C8-A373-55A78B76D500}"/>
              </a:ext>
              <a:ext uri="urn:g6b3r1:native-source:v1">
                <g6:source xmlns:g6="urn:g6b3r1:native-source:v1">{"alt":"result label","bold":false,"color":"#16282B","font_px":24,"h":60,"id":"S05_result_label","kind":"text","line_height_px":27.599999999999998,"reading_order":9,"text":"Consumed\nresult","w":179,"x":729,"y":354}</g6:source>
              </a:ext>
            </a:extLst>
          </p:cNvPr>
          <p:cNvSpPr>
            <a:spLocks xmlns:a="http://schemas.openxmlformats.org/drawingml/2006/main" noGrp="1"/>
          </p:cNvSpPr>
          <p:nvPr/>
        </p:nvSpPr>
        <p:spPr>
          <a:xfrm xmlns:a="http://schemas.openxmlformats.org/drawingml/2006/main">
            <a:off x="6943725" y="3371850"/>
            <a:ext cx="17049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Consumed</a:t>
            </a:r>
          </a:p>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result</a:t>
            </a:r>
          </a:p>
        </p:txBody>
      </p:sp>
      <p:sp>
        <p:nvSpPr>
          <p:cNvPr id="12" name="S05_child" descr="CHILD: Bounded child Work">
            <a:extLst xmlns:a="http://schemas.openxmlformats.org/drawingml/2006/main">
              <a:ext uri="{FF2B5EF4-FFF2-40B4-BE49-F238E27FC236}">
                <a16:creationId xmlns:a16="http://schemas.microsoft.com/office/drawing/2014/main" id="{2D917D86-D045-5F17-926D-A81AED11DCFA}"/>
              </a:ext>
              <a:ext uri="urn:g6b3r1:native-source:v1">
                <g6:source xmlns:g6="urn:g6b3r1:native-source:v1">{"alt":"CHILD: Bounded child Work","entity_id":"CHILD","fill":"#EFF5F3","h":60,"id":"S05_child","kind":"rect","reading_order":10,"stroke":"#176B68","stroke_width":2,"w":275,"x":357,"y":480}</g6:source>
              </a:ext>
            </a:extLst>
          </p:cNvPr>
          <p:cNvSpPr>
            <a:spLocks xmlns:a="http://schemas.openxmlformats.org/drawingml/2006/main" noGrp="1"/>
          </p:cNvSpPr>
          <p:nvPr/>
        </p:nvSpPr>
        <p:spPr>
          <a:xfrm xmlns:a="http://schemas.openxmlformats.org/drawingml/2006/main">
            <a:off x="3400425" y="4572000"/>
            <a:ext cx="2619375" cy="571500"/>
          </a:xfrm>
          <a:prstGeom xmlns:a="http://schemas.openxmlformats.org/drawingml/2006/main" prst="rect">
            <a:avLst/>
          </a:prstGeom>
          <a:solidFill xmlns:a="http://schemas.openxmlformats.org/drawingml/2006/main">
            <a:srgbClr val="EFF5F3"/>
          </a:solidFill>
          <a:ln xmlns:a="http://schemas.openxmlformats.org/drawingml/2006/main" w="19050">
            <a:solidFill>
              <a:srgbClr val="176B68"/>
            </a:solidFill>
          </a:ln>
        </p:spPr>
      </p:sp>
      <p:sp>
        <p:nvSpPr>
          <p:cNvPr id="13" name="S05_child_label" descr="child label">
            <a:extLst xmlns:a="http://schemas.openxmlformats.org/drawingml/2006/main">
              <a:ext uri="{FF2B5EF4-FFF2-40B4-BE49-F238E27FC236}">
                <a16:creationId xmlns:a16="http://schemas.microsoft.com/office/drawing/2014/main" id="{36C12EFC-6472-55D6-B832-54E34C80782E}"/>
              </a:ext>
              <a:ext uri="urn:g6b3r1:native-source:v1">
                <g6:source xmlns:g6="urn:g6b3r1:native-source:v1">{"alt":"child label","bold":false,"color":"#16282B","font_px":22,"h":36,"id":"S05_child_label","kind":"text","line_height_px":25.299999999999997,"reading_order":11,"text":"Bounded child Work","w":249,"x":370,"y":492}</g6:source>
              </a:ext>
            </a:extLst>
          </p:cNvPr>
          <p:cNvSpPr>
            <a:spLocks xmlns:a="http://schemas.openxmlformats.org/drawingml/2006/main" noGrp="1"/>
          </p:cNvSpPr>
          <p:nvPr/>
        </p:nvSpPr>
        <p:spPr>
          <a:xfrm xmlns:a="http://schemas.openxmlformats.org/drawingml/2006/main">
            <a:off x="3524250" y="4686300"/>
            <a:ext cx="23717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897"/>
              </a:lnSpc>
              <a:spcBef>
                <a:spcPts val="0"/>
              </a:spcBef>
              <a:spcAft>
                <a:spcPts val="0"/>
              </a:spcAft>
              <a:defRPr sz="1650" b="0">
                <a:solidFill>
                  <a:srgbClr val="16282B"/>
                </a:solidFill>
                <a:latin typeface="Nimbus Sans"/>
                <a:ea typeface="Nimbus Sans"/>
                <a:cs typeface="Nimbus Sans"/>
              </a:defRPr>
            </a:pPr>
            <a:r>
              <a:rPr sz="1650" b="0">
                <a:solidFill>
                  <a:srgbClr val="16282B"/>
                </a:solidFill>
                <a:latin typeface="Nimbus Sans"/>
                <a:ea typeface="Nimbus Sans"/>
                <a:cs typeface="Nimbus Sans"/>
              </a:rPr>
              <a:t>Bounded child Work</a:t>
            </a:r>
          </a:p>
        </p:txBody>
      </p:sp>
      <p:cxnSp>
        <p:nvCxnSpPr>
          <p:cNvPr id="14" name="S05_intake" descr="DATA: typed input">
            <a:extLst>
              <a:ext uri="urn:g6b3r1:native-source:v1">
                <g6:source xmlns:g6="urn:g6b3r1:native-source:v1">{"alt":"DATA: typed input","color":"#176B68","h":0,"head":"triangle","id":"S05_intake","kind":"arrow","reading_order":12,"relation_type":"DATA","source_id":"S05_intent","stroke_width":2,"target_id":"S05_work","w":136,"x":221,"y":384}</g6:source>
              </a:ext>
            </a:extLst>
          </p:cNvPr>
          <p:cNvCxnSpPr>
            <a:stCxn xmlns:a="http://schemas.openxmlformats.org/drawingml/2006/main" id="6" idx="3"/>
            <a:endCxn xmlns:a="http://schemas.openxmlformats.org/drawingml/2006/main" id="8" idx="1"/>
          </p:cNvCxnSpPr>
          <p:nvPr/>
        </p:nvCxnSpPr>
        <p:spPr>
          <a:xfrm xmlns:a="http://schemas.openxmlformats.org/drawingml/2006/main" rot="0" flipH="0" flipV="0">
            <a:off x="2105025" y="3657600"/>
            <a:ext cx="1295400" cy="0"/>
          </a:xfrm>
          <a:prstGeom xmlns:a="http://schemas.openxmlformats.org/drawingml/2006/main" prst="straightConnector1">
            <a:avLst/>
          </a:prstGeom>
          <a:ln xmlns:a="http://schemas.openxmlformats.org/drawingml/2006/main" w="19050">
            <a:solidFill>
              <a:srgbClr val="176B68"/>
            </a:solidFill>
            <a:tailEnd type="triangle" w="med" len="med"/>
          </a:ln>
        </p:spPr>
      </p:cxnSp>
      <p:sp>
        <p:nvSpPr>
          <p:cNvPr id="15" name="S05_intake_label" descr="intake label">
            <a:extLst xmlns:a="http://schemas.openxmlformats.org/drawingml/2006/main">
              <a:ext uri="{FF2B5EF4-FFF2-40B4-BE49-F238E27FC236}">
                <a16:creationId xmlns:a16="http://schemas.microsoft.com/office/drawing/2014/main" id="{60EC8F37-B26F-563D-BCBF-DA031884738E}"/>
              </a:ext>
              <a:ext uri="urn:g6b3r1:native-source:v1">
                <g6:source xmlns:g6="urn:g6b3r1:native-source:v1">{"alt":"intake label","bold":false,"color":"#43595D","font_px":19,"h":34,"id":"S05_intake_label","kind":"text","line_height_px":21.849999999999998,"reading_order":13,"text":"typed input","w":124,"x":231,"y":352}</g6:source>
              </a:ext>
            </a:extLst>
          </p:cNvPr>
          <p:cNvSpPr>
            <a:spLocks xmlns:a="http://schemas.openxmlformats.org/drawingml/2006/main" noGrp="1"/>
          </p:cNvSpPr>
          <p:nvPr/>
        </p:nvSpPr>
        <p:spPr>
          <a:xfrm xmlns:a="http://schemas.openxmlformats.org/drawingml/2006/main">
            <a:off x="2200275" y="3352800"/>
            <a:ext cx="1181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639"/>
              </a:lnSpc>
              <a:spcBef>
                <a:spcPts val="0"/>
              </a:spcBef>
              <a:spcAft>
                <a:spcPts val="0"/>
              </a:spcAft>
              <a:defRPr sz="1425" b="0">
                <a:solidFill>
                  <a:srgbClr val="43595D"/>
                </a:solidFill>
                <a:latin typeface="Nimbus Sans"/>
                <a:ea typeface="Nimbus Sans"/>
                <a:cs typeface="Nimbus Sans"/>
              </a:defRPr>
            </a:pPr>
            <a:r>
              <a:rPr sz="1425" b="0">
                <a:solidFill>
                  <a:srgbClr val="43595D"/>
                </a:solidFill>
                <a:latin typeface="Nimbus Sans"/>
                <a:ea typeface="Nimbus Sans"/>
                <a:cs typeface="Nimbus Sans"/>
              </a:rPr>
              <a:t>typed input</a:t>
            </a:r>
          </a:p>
        </p:txBody>
      </p:sp>
      <p:cxnSp>
        <p:nvCxnSpPr>
          <p:cNvPr id="16" name="S05_return" descr="DATA: actual fields">
            <a:extLst>
              <a:ext uri="urn:g6b3r1:native-source:v1">
                <g6:source xmlns:g6="urn:g6b3r1:native-source:v1">{"alt":"DATA: actual fields","color":"#176B68","h":0,"head":"triangle","id":"S05_return","kind":"arrow","reading_order":14,"relation_type":"DATA","source_id":"S05_work","stroke_width":2,"target_id":"S05_result","w":134,"x":582,"y":384}</g6:source>
              </a:ext>
            </a:extLst>
          </p:cNvPr>
          <p:cNvCxnSpPr>
            <a:stCxn xmlns:a="http://schemas.openxmlformats.org/drawingml/2006/main" id="8" idx="3"/>
            <a:endCxn xmlns:a="http://schemas.openxmlformats.org/drawingml/2006/main" id="10" idx="1"/>
          </p:cNvCxnSpPr>
          <p:nvPr/>
        </p:nvCxnSpPr>
        <p:spPr>
          <a:xfrm xmlns:a="http://schemas.openxmlformats.org/drawingml/2006/main" rot="0" flipH="0" flipV="0">
            <a:off x="5543550" y="3657600"/>
            <a:ext cx="1276350" cy="0"/>
          </a:xfrm>
          <a:prstGeom xmlns:a="http://schemas.openxmlformats.org/drawingml/2006/main" prst="straightConnector1">
            <a:avLst/>
          </a:prstGeom>
          <a:ln xmlns:a="http://schemas.openxmlformats.org/drawingml/2006/main" w="19050">
            <a:solidFill>
              <a:srgbClr val="176B68"/>
            </a:solidFill>
            <a:tailEnd type="triangle" w="med" len="med"/>
          </a:ln>
        </p:spPr>
      </p:cxnSp>
      <p:sp>
        <p:nvSpPr>
          <p:cNvPr id="17" name="S05_return_label" descr="return label">
            <a:extLst xmlns:a="http://schemas.openxmlformats.org/drawingml/2006/main">
              <a:ext uri="{FF2B5EF4-FFF2-40B4-BE49-F238E27FC236}">
                <a16:creationId xmlns:a16="http://schemas.microsoft.com/office/drawing/2014/main" id="{9DE5AD78-3574-5030-8469-673BBC3734B8}"/>
              </a:ext>
              <a:ext uri="urn:g6b3r1:native-source:v1">
                <g6:source xmlns:g6="urn:g6b3r1:native-source:v1">{"alt":"return label","bold":false,"color":"#43595D","font_px":19,"h":50,"id":"S05_return_label","kind":"text","line_height_px":21.849999999999998,"reading_order":15,"text":"actual fields","w":124,"x":592,"y":349}</g6:source>
              </a:ext>
            </a:extLst>
          </p:cNvPr>
          <p:cNvSpPr>
            <a:spLocks xmlns:a="http://schemas.openxmlformats.org/drawingml/2006/main" noGrp="1"/>
          </p:cNvSpPr>
          <p:nvPr/>
        </p:nvSpPr>
        <p:spPr>
          <a:xfrm xmlns:a="http://schemas.openxmlformats.org/drawingml/2006/main">
            <a:off x="5638800" y="3324225"/>
            <a:ext cx="11811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639"/>
              </a:lnSpc>
              <a:spcBef>
                <a:spcPts val="0"/>
              </a:spcBef>
              <a:spcAft>
                <a:spcPts val="0"/>
              </a:spcAft>
              <a:defRPr sz="1425" b="0">
                <a:solidFill>
                  <a:srgbClr val="43595D"/>
                </a:solidFill>
                <a:latin typeface="Nimbus Sans"/>
                <a:ea typeface="Nimbus Sans"/>
                <a:cs typeface="Nimbus Sans"/>
              </a:defRPr>
            </a:pPr>
            <a:r>
              <a:rPr sz="1425" b="0">
                <a:solidFill>
                  <a:srgbClr val="43595D"/>
                </a:solidFill>
                <a:latin typeface="Nimbus Sans"/>
                <a:ea typeface="Nimbus Sans"/>
                <a:cs typeface="Nimbus Sans"/>
              </a:rPr>
              <a:t>actual fields</a:t>
            </a:r>
          </a:p>
        </p:txBody>
      </p:sp>
      <p:cxnSp>
        <p:nvCxnSpPr>
          <p:cNvPr id="18" name="S05_child_invocation" descr="DATA: bounded invocation">
            <a:extLst>
              <a:ext uri="urn:g6b3r1:native-source:v1">
                <g6:source xmlns:g6="urn:g6b3r1:native-source:v1">{"alt":"DATA: bounded invocation","color":"#176B68","h":54,"head":"triangle","id":"S05_child_invocation","kind":"arrow","reading_order":16,"relation_type":"DATA","source_id":"S05_work","stroke_width":2,"target_id":"S05_child","w":25,"x":469.5,"y":426}</g6:source>
              </a:ext>
            </a:extLst>
          </p:cNvPr>
          <p:cNvCxnSpPr>
            <a:stCxn xmlns:a="http://schemas.openxmlformats.org/drawingml/2006/main" id="8" idx="2"/>
            <a:endCxn xmlns:a="http://schemas.openxmlformats.org/drawingml/2006/main" id="12" idx="0"/>
          </p:cNvCxnSpPr>
          <p:nvPr/>
        </p:nvCxnSpPr>
        <p:spPr>
          <a:xfrm xmlns:a="http://schemas.openxmlformats.org/drawingml/2006/main" rot="0" flipH="0" flipV="0">
            <a:off x="4471988" y="4057650"/>
            <a:ext cx="238125" cy="514350"/>
          </a:xfrm>
          <a:prstGeom xmlns:a="http://schemas.openxmlformats.org/drawingml/2006/main" prst="straightConnector1">
            <a:avLst/>
          </a:prstGeom>
          <a:ln xmlns:a="http://schemas.openxmlformats.org/drawingml/2006/main" w="19050">
            <a:solidFill>
              <a:srgbClr val="176B68"/>
            </a:solidFill>
            <a:tailEnd type="triangle" w="med" len="med"/>
          </a:ln>
        </p:spPr>
      </p:cxnSp>
      <p:sp>
        <p:nvSpPr>
          <p:cNvPr id="19" name="S05_child_invocation_label" descr="child invocation label">
            <a:extLst xmlns:a="http://schemas.openxmlformats.org/drawingml/2006/main">
              <a:ext uri="{FF2B5EF4-FFF2-40B4-BE49-F238E27FC236}">
                <a16:creationId xmlns:a16="http://schemas.microsoft.com/office/drawing/2014/main" id="{F66A88FC-88A6-5584-A75D-9FC09CE693CD}"/>
              </a:ext>
              <a:ext uri="urn:g6b3r1:native-source:v1">
                <g6:source xmlns:g6="urn:g6b3r1:native-source:v1">{"alt":"child invocation label","bold":false,"color":"#43595D","font_px":19,"h":34,"id":"S05_child_invocation_label","kind":"text","line_height_px":21.849999999999998,"reading_order":17,"text":"bounded invocation","w":275,"x":648,"y":463}</g6:source>
              </a:ext>
            </a:extLst>
          </p:cNvPr>
          <p:cNvSpPr>
            <a:spLocks xmlns:a="http://schemas.openxmlformats.org/drawingml/2006/main" noGrp="1"/>
          </p:cNvSpPr>
          <p:nvPr/>
        </p:nvSpPr>
        <p:spPr>
          <a:xfrm xmlns:a="http://schemas.openxmlformats.org/drawingml/2006/main">
            <a:off x="6172200" y="4410075"/>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639"/>
              </a:lnSpc>
              <a:spcBef>
                <a:spcPts val="0"/>
              </a:spcBef>
              <a:spcAft>
                <a:spcPts val="0"/>
              </a:spcAft>
              <a:defRPr sz="1425" b="0">
                <a:solidFill>
                  <a:srgbClr val="43595D"/>
                </a:solidFill>
                <a:latin typeface="Nimbus Sans"/>
                <a:ea typeface="Nimbus Sans"/>
                <a:cs typeface="Nimbus Sans"/>
              </a:defRPr>
            </a:pPr>
            <a:r>
              <a:rPr sz="1425" b="0">
                <a:solidFill>
                  <a:srgbClr val="43595D"/>
                </a:solidFill>
                <a:latin typeface="Nimbus Sans"/>
                <a:ea typeface="Nimbus Sans"/>
                <a:cs typeface="Nimbus Sans"/>
              </a:rPr>
              <a:t>bounded invocation</a:t>
            </a:r>
          </a:p>
        </p:txBody>
      </p:sp>
      <p:sp>
        <p:nvSpPr>
          <p:cNvPr id="20" name="S05_root" descr="ROOT: Local Root&#10;review">
            <a:extLst xmlns:a="http://schemas.openxmlformats.org/drawingml/2006/main">
              <a:ext uri="{FF2B5EF4-FFF2-40B4-BE49-F238E27FC236}">
                <a16:creationId xmlns:a16="http://schemas.microsoft.com/office/drawing/2014/main" id="{2311A553-0D1F-5FED-9AE4-C6C63ABBE57F}"/>
              </a:ext>
              <a:ext uri="urn:g6b3r1:native-source:v1">
                <g6:source xmlns:g6="urn:g6b3r1:native-source:v1">{"alt":"ROOT: Local Root\nreview","entity_id":"ROOT","fill":"#EFF5F3","h":90,"id":"S05_root","kind":"rect","reading_order":18,"stroke":"#176B68","stroke_width":2,"w":222,"x":1000,"y":342}</g6:source>
              </a:ext>
            </a:extLst>
          </p:cNvPr>
          <p:cNvSpPr>
            <a:spLocks xmlns:a="http://schemas.openxmlformats.org/drawingml/2006/main" noGrp="1"/>
          </p:cNvSpPr>
          <p:nvPr/>
        </p:nvSpPr>
        <p:spPr>
          <a:xfrm xmlns:a="http://schemas.openxmlformats.org/drawingml/2006/main">
            <a:off x="9525000" y="3257550"/>
            <a:ext cx="2114550" cy="857250"/>
          </a:xfrm>
          <a:prstGeom xmlns:a="http://schemas.openxmlformats.org/drawingml/2006/main" prst="rect">
            <a:avLst/>
          </a:prstGeom>
          <a:solidFill xmlns:a="http://schemas.openxmlformats.org/drawingml/2006/main">
            <a:srgbClr val="EFF5F3"/>
          </a:solidFill>
          <a:ln xmlns:a="http://schemas.openxmlformats.org/drawingml/2006/main" w="19050">
            <a:solidFill>
              <a:srgbClr val="176B68"/>
            </a:solidFill>
          </a:ln>
        </p:spPr>
      </p:sp>
      <p:sp>
        <p:nvSpPr>
          <p:cNvPr id="21" name="S05_root_label" descr="root label">
            <a:extLst xmlns:a="http://schemas.openxmlformats.org/drawingml/2006/main">
              <a:ext uri="{FF2B5EF4-FFF2-40B4-BE49-F238E27FC236}">
                <a16:creationId xmlns:a16="http://schemas.microsoft.com/office/drawing/2014/main" id="{6D40EC50-9902-58E2-9A01-E0A5EF6DAAC6}"/>
              </a:ext>
              <a:ext uri="urn:g6b3r1:native-source:v1">
                <g6:source xmlns:g6="urn:g6b3r1:native-source:v1">{"alt":"root label","bold":false,"color":"#16282B","font_px":24,"h":66,"id":"S05_root_label","kind":"text","line_height_px":27.599999999999998,"reading_order":19,"text":"Local Root\nreview","w":196,"x":1013,"y":354}</g6:source>
              </a:ext>
            </a:extLst>
          </p:cNvPr>
          <p:cNvSpPr>
            <a:spLocks xmlns:a="http://schemas.openxmlformats.org/drawingml/2006/main" noGrp="1"/>
          </p:cNvSpPr>
          <p:nvPr/>
        </p:nvSpPr>
        <p:spPr>
          <a:xfrm xmlns:a="http://schemas.openxmlformats.org/drawingml/2006/main">
            <a:off x="9648825" y="3371850"/>
            <a:ext cx="1866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Local Root</a:t>
            </a:r>
          </a:p>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review</a:t>
            </a:r>
          </a:p>
        </p:txBody>
      </p:sp>
      <p:cxnSp>
        <p:nvCxnSpPr>
          <p:cNvPr id="22" name="S05_review" descr="DATA: evidence">
            <a:extLst>
              <a:ext uri="urn:g6b3r1:native-source:v1">
                <g6:source xmlns:g6="urn:g6b3r1:native-source:v1">{"alt":"DATA: evidence","color":"#176B68","h":3,"head":"triangle","id":"S05_review","kind":"arrow","reading_order":20,"relation_type":"DATA","source_id":"S05_result","stroke_width":2,"target_id":"S05_root","w":79,"x":921,"y":384}</g6:source>
              </a:ext>
            </a:extLst>
          </p:cNvPr>
          <p:cNvCxnSpPr>
            <a:stCxn xmlns:a="http://schemas.openxmlformats.org/drawingml/2006/main" id="10" idx="3"/>
            <a:endCxn xmlns:a="http://schemas.openxmlformats.org/drawingml/2006/main" id="20" idx="1"/>
          </p:cNvCxnSpPr>
          <p:nvPr/>
        </p:nvCxnSpPr>
        <p:spPr>
          <a:xfrm xmlns:a="http://schemas.openxmlformats.org/drawingml/2006/main" rot="0" flipH="0" flipV="0">
            <a:off x="8772525" y="3657600"/>
            <a:ext cx="752475" cy="28575"/>
          </a:xfrm>
          <a:prstGeom xmlns:a="http://schemas.openxmlformats.org/drawingml/2006/main" prst="straightConnector1">
            <a:avLst/>
          </a:prstGeom>
          <a:ln xmlns:a="http://schemas.openxmlformats.org/drawingml/2006/main" w="19050">
            <a:solidFill>
              <a:srgbClr val="176B68"/>
            </a:solidFill>
            <a:tailEnd type="triangle" w="med" len="med"/>
          </a:ln>
        </p:spPr>
      </p:cxnSp>
      <p:sp>
        <p:nvSpPr>
          <p:cNvPr id="23" name="S05_review_label" descr="review label">
            <a:extLst xmlns:a="http://schemas.openxmlformats.org/drawingml/2006/main">
              <a:ext uri="{FF2B5EF4-FFF2-40B4-BE49-F238E27FC236}">
                <a16:creationId xmlns:a16="http://schemas.microsoft.com/office/drawing/2014/main" id="{A74E63AF-E146-58FD-82E1-7AA5C7DBEC79}"/>
              </a:ext>
              <a:ext uri="urn:g6b3r1:native-source:v1">
                <g6:source xmlns:g6="urn:g6b3r1:native-source:v1">{"alt":"review label","bold":false,"color":"#43595D","font_px":19,"h":32,"id":"S05_review_label","kind":"text","line_height_px":21.849999999999998,"reading_order":21,"text":"evidence","w":105,"x":931,"y":308}</g6:source>
              </a:ext>
            </a:extLst>
          </p:cNvPr>
          <p:cNvSpPr>
            <a:spLocks xmlns:a="http://schemas.openxmlformats.org/drawingml/2006/main" noGrp="1"/>
          </p:cNvSpPr>
          <p:nvPr/>
        </p:nvSpPr>
        <p:spPr>
          <a:xfrm xmlns:a="http://schemas.openxmlformats.org/drawingml/2006/main">
            <a:off x="8867775" y="2933700"/>
            <a:ext cx="1000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639"/>
              </a:lnSpc>
              <a:spcBef>
                <a:spcPts val="0"/>
              </a:spcBef>
              <a:spcAft>
                <a:spcPts val="0"/>
              </a:spcAft>
              <a:defRPr sz="1425" b="0">
                <a:solidFill>
                  <a:srgbClr val="43595D"/>
                </a:solidFill>
                <a:latin typeface="Nimbus Sans"/>
                <a:ea typeface="Nimbus Sans"/>
                <a:cs typeface="Nimbus Sans"/>
              </a:defRPr>
            </a:pPr>
            <a:r>
              <a:rPr sz="1425" b="0">
                <a:solidFill>
                  <a:srgbClr val="43595D"/>
                </a:solidFill>
                <a:latin typeface="Nimbus Sans"/>
                <a:ea typeface="Nimbus Sans"/>
                <a:cs typeface="Nimbus Sans"/>
              </a:rPr>
              <a:t>evidence</a:t>
            </a:r>
          </a:p>
        </p:txBody>
      </p:sp>
      <p:sp>
        <p:nvSpPr>
          <p:cNvPr id="24" name="S05_other_owner" descr="other owner">
            <a:extLst xmlns:a="http://schemas.openxmlformats.org/drawingml/2006/main">
              <a:ext uri="{FF2B5EF4-FFF2-40B4-BE49-F238E27FC236}">
                <a16:creationId xmlns:a16="http://schemas.microsoft.com/office/drawing/2014/main" id="{90C6B30D-5B57-5428-B00B-0E96B3BBA309}"/>
              </a:ext>
              <a:ext uri="urn:g6b3r1:native-source:v1">
                <g6:source xmlns:g6="urn:g6b3r1:native-source:v1">{"alt":"other owner","bold":false,"color":"#16282B","font_px":22,"h":72,"id":"S05_other_owner","kind":"text","line_height_px":25.299999999999997,"reading_order":22,"text":"Other owners retain\nindependent decisions.","w":238,"x":987,"y":480}</g6:source>
              </a:ext>
            </a:extLst>
          </p:cNvPr>
          <p:cNvSpPr>
            <a:spLocks xmlns:a="http://schemas.openxmlformats.org/drawingml/2006/main" noGrp="1"/>
          </p:cNvSpPr>
          <p:nvPr/>
        </p:nvSpPr>
        <p:spPr>
          <a:xfrm xmlns:a="http://schemas.openxmlformats.org/drawingml/2006/main">
            <a:off x="9401175" y="4572000"/>
            <a:ext cx="22669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897"/>
              </a:lnSpc>
              <a:spcBef>
                <a:spcPts val="0"/>
              </a:spcBef>
              <a:spcAft>
                <a:spcPts val="0"/>
              </a:spcAft>
              <a:defRPr sz="1650" b="0">
                <a:solidFill>
                  <a:srgbClr val="16282B"/>
                </a:solidFill>
                <a:latin typeface="Nimbus Sans"/>
                <a:ea typeface="Nimbus Sans"/>
                <a:cs typeface="Nimbus Sans"/>
              </a:defRPr>
            </a:pPr>
            <a:r>
              <a:rPr sz="1650" b="0">
                <a:solidFill>
                  <a:srgbClr val="16282B"/>
                </a:solidFill>
                <a:latin typeface="Nimbus Sans"/>
                <a:ea typeface="Nimbus Sans"/>
                <a:cs typeface="Nimbus Sans"/>
              </a:rPr>
              <a:t>Other owners retain</a:t>
            </a:r>
          </a:p>
          <a:p xmlns:a="http://schemas.openxmlformats.org/drawingml/2006/main">
            <a:pPr algn="l">
              <a:lnSpc>
                <a:spcPts val="1897"/>
              </a:lnSpc>
              <a:spcBef>
                <a:spcPts val="0"/>
              </a:spcBef>
              <a:spcAft>
                <a:spcPts val="0"/>
              </a:spcAft>
              <a:defRPr sz="1650" b="0">
                <a:solidFill>
                  <a:srgbClr val="16282B"/>
                </a:solidFill>
                <a:latin typeface="Nimbus Sans"/>
                <a:ea typeface="Nimbus Sans"/>
                <a:cs typeface="Nimbus Sans"/>
              </a:defRPr>
            </a:pPr>
            <a:r>
              <a:rPr sz="1650" b="0">
                <a:solidFill>
                  <a:srgbClr val="16282B"/>
                </a:solidFill>
                <a:latin typeface="Nimbus Sans"/>
                <a:ea typeface="Nimbus Sans"/>
                <a:cs typeface="Nimbus Sans"/>
              </a:rPr>
              <a:t>independent decisions.</a:t>
            </a:r>
          </a:p>
        </p:txBody>
      </p:sp>
      <p:sp>
        <p:nvSpPr>
          <p:cNvPr id="25" name="S05_context0" descr="TIME: Time">
            <a:extLst xmlns:a="http://schemas.openxmlformats.org/drawingml/2006/main">
              <a:ext uri="{FF2B5EF4-FFF2-40B4-BE49-F238E27FC236}">
                <a16:creationId xmlns:a16="http://schemas.microsoft.com/office/drawing/2014/main" id="{E6D8E112-2CBD-5627-8F34-EED907BD918D}"/>
              </a:ext>
              <a:ext uri="urn:g6b3r1:native-source:v1">
                <g6:source xmlns:g6="urn:g6b3r1:native-source:v1">{"alt":"TIME: Time","entity_id":"TIME","fill":"#EFF5F3","h":51,"id":"S05_context0","kind":"rect","reading_order":23,"stroke":"#176B68","stroke_width":2,"w":202,"x":56,"y":228}</g6:source>
              </a:ext>
            </a:extLst>
          </p:cNvPr>
          <p:cNvSpPr>
            <a:spLocks xmlns:a="http://schemas.openxmlformats.org/drawingml/2006/main" noGrp="1"/>
          </p:cNvSpPr>
          <p:nvPr/>
        </p:nvSpPr>
        <p:spPr>
          <a:xfrm xmlns:a="http://schemas.openxmlformats.org/drawingml/2006/main">
            <a:off x="533400" y="2171700"/>
            <a:ext cx="1924050" cy="485775"/>
          </a:xfrm>
          <a:prstGeom xmlns:a="http://schemas.openxmlformats.org/drawingml/2006/main" prst="rect">
            <a:avLst/>
          </a:prstGeom>
          <a:solidFill xmlns:a="http://schemas.openxmlformats.org/drawingml/2006/main">
            <a:srgbClr val="EFF5F3"/>
          </a:solidFill>
          <a:ln xmlns:a="http://schemas.openxmlformats.org/drawingml/2006/main" w="19050">
            <a:solidFill>
              <a:srgbClr val="176B68"/>
            </a:solidFill>
          </a:ln>
        </p:spPr>
      </p:sp>
      <p:sp>
        <p:nvSpPr>
          <p:cNvPr id="26" name="S05_context0_label" descr="context0 label">
            <a:extLst xmlns:a="http://schemas.openxmlformats.org/drawingml/2006/main">
              <a:ext uri="{FF2B5EF4-FFF2-40B4-BE49-F238E27FC236}">
                <a16:creationId xmlns:a16="http://schemas.microsoft.com/office/drawing/2014/main" id="{9A787451-4140-551E-B473-E775C890CC5A}"/>
              </a:ext>
              <a:ext uri="urn:g6b3r1:native-source:v1">
                <g6:source xmlns:g6="urn:g6b3r1:native-source:v1">{"alt":"context0 label","bold":false,"color":"#16282B","font_px":19,"h":28,"id":"S05_context0_label","kind":"text","line_height_px":21.849999999999998,"reading_order":24,"text":"Time","w":176,"x":69,"y":238}</g6:source>
              </a:ext>
            </a:extLst>
          </p:cNvPr>
          <p:cNvSpPr>
            <a:spLocks xmlns:a="http://schemas.openxmlformats.org/drawingml/2006/main" noGrp="1"/>
          </p:cNvSpPr>
          <p:nvPr/>
        </p:nvSpPr>
        <p:spPr>
          <a:xfrm xmlns:a="http://schemas.openxmlformats.org/drawingml/2006/main">
            <a:off x="657225" y="2266950"/>
            <a:ext cx="1676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639"/>
              </a:lnSpc>
              <a:spcBef>
                <a:spcPts val="0"/>
              </a:spcBef>
              <a:spcAft>
                <a:spcPts val="0"/>
              </a:spcAft>
              <a:defRPr sz="1425" b="0">
                <a:solidFill>
                  <a:srgbClr val="16282B"/>
                </a:solidFill>
                <a:latin typeface="Nimbus Sans"/>
                <a:ea typeface="Nimbus Sans"/>
                <a:cs typeface="Nimbus Sans"/>
              </a:defRPr>
            </a:pPr>
            <a:r>
              <a:rPr sz="1425" b="0">
                <a:solidFill>
                  <a:srgbClr val="16282B"/>
                </a:solidFill>
                <a:latin typeface="Nimbus Sans"/>
                <a:ea typeface="Nimbus Sans"/>
                <a:cs typeface="Nimbus Sans"/>
              </a:rPr>
              <a:t>Time</a:t>
            </a:r>
          </a:p>
        </p:txBody>
      </p:sp>
      <p:cxnSp>
        <p:nvCxnSpPr>
          <p:cNvPr id="27" name="S05_context_edge0" descr="Time qualifies Work, not permission">
            <a:extLst>
              <a:ext uri="urn:g6b3r1:native-source:v1">
                <g6:source xmlns:g6="urn:g6b3r1:native-source:v1">{"alt":"Time qualifies Work, not permission","color":"#315E8B","h":63,"head":"triangle","id":"S05_context_edge0","kind":"arrow","reading_order":25,"relation_type":"CONCEPTUAL_CONTEXT","source_id":"S05_context0","stroke_width":1.3,"target_id":"S05_work","w":312.5,"x":157,"y":279}</g6:source>
              </a:ext>
            </a:extLst>
          </p:cNvPr>
          <p:cNvCxnSpPr>
            <a:stCxn xmlns:a="http://schemas.openxmlformats.org/drawingml/2006/main" id="25" idx="2"/>
            <a:endCxn xmlns:a="http://schemas.openxmlformats.org/drawingml/2006/main" id="8" idx="0"/>
          </p:cNvCxnSpPr>
          <p:nvPr/>
        </p:nvCxnSpPr>
        <p:spPr>
          <a:xfrm xmlns:a="http://schemas.openxmlformats.org/drawingml/2006/main" rot="0" flipH="0" flipV="0">
            <a:off x="1495425" y="2657475"/>
            <a:ext cx="2976563" cy="600075"/>
          </a:xfrm>
          <a:prstGeom xmlns:a="http://schemas.openxmlformats.org/drawingml/2006/main" prst="straightConnector1">
            <a:avLst/>
          </a:prstGeom>
          <a:ln xmlns:a="http://schemas.openxmlformats.org/drawingml/2006/main" w="12383">
            <a:solidFill>
              <a:srgbClr val="315E8B"/>
            </a:solidFill>
            <a:tailEnd type="triangle" w="med" len="med"/>
          </a:ln>
        </p:spPr>
      </p:cxnSp>
      <p:sp>
        <p:nvSpPr>
          <p:cNvPr id="28" name="S05_context1" descr="MEMORY: Memory">
            <a:extLst xmlns:a="http://schemas.openxmlformats.org/drawingml/2006/main">
              <a:ext uri="{FF2B5EF4-FFF2-40B4-BE49-F238E27FC236}">
                <a16:creationId xmlns:a16="http://schemas.microsoft.com/office/drawing/2014/main" id="{49F1A6C1-2840-56B7-84ED-A4363A07BDD9}"/>
              </a:ext>
              <a:ext uri="urn:g6b3r1:native-source:v1">
                <g6:source xmlns:g6="urn:g6b3r1:native-source:v1">{"alt":"MEMORY: Memory","entity_id":"MEMORY","fill":"#EFF5F3","h":51,"id":"S05_context1","kind":"rect","reading_order":26,"stroke":"#176B68","stroke_width":2,"w":202,"x":284,"y":228}</g6:source>
              </a:ext>
            </a:extLst>
          </p:cNvPr>
          <p:cNvSpPr>
            <a:spLocks xmlns:a="http://schemas.openxmlformats.org/drawingml/2006/main" noGrp="1"/>
          </p:cNvSpPr>
          <p:nvPr/>
        </p:nvSpPr>
        <p:spPr>
          <a:xfrm xmlns:a="http://schemas.openxmlformats.org/drawingml/2006/main">
            <a:off x="2705100" y="2171700"/>
            <a:ext cx="1924050" cy="485775"/>
          </a:xfrm>
          <a:prstGeom xmlns:a="http://schemas.openxmlformats.org/drawingml/2006/main" prst="rect">
            <a:avLst/>
          </a:prstGeom>
          <a:solidFill xmlns:a="http://schemas.openxmlformats.org/drawingml/2006/main">
            <a:srgbClr val="EFF5F3"/>
          </a:solidFill>
          <a:ln xmlns:a="http://schemas.openxmlformats.org/drawingml/2006/main" w="19050">
            <a:solidFill>
              <a:srgbClr val="176B68"/>
            </a:solidFill>
          </a:ln>
        </p:spPr>
      </p:sp>
      <p:sp>
        <p:nvSpPr>
          <p:cNvPr id="29" name="S05_context1_label" descr="context1 label">
            <a:extLst xmlns:a="http://schemas.openxmlformats.org/drawingml/2006/main">
              <a:ext uri="{FF2B5EF4-FFF2-40B4-BE49-F238E27FC236}">
                <a16:creationId xmlns:a16="http://schemas.microsoft.com/office/drawing/2014/main" id="{4E52892D-743F-5301-8FB9-CE3B1C0AD402}"/>
              </a:ext>
              <a:ext uri="urn:g6b3r1:native-source:v1">
                <g6:source xmlns:g6="urn:g6b3r1:native-source:v1">{"alt":"context1 label","bold":false,"color":"#16282B","font_px":19,"h":28,"id":"S05_context1_label","kind":"text","line_height_px":21.849999999999998,"reading_order":27,"text":"Memory","w":176,"x":297,"y":238}</g6:source>
              </a:ext>
            </a:extLst>
          </p:cNvPr>
          <p:cNvSpPr>
            <a:spLocks xmlns:a="http://schemas.openxmlformats.org/drawingml/2006/main" noGrp="1"/>
          </p:cNvSpPr>
          <p:nvPr/>
        </p:nvSpPr>
        <p:spPr>
          <a:xfrm xmlns:a="http://schemas.openxmlformats.org/drawingml/2006/main">
            <a:off x="2828925" y="2266950"/>
            <a:ext cx="1676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639"/>
              </a:lnSpc>
              <a:spcBef>
                <a:spcPts val="0"/>
              </a:spcBef>
              <a:spcAft>
                <a:spcPts val="0"/>
              </a:spcAft>
              <a:defRPr sz="1425" b="0">
                <a:solidFill>
                  <a:srgbClr val="16282B"/>
                </a:solidFill>
                <a:latin typeface="Nimbus Sans"/>
                <a:ea typeface="Nimbus Sans"/>
                <a:cs typeface="Nimbus Sans"/>
              </a:defRPr>
            </a:pPr>
            <a:r>
              <a:rPr sz="1425" b="0">
                <a:solidFill>
                  <a:srgbClr val="16282B"/>
                </a:solidFill>
                <a:latin typeface="Nimbus Sans"/>
                <a:ea typeface="Nimbus Sans"/>
                <a:cs typeface="Nimbus Sans"/>
              </a:rPr>
              <a:t>Memory</a:t>
            </a:r>
          </a:p>
        </p:txBody>
      </p:sp>
      <p:cxnSp>
        <p:nvCxnSpPr>
          <p:cNvPr id="30" name="S05_context_edge1" descr="Memory qualifies Work, not permission">
            <a:extLst>
              <a:ext uri="urn:g6b3r1:native-source:v1">
                <g6:source xmlns:g6="urn:g6b3r1:native-source:v1">{"alt":"Memory qualifies Work, not permission","color":"#315E8B","h":63,"head":"triangle","id":"S05_context_edge1","kind":"arrow","reading_order":28,"relation_type":"CONCEPTUAL_CONTEXT","source_id":"S05_context1","stroke_width":1.3,"target_id":"S05_work","w":84.5,"x":385,"y":279}</g6:source>
              </a:ext>
            </a:extLst>
          </p:cNvPr>
          <p:cNvCxnSpPr>
            <a:stCxn xmlns:a="http://schemas.openxmlformats.org/drawingml/2006/main" id="28" idx="2"/>
            <a:endCxn xmlns:a="http://schemas.openxmlformats.org/drawingml/2006/main" id="8" idx="0"/>
          </p:cNvCxnSpPr>
          <p:nvPr/>
        </p:nvCxnSpPr>
        <p:spPr>
          <a:xfrm xmlns:a="http://schemas.openxmlformats.org/drawingml/2006/main" rot="0" flipH="0" flipV="0">
            <a:off x="3667125" y="2657475"/>
            <a:ext cx="804863" cy="600075"/>
          </a:xfrm>
          <a:prstGeom xmlns:a="http://schemas.openxmlformats.org/drawingml/2006/main" prst="straightConnector1">
            <a:avLst/>
          </a:prstGeom>
          <a:ln xmlns:a="http://schemas.openxmlformats.org/drawingml/2006/main" w="12383">
            <a:solidFill>
              <a:srgbClr val="315E8B"/>
            </a:solidFill>
            <a:tailEnd type="triangle" w="med" len="med"/>
          </a:ln>
        </p:spPr>
      </p:cxnSp>
      <p:sp>
        <p:nvSpPr>
          <p:cNvPr id="31" name="S05_context2" descr="SOURCE: Source">
            <a:extLst xmlns:a="http://schemas.openxmlformats.org/drawingml/2006/main">
              <a:ext uri="{FF2B5EF4-FFF2-40B4-BE49-F238E27FC236}">
                <a16:creationId xmlns:a16="http://schemas.microsoft.com/office/drawing/2014/main" id="{D0575F41-A62F-519F-A336-5B6AE7A51034}"/>
              </a:ext>
              <a:ext uri="urn:g6b3r1:native-source:v1">
                <g6:source xmlns:g6="urn:g6b3r1:native-source:v1">{"alt":"SOURCE: Source","entity_id":"SOURCE","fill":"#EFF5F3","h":51,"id":"S05_context2","kind":"rect","reading_order":29,"stroke":"#176B68","stroke_width":2,"w":202,"x":512,"y":228}</g6:source>
              </a:ext>
            </a:extLst>
          </p:cNvPr>
          <p:cNvSpPr>
            <a:spLocks xmlns:a="http://schemas.openxmlformats.org/drawingml/2006/main" noGrp="1"/>
          </p:cNvSpPr>
          <p:nvPr/>
        </p:nvSpPr>
        <p:spPr>
          <a:xfrm xmlns:a="http://schemas.openxmlformats.org/drawingml/2006/main">
            <a:off x="4876800" y="2171700"/>
            <a:ext cx="1924050" cy="485775"/>
          </a:xfrm>
          <a:prstGeom xmlns:a="http://schemas.openxmlformats.org/drawingml/2006/main" prst="rect">
            <a:avLst/>
          </a:prstGeom>
          <a:solidFill xmlns:a="http://schemas.openxmlformats.org/drawingml/2006/main">
            <a:srgbClr val="EFF5F3"/>
          </a:solidFill>
          <a:ln xmlns:a="http://schemas.openxmlformats.org/drawingml/2006/main" w="19050">
            <a:solidFill>
              <a:srgbClr val="176B68"/>
            </a:solidFill>
          </a:ln>
        </p:spPr>
      </p:sp>
      <p:sp>
        <p:nvSpPr>
          <p:cNvPr id="32" name="S05_context2_label" descr="context2 label">
            <a:extLst xmlns:a="http://schemas.openxmlformats.org/drawingml/2006/main">
              <a:ext uri="{FF2B5EF4-FFF2-40B4-BE49-F238E27FC236}">
                <a16:creationId xmlns:a16="http://schemas.microsoft.com/office/drawing/2014/main" id="{C5A90333-21A1-5339-A6D0-0F2C0FB7FA75}"/>
              </a:ext>
              <a:ext uri="urn:g6b3r1:native-source:v1">
                <g6:source xmlns:g6="urn:g6b3r1:native-source:v1">{"alt":"context2 label","bold":false,"color":"#16282B","font_px":19,"h":28,"id":"S05_context2_label","kind":"text","line_height_px":21.849999999999998,"reading_order":30,"text":"Source","w":176,"x":525,"y":238}</g6:source>
              </a:ext>
            </a:extLst>
          </p:cNvPr>
          <p:cNvSpPr>
            <a:spLocks xmlns:a="http://schemas.openxmlformats.org/drawingml/2006/main" noGrp="1"/>
          </p:cNvSpPr>
          <p:nvPr/>
        </p:nvSpPr>
        <p:spPr>
          <a:xfrm xmlns:a="http://schemas.openxmlformats.org/drawingml/2006/main">
            <a:off x="5000625" y="2266950"/>
            <a:ext cx="1676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639"/>
              </a:lnSpc>
              <a:spcBef>
                <a:spcPts val="0"/>
              </a:spcBef>
              <a:spcAft>
                <a:spcPts val="0"/>
              </a:spcAft>
              <a:defRPr sz="1425" b="0">
                <a:solidFill>
                  <a:srgbClr val="16282B"/>
                </a:solidFill>
                <a:latin typeface="Nimbus Sans"/>
                <a:ea typeface="Nimbus Sans"/>
                <a:cs typeface="Nimbus Sans"/>
              </a:defRPr>
            </a:pPr>
            <a:r>
              <a:rPr sz="1425" b="0">
                <a:solidFill>
                  <a:srgbClr val="16282B"/>
                </a:solidFill>
                <a:latin typeface="Nimbus Sans"/>
                <a:ea typeface="Nimbus Sans"/>
                <a:cs typeface="Nimbus Sans"/>
              </a:rPr>
              <a:t>Source</a:t>
            </a:r>
          </a:p>
        </p:txBody>
      </p:sp>
      <p:cxnSp>
        <p:nvCxnSpPr>
          <p:cNvPr id="33" name="S05_context_edge2" descr="Source qualifies Work, not permission">
            <a:extLst>
              <a:ext uri="urn:g6b3r1:native-source:v1">
                <g6:source xmlns:g6="urn:g6b3r1:native-source:v1">{"alt":"Source qualifies Work, not permission","color":"#315E8B","h":63,"head":"triangle","id":"S05_context_edge2","kind":"arrow","reading_order":31,"relation_type":"CONCEPTUAL_CONTEXT","source_id":"S05_context2","stroke_width":1.3,"target_id":"S05_work","w":-143.5,"x":613,"y":279}</g6:source>
              </a:ext>
            </a:extLst>
          </p:cNvPr>
          <p:cNvCxnSpPr>
            <a:stCxn xmlns:a="http://schemas.openxmlformats.org/drawingml/2006/main" id="31" idx="2"/>
            <a:endCxn xmlns:a="http://schemas.openxmlformats.org/drawingml/2006/main" id="8" idx="0"/>
          </p:cNvCxnSpPr>
          <p:nvPr/>
        </p:nvCxnSpPr>
        <p:spPr>
          <a:xfrm xmlns:a="http://schemas.openxmlformats.org/drawingml/2006/main" flipH="1" rot="0" flipV="0">
            <a:off x="4471988" y="2657475"/>
            <a:ext cx="1366838" cy="600075"/>
          </a:xfrm>
          <a:prstGeom xmlns:a="http://schemas.openxmlformats.org/drawingml/2006/main" prst="straightConnector1">
            <a:avLst/>
          </a:prstGeom>
          <a:ln xmlns:a="http://schemas.openxmlformats.org/drawingml/2006/main" w="12383">
            <a:solidFill>
              <a:srgbClr val="315E8B"/>
            </a:solidFill>
            <a:tailEnd type="triangle" w="med" len="med"/>
          </a:ln>
        </p:spPr>
      </p:cxnSp>
      <p:sp>
        <p:nvSpPr>
          <p:cNvPr id="34" name="S05_context3" descr="SOURCE_ADMISSION: Source admission">
            <a:extLst xmlns:a="http://schemas.openxmlformats.org/drawingml/2006/main">
              <a:ext uri="{FF2B5EF4-FFF2-40B4-BE49-F238E27FC236}">
                <a16:creationId xmlns:a16="http://schemas.microsoft.com/office/drawing/2014/main" id="{724AE974-D0EA-557B-9643-4ABCD1DAE72F}"/>
              </a:ext>
              <a:ext uri="urn:g6b3r1:native-source:v1">
                <g6:source xmlns:g6="urn:g6b3r1:native-source:v1">{"alt":"SOURCE_ADMISSION: Source admission","entity_id":"SOURCE_ADMISSION","fill":"#EFF5F3","h":51,"id":"S05_context3","kind":"rect","reading_order":32,"stroke":"#176B68","stroke_width":2,"w":202,"x":740,"y":228}</g6:source>
              </a:ext>
            </a:extLst>
          </p:cNvPr>
          <p:cNvSpPr>
            <a:spLocks xmlns:a="http://schemas.openxmlformats.org/drawingml/2006/main" noGrp="1"/>
          </p:cNvSpPr>
          <p:nvPr/>
        </p:nvSpPr>
        <p:spPr>
          <a:xfrm xmlns:a="http://schemas.openxmlformats.org/drawingml/2006/main">
            <a:off x="7048500" y="2171700"/>
            <a:ext cx="1924050" cy="485775"/>
          </a:xfrm>
          <a:prstGeom xmlns:a="http://schemas.openxmlformats.org/drawingml/2006/main" prst="rect">
            <a:avLst/>
          </a:prstGeom>
          <a:solidFill xmlns:a="http://schemas.openxmlformats.org/drawingml/2006/main">
            <a:srgbClr val="EFF5F3"/>
          </a:solidFill>
          <a:ln xmlns:a="http://schemas.openxmlformats.org/drawingml/2006/main" w="19050">
            <a:solidFill>
              <a:srgbClr val="176B68"/>
            </a:solidFill>
          </a:ln>
        </p:spPr>
      </p:sp>
      <p:sp>
        <p:nvSpPr>
          <p:cNvPr id="35" name="S05_context3_label" descr="context3 label">
            <a:extLst xmlns:a="http://schemas.openxmlformats.org/drawingml/2006/main">
              <a:ext uri="{FF2B5EF4-FFF2-40B4-BE49-F238E27FC236}">
                <a16:creationId xmlns:a16="http://schemas.microsoft.com/office/drawing/2014/main" id="{016E6114-D204-5AAD-AE52-03C33938F550}"/>
              </a:ext>
              <a:ext uri="urn:g6b3r1:native-source:v1">
                <g6:source xmlns:g6="urn:g6b3r1:native-source:v1">{"alt":"context3 label","bold":false,"color":"#16282B","font_px":19,"h":28,"id":"S05_context3_label","kind":"text","line_height_px":21.849999999999998,"reading_order":33,"text":"Source admission","w":176,"x":753,"y":238}</g6:source>
              </a:ext>
            </a:extLst>
          </p:cNvPr>
          <p:cNvSpPr>
            <a:spLocks xmlns:a="http://schemas.openxmlformats.org/drawingml/2006/main" noGrp="1"/>
          </p:cNvSpPr>
          <p:nvPr/>
        </p:nvSpPr>
        <p:spPr>
          <a:xfrm xmlns:a="http://schemas.openxmlformats.org/drawingml/2006/main">
            <a:off x="7172325" y="2266950"/>
            <a:ext cx="1676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639"/>
              </a:lnSpc>
              <a:spcBef>
                <a:spcPts val="0"/>
              </a:spcBef>
              <a:spcAft>
                <a:spcPts val="0"/>
              </a:spcAft>
              <a:defRPr sz="1425" b="0">
                <a:solidFill>
                  <a:srgbClr val="16282B"/>
                </a:solidFill>
                <a:latin typeface="Nimbus Sans"/>
                <a:ea typeface="Nimbus Sans"/>
                <a:cs typeface="Nimbus Sans"/>
              </a:defRPr>
            </a:pPr>
            <a:r>
              <a:rPr sz="1425" b="0">
                <a:solidFill>
                  <a:srgbClr val="16282B"/>
                </a:solidFill>
                <a:latin typeface="Nimbus Sans"/>
                <a:ea typeface="Nimbus Sans"/>
                <a:cs typeface="Nimbus Sans"/>
              </a:rPr>
              <a:t>Source admission</a:t>
            </a:r>
          </a:p>
        </p:txBody>
      </p:sp>
      <p:cxnSp>
        <p:nvCxnSpPr>
          <p:cNvPr id="36" name="S05_context_edge3" descr="Source admission qualifies Work, not permission">
            <a:extLst>
              <a:ext uri="urn:g6b3r1:native-source:v1">
                <g6:source xmlns:g6="urn:g6b3r1:native-source:v1">{"alt":"Source admission qualifies Work, not permission","color":"#315E8B","h":63,"head":"triangle","id":"S05_context_edge3","kind":"arrow","reading_order":34,"relation_type":"CONCEPTUAL_CONTEXT","source_id":"S05_context3","stroke_width":1.3,"target_id":"S05_work","w":-371.5,"x":841,"y":279}</g6:source>
              </a:ext>
            </a:extLst>
          </p:cNvPr>
          <p:cNvCxnSpPr>
            <a:stCxn xmlns:a="http://schemas.openxmlformats.org/drawingml/2006/main" id="34" idx="2"/>
            <a:endCxn xmlns:a="http://schemas.openxmlformats.org/drawingml/2006/main" id="8" idx="0"/>
          </p:cNvCxnSpPr>
          <p:nvPr/>
        </p:nvCxnSpPr>
        <p:spPr>
          <a:xfrm xmlns:a="http://schemas.openxmlformats.org/drawingml/2006/main" flipH="1" rot="0" flipV="0">
            <a:off x="4471988" y="2657475"/>
            <a:ext cx="3538538" cy="600075"/>
          </a:xfrm>
          <a:prstGeom xmlns:a="http://schemas.openxmlformats.org/drawingml/2006/main" prst="straightConnector1">
            <a:avLst/>
          </a:prstGeom>
          <a:ln xmlns:a="http://schemas.openxmlformats.org/drawingml/2006/main" w="12383">
            <a:solidFill>
              <a:srgbClr val="315E8B"/>
            </a:solidFill>
            <a:tailEnd type="triangle" w="med" len="med"/>
          </a:ln>
        </p:spPr>
      </p:cxnSp>
      <p:sp>
        <p:nvSpPr>
          <p:cNvPr id="37" name="S05_qualification" descr="qualification">
            <a:extLst xmlns:a="http://schemas.openxmlformats.org/drawingml/2006/main">
              <a:ext uri="{FF2B5EF4-FFF2-40B4-BE49-F238E27FC236}">
                <a16:creationId xmlns:a16="http://schemas.microsoft.com/office/drawing/2014/main" id="{EADDD05B-C3DB-5ADB-B746-FD15E5A87F7A}"/>
              </a:ext>
              <a:ext uri="urn:g6b3r1:native-source:v1">
                <g6:source xmlns:g6="urn:g6b3r1:native-source:v1">{"alt":"qualification","bold":false,"color":"#43595D","font_px":23,"h":58,"id":"S05_qualification","kind":"text","line_height_px":26.45,"reading_order":35,"text":"Time, memory and source qualify use. Source admission binds implementation. Current effects need their own\npacket.","w":1162,"x":56,"y":596}</g6:source>
              </a:ext>
            </a:extLst>
          </p:cNvPr>
          <p:cNvSpPr>
            <a:spLocks xmlns:a="http://schemas.openxmlformats.org/drawingml/2006/main" noGrp="1"/>
          </p:cNvSpPr>
          <p:nvPr/>
        </p:nvSpPr>
        <p:spPr>
          <a:xfrm xmlns:a="http://schemas.openxmlformats.org/drawingml/2006/main">
            <a:off x="533400" y="5676900"/>
            <a:ext cx="11068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984"/>
              </a:lnSpc>
              <a:spcBef>
                <a:spcPts val="0"/>
              </a:spcBef>
              <a:spcAft>
                <a:spcPts val="0"/>
              </a:spcAft>
              <a:defRPr sz="1725" b="0">
                <a:solidFill>
                  <a:srgbClr val="43595D"/>
                </a:solidFill>
                <a:latin typeface="Nimbus Sans"/>
                <a:ea typeface="Nimbus Sans"/>
                <a:cs typeface="Nimbus Sans"/>
              </a:defRPr>
            </a:pPr>
            <a:r>
              <a:rPr sz="1725" b="0">
                <a:solidFill>
                  <a:srgbClr val="43595D"/>
                </a:solidFill>
                <a:latin typeface="Nimbus Sans"/>
                <a:ea typeface="Nimbus Sans"/>
                <a:cs typeface="Nimbus Sans"/>
              </a:rPr>
              <a:t>Time, memory and source qualify use. Source admission binds implementation. Current effects need their own</a:t>
            </a:r>
          </a:p>
          <a:p xmlns:a="http://schemas.openxmlformats.org/drawingml/2006/main">
            <a:pPr algn="l">
              <a:lnSpc>
                <a:spcPts val="1984"/>
              </a:lnSpc>
              <a:spcBef>
                <a:spcPts val="0"/>
              </a:spcBef>
              <a:spcAft>
                <a:spcPts val="0"/>
              </a:spcAft>
              <a:defRPr sz="1725" b="0">
                <a:solidFill>
                  <a:srgbClr val="43595D"/>
                </a:solidFill>
                <a:latin typeface="Nimbus Sans"/>
                <a:ea typeface="Nimbus Sans"/>
                <a:cs typeface="Nimbus Sans"/>
              </a:defRPr>
            </a:pPr>
            <a:r>
              <a:rPr sz="1725" b="0">
                <a:solidFill>
                  <a:srgbClr val="43595D"/>
                </a:solidFill>
                <a:latin typeface="Nimbus Sans"/>
                <a:ea typeface="Nimbus Sans"/>
                <a:cs typeface="Nimbus Sans"/>
              </a:rPr>
              <a:t>packet.</a:t>
            </a:r>
          </a:p>
        </p:txBody>
      </p:sp>
      <p:sp>
        <p:nvSpPr>
          <p:cNvPr id="38" name="S05_rule" descr="rule">
            <a:extLst xmlns:a="http://schemas.openxmlformats.org/drawingml/2006/main">
              <a:ext uri="{FF2B5EF4-FFF2-40B4-BE49-F238E27FC236}">
                <a16:creationId xmlns:a16="http://schemas.microsoft.com/office/drawing/2014/main" id="{1DF5A3ED-CAD3-568A-9448-B1E7FE911C89}"/>
              </a:ext>
              <a:ext uri="urn:g6b3r1:native-source:v1">
                <g6:source xmlns:g6="urn:g6b3r1:native-source:v1">{"alt":"rule","color":"#B8C8C6","h":0,"id":"S05_rule","kind":"line","reading_order":36,"stroke_width":1,"w":1162,"x":56,"y":671}</g6:source>
              </a:ext>
            </a:extLst>
          </p:cNvPr>
          <p:cNvSpPr>
            <a:spLocks xmlns:a="http://schemas.openxmlformats.org/drawingml/2006/main" noGrp="1"/>
          </p:cNvSpPr>
          <p:nvPr/>
        </p:nvSpPr>
        <p:spPr>
          <a:xfrm xmlns:a="http://schemas.openxmlformats.org/drawingml/2006/main" flipH="0" flipV="0" rot="0">
            <a:off x="533400" y="6391275"/>
            <a:ext cx="11068050" cy="0"/>
          </a:xfrm>
          <a:prstGeom xmlns:a="http://schemas.openxmlformats.org/drawingml/2006/main" prst="line">
            <a:avLst/>
          </a:prstGeom>
          <a:noFill xmlns:a="http://schemas.openxmlformats.org/drawingml/2006/main"/>
          <a:ln xmlns:a="http://schemas.openxmlformats.org/drawingml/2006/main" w="9525">
            <a:solidFill>
              <a:srgbClr val="B8C8C6"/>
            </a:solidFill>
          </a:ln>
        </p:spPr>
      </p:sp>
      <p:sp>
        <p:nvSpPr>
          <p:cNvPr id="39" name="S05_source_link" descr="source link">
            <a:hlinkClick r:id="g6b3r1Link38"/>
            <a:extLst xmlns:a="http://schemas.openxmlformats.org/drawingml/2006/main">
              <a:ext uri="{FF2B5EF4-FFF2-40B4-BE49-F238E27FC236}">
                <a16:creationId xmlns:a16="http://schemas.microsoft.com/office/drawing/2014/main" id="{A7745475-6F4D-5620-B7E7-8FA2F2240A8C}"/>
              </a:ext>
              <a:ext uri="urn:g6b3r1:native-source:v1">
                <g6:source xmlns:g6="urn:g6b3r1:native-source:v1">{"alt":"source link","bold":false,"color":"#315E8B","font_px":18,"h":27,"id":"S05_source_link","kind":"text","line_height_px":20.7,"link_target":"https://github.com/AAkhtanin/hedgehog-os/blob/2e965ecb18e545e428380eb8e9aa5a7037a388be/specs/current_architecture_lock_v01.md","reading_order":37,"text":"S05 Source: architecture","w":560,"x":56,"y":685}</g6:source>
              </a:ext>
            </a:extLst>
          </p:cNvPr>
          <p:cNvSpPr>
            <a:spLocks xmlns:a="http://schemas.openxmlformats.org/drawingml/2006/main" noGrp="1"/>
          </p:cNvSpPr>
          <p:nvPr/>
        </p:nvSpPr>
        <p:spPr>
          <a:xfrm xmlns:a="http://schemas.openxmlformats.org/drawingml/2006/main">
            <a:off x="533400" y="6524625"/>
            <a:ext cx="5334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553"/>
              </a:lnSpc>
              <a:spcBef>
                <a:spcPts val="0"/>
              </a:spcBef>
              <a:spcAft>
                <a:spcPts val="0"/>
              </a:spcAft>
              <a:defRPr sz="1350" b="0">
                <a:solidFill>
                  <a:srgbClr val="315E8B"/>
                </a:solidFill>
                <a:latin typeface="Nimbus Sans"/>
                <a:ea typeface="Nimbus Sans"/>
                <a:cs typeface="Nimbus Sans"/>
              </a:defRPr>
            </a:pPr>
            <a:r>
              <a:rPr sz="1350" b="0">
                <a:solidFill>
                  <a:srgbClr val="315E8B"/>
                </a:solidFill>
                <a:latin typeface="Nimbus Sans"/>
                <a:ea typeface="Nimbus Sans"/>
                <a:cs typeface="Nimbus Sans"/>
              </a:rPr>
              <a:t>S05 Source: architecture</a:t>
            </a:r>
          </a:p>
        </p:txBody>
      </p:sp>
      <p:sp>
        <p:nvSpPr>
          <p:cNvPr id="40" name="S05_atlas_locator" descr="atlas locator">
            <a:hlinkClick r:id="g6b3r1Link39"/>
            <a:extLst xmlns:a="http://schemas.openxmlformats.org/drawingml/2006/main">
              <a:ext uri="{FF2B5EF4-FFF2-40B4-BE49-F238E27FC236}">
                <a16:creationId xmlns:a16="http://schemas.microsoft.com/office/drawing/2014/main" id="{5A7543E9-776C-5BF2-AC15-CE5FF7BCCF3B}"/>
              </a:ext>
              <a:ext uri="urn:g6b3r1:native-source:v1">
                <g6:source xmlns:g6="urn:g6b3r1:native-source:v1">{"alt":"atlas locator","bold":false,"color":"#315E8B","font_px":17,"h":27,"id":"S05_atlas_locator","kind":"text","line_height_px":19.549999999999997,"link_target":"../atlas/README.html","reading_order":38,"text":"Atlas: Overview / GEO 1 2 3 4 5 6 7","w":560,"x":660,"y":685}</g6:source>
              </a:ext>
            </a:extLst>
          </p:cNvPr>
          <p:cNvSpPr>
            <a:spLocks xmlns:a="http://schemas.openxmlformats.org/drawingml/2006/main" noGrp="1"/>
          </p:cNvSpPr>
          <p:nvPr/>
        </p:nvSpPr>
        <p:spPr>
          <a:xfrm xmlns:a="http://schemas.openxmlformats.org/drawingml/2006/main">
            <a:off x="6286500" y="6524625"/>
            <a:ext cx="5334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466"/>
              </a:lnSpc>
              <a:spcBef>
                <a:spcPts val="0"/>
              </a:spcBef>
              <a:spcAft>
                <a:spcPts val="0"/>
              </a:spcAft>
              <a:defRPr sz="1275" b="0">
                <a:solidFill>
                  <a:srgbClr val="315E8B"/>
                </a:solidFill>
                <a:latin typeface="Nimbus Sans"/>
                <a:ea typeface="Nimbus Sans"/>
                <a:cs typeface="Nimbus Sans"/>
              </a:defRPr>
            </a:pPr>
            <a:r>
              <a:rPr sz="1275" b="0">
                <a:solidFill>
                  <a:srgbClr val="315E8B"/>
                </a:solidFill>
                <a:latin typeface="Nimbus Sans"/>
                <a:ea typeface="Nimbus Sans"/>
                <a:cs typeface="Nimbus Sans"/>
              </a:rPr>
              <a:t>Atlas: Overview / GEO 1 2 3 4 5 6 7</a:t>
            </a:r>
          </a:p>
        </p:txBody>
      </p:sp>
    </p:spTree>
    <p:extLst>
      <p:ext uri="{BB962C8B-B14F-4D97-AF65-F5344CB8AC3E}">
        <p14:creationId xmlns:p14="http://schemas.microsoft.com/office/powerpoint/2010/main" val="1656702217"/>
      </p:ext>
      <p:ext uri="urn:g6b3r1:native-source:v1">
        <g6:source xmlns:g6="urn:g6b3r1:native-source:v1">{"id":"S05","notes_en":"CONCEPTUAL MAP / Relations are not a recorded composite execution or a global owner\n\nOne activity; several independent concerns CONCEPTUAL MAP / Relations are not a recorded composite execution or a global owner LOCAL ACTIVITY Intent Parent Work Consumed result Bounded child Work typed input actual fields bounded invocation Local Root review evidence Other owners retain independent decisions. Time Memory Source Source admission Time, memory and source qualify use. Source admission binds implementation. Current effects need their own packet.\n\nThis is an editorial explanation of the named recorded or conceptual scope, not a new runtime result. Follow the source references for exact fields and limitations. B5 and final publication are not performed.","notes_ru":"Общий вид связывает деятельность, контекст и решения. Семь видов отвечают на разные вопросы; это не единый записанный запуск.","reading_order":["S05_title","S05_scope","S05_activity_region","S05_local","S05_intent","S05_intent_label","S05_work","S05_work_label","S05_result","S05_result_label","S05_child","S05_child_label","S05_intake","S05_intake_label","S05_return","S05_return_label","S05_child_invocation","S05_child_invocation_label","S05_root","S05_root_label","S05_review","S05_review_label","S05_other_owner","S05_context0","S05_context0_label","S05_context_edge0","S05_context1","S05_context1_label","S05_context_edge1","S05_context2","S05_context2_label","S05_context_edge2","S05_context3","S05_context3_label","S05_context_edge3","S05_qualification","S05_rule","S05_source_link","S05_atlas_locator"],"relations":[{"id":"S05_intake","item":"typed input","relation":"DATA","source":"INTENT","source_object":"S05_intent","target":"WORK","target_object":"S05_work"},{"id":"S05_return","item":"actual fields","relation":"DATA","source":"WORK","source_object":"S05_work","target":"RESULT","target_object":"S05_result"},{"id":"S05_child_invocation","item":"bounded invocation","relation":"DATA","source":"WORK","source_object":"S05_work","target":"CHILD","target_object":"S05_child"},{"id":"S05_review","item":"evidence","relation":"DATA","source":"RESULT","source_object":"S05_result","target":"ROOT","target_object":"S05_root"},{"id":"S05_context_edge0","item":"Time qualifies Work; no permission","relation":"CONCEPTUAL_CONTEXT","source":"TIME","source_object":"S05_context0","target":"WORK","target_object":"S05_work"},{"id":"S05_context_edge1","item":"Memory qualifies Work; no permission","relation":"CONCEPTUAL_CONTEXT","source":"MEMORY","source_object":"S05_context1","target":"WORK","target_object":"S05_work"},{"id":"S05_context_edge2","item":"Source qualifies Work; no permission","relation":"CONCEPTUAL_CONTEXT","source":"SOURCE","source_object":"S05_context2","target":"WORK","target_object":"S05_work"},{"id":"S05_context_edge3","item":"Source admission qualifies Work; no permission","relation":"CONCEPTUAL_CONTEXT","source":"SOURCE_ADMISSION","source_object":"S05_context3","target":"WORK","target_object":"S05_work"}],"scope":"CONCEPTUAL MAP / Relations are not a recorded composite execution or a global owner","source_refs":[{"label":"architecture","target":"https://github.com/AAkhtanin/hedgehog-os/blob/2e965ecb18e545e428380eb8e9aa5a7037a388be/specs/current_architecture_lock_v01.md"},{"label":"chapter","target":"../chapters/02_geometry.html"}],"title":"One activity; several independent concerns"}</g6:source>
      </p:ext>
    </p:extLst>
  </p:cSld>
</p:sld>
</file>

<file path=ppt/slides/slide6.xml><?xml version="1.0" encoding="utf-8"?>
<p:sld xmlns:p="http://schemas.openxmlformats.org/presentationml/2006/main" xmlns:a="http://schemas.openxmlformats.org/drawingml/2006/main" xmlns:r="http://schemas.openxmlformats.org/officeDocument/2006/relationships">
  <p:cSld name="S06">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06_title" descr="title">
            <a:extLst xmlns:a="http://schemas.openxmlformats.org/drawingml/2006/main">
              <a:ext uri="{FF2B5EF4-FFF2-40B4-BE49-F238E27FC236}">
                <a16:creationId xmlns:a16="http://schemas.microsoft.com/office/drawing/2014/main" id="{DE8CE15A-0B38-5AAE-8485-5A082739BC73}"/>
              </a:ext>
              <a:ext uri="urn:g6b3r1:native-source:v1">
                <g6:source xmlns:g6="urn:g6b3r1:native-source:v1">{"alt":"title","bold":true,"color":"#16282B","font_px":42,"h":75,"id":"S06_title","kind":"text","line_height_px":48.3,"reading_order":0,"text":"Owners exchange evidence and decide independently","w":1170,"x":54,"y":36}</g6:source>
              </a:ext>
            </a:extLst>
          </p:cNvPr>
          <p:cNvSpPr>
            <a:spLocks xmlns:a="http://schemas.openxmlformats.org/drawingml/2006/main" noGrp="1"/>
          </p:cNvSpPr>
          <p:nvPr/>
        </p:nvSpPr>
        <p:spPr>
          <a:xfrm xmlns:a="http://schemas.openxmlformats.org/drawingml/2006/main">
            <a:off x="514350" y="342900"/>
            <a:ext cx="11144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3623"/>
              </a:lnSpc>
              <a:spcBef>
                <a:spcPts val="0"/>
              </a:spcBef>
              <a:spcAft>
                <a:spcPts val="0"/>
              </a:spcAft>
              <a:defRPr sz="3150" b="1">
                <a:solidFill>
                  <a:srgbClr val="16282B"/>
                </a:solidFill>
                <a:latin typeface="Nimbus Sans"/>
                <a:ea typeface="Nimbus Sans"/>
                <a:cs typeface="Nimbus Sans"/>
              </a:defRPr>
            </a:pPr>
            <a:r>
              <a:rPr sz="3150" b="1">
                <a:solidFill>
                  <a:srgbClr val="16282B"/>
                </a:solidFill>
                <a:latin typeface="Nimbus Sans"/>
                <a:ea typeface="Nimbus Sans"/>
                <a:cs typeface="Nimbus Sans"/>
              </a:rPr>
              <a:t>Owners exchange evidence and decide independently</a:t>
            </a:r>
          </a:p>
        </p:txBody>
      </p:sp>
      <p:sp>
        <p:nvSpPr>
          <p:cNvPr id="3" name="S06_scope" descr="scope">
            <a:extLst xmlns:a="http://schemas.openxmlformats.org/drawingml/2006/main">
              <a:ext uri="{FF2B5EF4-FFF2-40B4-BE49-F238E27FC236}">
                <a16:creationId xmlns:a16="http://schemas.microsoft.com/office/drawing/2014/main" id="{2E25C0C2-375B-5F4C-9184-723DE120058D}"/>
              </a:ext>
              <a:ext uri="urn:g6b3r1:native-source:v1">
                <g6:source xmlns:g6="urn:g6b3r1:native-source:v1">{"alt":"scope","bold":false,"color":"#43595D","font_px":23,"h":54,"id":"S06_scope","kind":"text","line_height_px":26.45,"reading_order":1,"text":"CONCEPTUAL PATTERN + FOOTBALL INSET / VenueRoot and ActivePlanetRoot are separate instances","w":1160,"x":56,"y":113}</g6:source>
              </a:ext>
            </a:extLst>
          </p:cNvPr>
          <p:cNvSpPr>
            <a:spLocks xmlns:a="http://schemas.openxmlformats.org/drawingml/2006/main" noGrp="1"/>
          </p:cNvSpPr>
          <p:nvPr/>
        </p:nvSpPr>
        <p:spPr>
          <a:xfrm xmlns:a="http://schemas.openxmlformats.org/drawingml/2006/main">
            <a:off x="533400" y="1076325"/>
            <a:ext cx="1104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984"/>
              </a:lnSpc>
              <a:spcBef>
                <a:spcPts val="0"/>
              </a:spcBef>
              <a:spcAft>
                <a:spcPts val="0"/>
              </a:spcAft>
              <a:defRPr sz="1725" b="0">
                <a:solidFill>
                  <a:srgbClr val="43595D"/>
                </a:solidFill>
                <a:latin typeface="Nimbus Sans"/>
                <a:ea typeface="Nimbus Sans"/>
                <a:cs typeface="Nimbus Sans"/>
              </a:defRPr>
            </a:pPr>
            <a:r>
              <a:rPr sz="1725" b="0">
                <a:solidFill>
                  <a:srgbClr val="43595D"/>
                </a:solidFill>
                <a:latin typeface="Nimbus Sans"/>
                <a:ea typeface="Nimbus Sans"/>
                <a:cs typeface="Nimbus Sans"/>
              </a:rPr>
              <a:t>CONCEPTUAL PATTERN + FOOTBALL INSET / VenueRoot and ActivePlanetRoot are separate instances</a:t>
            </a:r>
          </a:p>
        </p:txBody>
      </p:sp>
      <p:sp>
        <p:nvSpPr>
          <p:cNvPr id="4" name="S06_owners_0" descr="VENUE: VenueRoot&#10;offer review">
            <a:extLst xmlns:a="http://schemas.openxmlformats.org/drawingml/2006/main">
              <a:ext uri="{FF2B5EF4-FFF2-40B4-BE49-F238E27FC236}">
                <a16:creationId xmlns:a16="http://schemas.microsoft.com/office/drawing/2014/main" id="{FB1EC1E0-F3BE-5CA4-9B45-FEC27F903CA1}"/>
              </a:ext>
              <a:ext uri="urn:g6b3r1:native-source:v1">
                <g6:source xmlns:g6="urn:g6b3r1:native-source:v1">{"alt":"VENUE: VenueRoot\noffer review","entity_id":"VENUE","fill":"#EFF5F3","h":110,"id":"S06_owners_0","kind":"rect","reading_order":2,"stroke":"#176B68","stroke_width":2,"w":290,"x":56,"y":216}</g6:source>
              </a:ext>
            </a:extLst>
          </p:cNvPr>
          <p:cNvSpPr>
            <a:spLocks xmlns:a="http://schemas.openxmlformats.org/drawingml/2006/main" noGrp="1"/>
          </p:cNvSpPr>
          <p:nvPr/>
        </p:nvSpPr>
        <p:spPr>
          <a:xfrm xmlns:a="http://schemas.openxmlformats.org/drawingml/2006/main">
            <a:off x="533400" y="2057400"/>
            <a:ext cx="2762250" cy="1047750"/>
          </a:xfrm>
          <a:prstGeom xmlns:a="http://schemas.openxmlformats.org/drawingml/2006/main" prst="rect">
            <a:avLst/>
          </a:prstGeom>
          <a:solidFill xmlns:a="http://schemas.openxmlformats.org/drawingml/2006/main">
            <a:srgbClr val="EFF5F3"/>
          </a:solidFill>
          <a:ln xmlns:a="http://schemas.openxmlformats.org/drawingml/2006/main" w="19050">
            <a:solidFill>
              <a:srgbClr val="176B68"/>
            </a:solidFill>
          </a:ln>
        </p:spPr>
      </p:sp>
      <p:sp>
        <p:nvSpPr>
          <p:cNvPr id="5" name="S06_owners_0_label" descr="owners 0 label">
            <a:extLst xmlns:a="http://schemas.openxmlformats.org/drawingml/2006/main">
              <a:ext uri="{FF2B5EF4-FFF2-40B4-BE49-F238E27FC236}">
                <a16:creationId xmlns:a16="http://schemas.microsoft.com/office/drawing/2014/main" id="{FF7FDEF7-2B29-57E3-BFD3-8E7D5EF50DD7}"/>
              </a:ext>
              <a:ext uri="urn:g6b3r1:native-source:v1">
                <g6:source xmlns:g6="urn:g6b3r1:native-source:v1">{"alt":"owners 0 label","bold":false,"color":"#16282B","font_px":24,"h":86,"id":"S06_owners_0_label","kind":"text","line_height_px":27.599999999999998,"reading_order":3,"text":"VenueRoot\noffer review","w":264,"x":69,"y":228}</g6:source>
              </a:ext>
            </a:extLst>
          </p:cNvPr>
          <p:cNvSpPr>
            <a:spLocks xmlns:a="http://schemas.openxmlformats.org/drawingml/2006/main" noGrp="1"/>
          </p:cNvSpPr>
          <p:nvPr/>
        </p:nvSpPr>
        <p:spPr>
          <a:xfrm xmlns:a="http://schemas.openxmlformats.org/drawingml/2006/main">
            <a:off x="657225" y="2171700"/>
            <a:ext cx="25146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VenueRoot</a:t>
            </a:r>
          </a:p>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offer review</a:t>
            </a:r>
          </a:p>
        </p:txBody>
      </p:sp>
      <p:sp>
        <p:nvSpPr>
          <p:cNvPr id="6" name="S06_owners_1" descr="B: Released offer&#10;evidence">
            <a:extLst xmlns:a="http://schemas.openxmlformats.org/drawingml/2006/main">
              <a:ext uri="{FF2B5EF4-FFF2-40B4-BE49-F238E27FC236}">
                <a16:creationId xmlns:a16="http://schemas.microsoft.com/office/drawing/2014/main" id="{F59D84EB-85D1-568B-B20D-EDFE298D5BA2}"/>
              </a:ext>
              <a:ext uri="urn:g6b3r1:native-source:v1">
                <g6:source xmlns:g6="urn:g6b3r1:native-source:v1">{"alt":"B: Released offer\nevidence","entity_id":"B","fill":"#EFF5F3","h":110,"id":"S06_owners_1","kind":"rect","reading_order":4,"stroke":"#176B68","stroke_width":2,"w":290,"x":495,"y":216}</g6:source>
              </a:ext>
            </a:extLst>
          </p:cNvPr>
          <p:cNvSpPr>
            <a:spLocks xmlns:a="http://schemas.openxmlformats.org/drawingml/2006/main" noGrp="1"/>
          </p:cNvSpPr>
          <p:nvPr/>
        </p:nvSpPr>
        <p:spPr>
          <a:xfrm xmlns:a="http://schemas.openxmlformats.org/drawingml/2006/main">
            <a:off x="4714875" y="2057400"/>
            <a:ext cx="2762250" cy="1047750"/>
          </a:xfrm>
          <a:prstGeom xmlns:a="http://schemas.openxmlformats.org/drawingml/2006/main" prst="rect">
            <a:avLst/>
          </a:prstGeom>
          <a:solidFill xmlns:a="http://schemas.openxmlformats.org/drawingml/2006/main">
            <a:srgbClr val="EFF5F3"/>
          </a:solidFill>
          <a:ln xmlns:a="http://schemas.openxmlformats.org/drawingml/2006/main" w="19050">
            <a:solidFill>
              <a:srgbClr val="176B68"/>
            </a:solidFill>
          </a:ln>
        </p:spPr>
      </p:sp>
      <p:sp>
        <p:nvSpPr>
          <p:cNvPr id="7" name="S06_owners_1_label" descr="owners 1 label">
            <a:extLst xmlns:a="http://schemas.openxmlformats.org/drawingml/2006/main">
              <a:ext uri="{FF2B5EF4-FFF2-40B4-BE49-F238E27FC236}">
                <a16:creationId xmlns:a16="http://schemas.microsoft.com/office/drawing/2014/main" id="{7832878E-B68C-5322-9123-ABF3DDF5B9AF}"/>
              </a:ext>
              <a:ext uri="urn:g6b3r1:native-source:v1">
                <g6:source xmlns:g6="urn:g6b3r1:native-source:v1">{"alt":"owners 1 label","bold":false,"color":"#16282B","font_px":24,"h":86,"id":"S06_owners_1_label","kind":"text","line_height_px":27.599999999999998,"reading_order":5,"text":"Released offer\nevidence","w":264,"x":508,"y":228}</g6:source>
              </a:ext>
            </a:extLst>
          </p:cNvPr>
          <p:cNvSpPr>
            <a:spLocks xmlns:a="http://schemas.openxmlformats.org/drawingml/2006/main" noGrp="1"/>
          </p:cNvSpPr>
          <p:nvPr/>
        </p:nvSpPr>
        <p:spPr>
          <a:xfrm xmlns:a="http://schemas.openxmlformats.org/drawingml/2006/main">
            <a:off x="4838700" y="2171700"/>
            <a:ext cx="25146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Released offer</a:t>
            </a:r>
          </a:p>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evidence</a:t>
            </a:r>
          </a:p>
        </p:txBody>
      </p:sp>
      <p:sp>
        <p:nvSpPr>
          <p:cNvPr id="8" name="S06_owners_2" descr="REQUESTER: ActivePlanetRoot&#10;local review">
            <a:extLst xmlns:a="http://schemas.openxmlformats.org/drawingml/2006/main">
              <a:ext uri="{FF2B5EF4-FFF2-40B4-BE49-F238E27FC236}">
                <a16:creationId xmlns:a16="http://schemas.microsoft.com/office/drawing/2014/main" id="{1A542D32-DA43-5FDF-8AF0-14FFB7568682}"/>
              </a:ext>
              <a:ext uri="urn:g6b3r1:native-source:v1">
                <g6:source xmlns:g6="urn:g6b3r1:native-source:v1">{"alt":"REQUESTER: ActivePlanetRoot\nlocal review","entity_id":"REQUESTER","fill":"#EFF5F3","h":110,"id":"S06_owners_2","kind":"rect","reading_order":6,"stroke":"#176B68","stroke_width":2,"w":290,"x":934,"y":216}</g6:source>
              </a:ext>
            </a:extLst>
          </p:cNvPr>
          <p:cNvSpPr>
            <a:spLocks xmlns:a="http://schemas.openxmlformats.org/drawingml/2006/main" noGrp="1"/>
          </p:cNvSpPr>
          <p:nvPr/>
        </p:nvSpPr>
        <p:spPr>
          <a:xfrm xmlns:a="http://schemas.openxmlformats.org/drawingml/2006/main">
            <a:off x="8896350" y="2057400"/>
            <a:ext cx="2762250" cy="1047750"/>
          </a:xfrm>
          <a:prstGeom xmlns:a="http://schemas.openxmlformats.org/drawingml/2006/main" prst="rect">
            <a:avLst/>
          </a:prstGeom>
          <a:solidFill xmlns:a="http://schemas.openxmlformats.org/drawingml/2006/main">
            <a:srgbClr val="EFF5F3"/>
          </a:solidFill>
          <a:ln xmlns:a="http://schemas.openxmlformats.org/drawingml/2006/main" w="19050">
            <a:solidFill>
              <a:srgbClr val="176B68"/>
            </a:solidFill>
          </a:ln>
        </p:spPr>
      </p:sp>
      <p:sp>
        <p:nvSpPr>
          <p:cNvPr id="9" name="S06_owners_2_label" descr="owners 2 label">
            <a:extLst xmlns:a="http://schemas.openxmlformats.org/drawingml/2006/main">
              <a:ext uri="{FF2B5EF4-FFF2-40B4-BE49-F238E27FC236}">
                <a16:creationId xmlns:a16="http://schemas.microsoft.com/office/drawing/2014/main" id="{FC03051C-11F9-5108-8363-1EF9F85842BC}"/>
              </a:ext>
              <a:ext uri="urn:g6b3r1:native-source:v1">
                <g6:source xmlns:g6="urn:g6b3r1:native-source:v1">{"alt":"owners 2 label","bold":false,"color":"#16282B","font_px":24,"h":86,"id":"S06_owners_2_label","kind":"text","line_height_px":27.599999999999998,"reading_order":7,"text":"ActivePlanetRoot\nlocal review","w":264,"x":947,"y":228}</g6:source>
              </a:ext>
            </a:extLst>
          </p:cNvPr>
          <p:cNvSpPr>
            <a:spLocks xmlns:a="http://schemas.openxmlformats.org/drawingml/2006/main" noGrp="1"/>
          </p:cNvSpPr>
          <p:nvPr/>
        </p:nvSpPr>
        <p:spPr>
          <a:xfrm xmlns:a="http://schemas.openxmlformats.org/drawingml/2006/main">
            <a:off x="9020175" y="2171700"/>
            <a:ext cx="25146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ActivePlanetRoot</a:t>
            </a:r>
          </a:p>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local review</a:t>
            </a:r>
          </a:p>
        </p:txBody>
      </p:sp>
      <p:cxnSp>
        <p:nvCxnSpPr>
          <p:cNvPr id="10" name="S06_owners_edge_0" descr="DATA: published body">
            <a:extLst>
              <a:ext uri="urn:g6b3r1:native-source:v1">
                <g6:source xmlns:g6="urn:g6b3r1:native-source:v1">{"alt":"DATA: published body","color":"#176B68","h":0,"head":"triangle","id":"S06_owners_edge_0","kind":"arrow","reading_order":8,"relation_type":"DATA","source_id":"S06_owners_0","stroke_width":2,"target_id":"S06_owners_1","w":149,"x":346,"y":271}</g6:source>
              </a:ext>
            </a:extLst>
          </p:cNvPr>
          <p:cNvCxnSpPr>
            <a:stCxn xmlns:a="http://schemas.openxmlformats.org/drawingml/2006/main" id="4" idx="3"/>
            <a:endCxn xmlns:a="http://schemas.openxmlformats.org/drawingml/2006/main" id="6" idx="1"/>
          </p:cNvCxnSpPr>
          <p:nvPr/>
        </p:nvCxnSpPr>
        <p:spPr>
          <a:xfrm xmlns:a="http://schemas.openxmlformats.org/drawingml/2006/main" rot="0" flipH="0" flipV="0">
            <a:off x="3295650" y="2581275"/>
            <a:ext cx="1419225" cy="0"/>
          </a:xfrm>
          <a:prstGeom xmlns:a="http://schemas.openxmlformats.org/drawingml/2006/main" prst="straightConnector1">
            <a:avLst/>
          </a:prstGeom>
          <a:ln xmlns:a="http://schemas.openxmlformats.org/drawingml/2006/main" w="19050">
            <a:solidFill>
              <a:srgbClr val="176B68"/>
            </a:solidFill>
            <a:tailEnd type="triangle" w="med" len="med"/>
          </a:ln>
        </p:spPr>
      </p:cxnSp>
      <p:sp>
        <p:nvSpPr>
          <p:cNvPr id="11" name="S06_owners_edge_0_label" descr="owners edge 0 label">
            <a:extLst xmlns:a="http://schemas.openxmlformats.org/drawingml/2006/main">
              <a:ext uri="{FF2B5EF4-FFF2-40B4-BE49-F238E27FC236}">
                <a16:creationId xmlns:a16="http://schemas.microsoft.com/office/drawing/2014/main" id="{0D94A9E8-B89C-5F18-A0C6-E347E47E98E8}"/>
              </a:ext>
              <a:ext uri="urn:g6b3r1:native-source:v1">
                <g6:source xmlns:g6="urn:g6b3r1:native-source:v1">{"alt":"owners edge 0 label","bold":false,"color":"#43595D","font_px":17,"h":78,"id":"S06_owners_edge_0_label","kind":"text","line_height_px":19.549999999999997,"reading_order":9,"text":"published body","w":141,"x":350,"y":189}</g6:source>
              </a:ext>
            </a:extLst>
          </p:cNvPr>
          <p:cNvSpPr>
            <a:spLocks xmlns:a="http://schemas.openxmlformats.org/drawingml/2006/main" noGrp="1"/>
          </p:cNvSpPr>
          <p:nvPr/>
        </p:nvSpPr>
        <p:spPr>
          <a:xfrm xmlns:a="http://schemas.openxmlformats.org/drawingml/2006/main">
            <a:off x="3333750" y="1800225"/>
            <a:ext cx="13430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466"/>
              </a:lnSpc>
              <a:spcBef>
                <a:spcPts val="0"/>
              </a:spcBef>
              <a:spcAft>
                <a:spcPts val="0"/>
              </a:spcAft>
              <a:defRPr sz="1275" b="0">
                <a:solidFill>
                  <a:srgbClr val="43595D"/>
                </a:solidFill>
                <a:latin typeface="Nimbus Sans"/>
                <a:ea typeface="Nimbus Sans"/>
                <a:cs typeface="Nimbus Sans"/>
              </a:defRPr>
            </a:pPr>
            <a:r>
              <a:rPr sz="1275" b="0">
                <a:solidFill>
                  <a:srgbClr val="43595D"/>
                </a:solidFill>
                <a:latin typeface="Nimbus Sans"/>
                <a:ea typeface="Nimbus Sans"/>
                <a:cs typeface="Nimbus Sans"/>
              </a:rPr>
              <a:t>published body</a:t>
            </a:r>
          </a:p>
        </p:txBody>
      </p:sp>
      <p:cxnSp>
        <p:nvCxnSpPr>
          <p:cNvPr id="12" name="S06_owners_edge_1" descr="DATA: current checked input">
            <a:extLst>
              <a:ext uri="urn:g6b3r1:native-source:v1">
                <g6:source xmlns:g6="urn:g6b3r1:native-source:v1">{"alt":"DATA: current checked input","color":"#176B68","h":0,"head":"triangle","id":"S06_owners_edge_1","kind":"arrow","reading_order":10,"relation_type":"DATA","source_id":"S06_owners_1","stroke_width":2,"target_id":"S06_owners_2","w":149,"x":785,"y":271}</g6:source>
              </a:ext>
            </a:extLst>
          </p:cNvPr>
          <p:cNvCxnSpPr>
            <a:stCxn xmlns:a="http://schemas.openxmlformats.org/drawingml/2006/main" id="6" idx="3"/>
            <a:endCxn xmlns:a="http://schemas.openxmlformats.org/drawingml/2006/main" id="8" idx="1"/>
          </p:cNvCxnSpPr>
          <p:nvPr/>
        </p:nvCxnSpPr>
        <p:spPr>
          <a:xfrm xmlns:a="http://schemas.openxmlformats.org/drawingml/2006/main" rot="0" flipH="0" flipV="0">
            <a:off x="7477125" y="2581275"/>
            <a:ext cx="1419225" cy="0"/>
          </a:xfrm>
          <a:prstGeom xmlns:a="http://schemas.openxmlformats.org/drawingml/2006/main" prst="straightConnector1">
            <a:avLst/>
          </a:prstGeom>
          <a:ln xmlns:a="http://schemas.openxmlformats.org/drawingml/2006/main" w="19050">
            <a:solidFill>
              <a:srgbClr val="176B68"/>
            </a:solidFill>
            <a:tailEnd type="triangle" w="med" len="med"/>
          </a:ln>
        </p:spPr>
      </p:cxnSp>
      <p:sp>
        <p:nvSpPr>
          <p:cNvPr id="13" name="S06_owners_edge_1_label" descr="owners edge 1 label">
            <a:extLst xmlns:a="http://schemas.openxmlformats.org/drawingml/2006/main">
              <a:ext uri="{FF2B5EF4-FFF2-40B4-BE49-F238E27FC236}">
                <a16:creationId xmlns:a16="http://schemas.microsoft.com/office/drawing/2014/main" id="{70F77A11-AAEA-5913-9268-F0B9D8FCA386}"/>
              </a:ext>
              <a:ext uri="urn:g6b3r1:native-source:v1">
                <g6:source xmlns:g6="urn:g6b3r1:native-source:v1">{"alt":"owners edge 1 label","bold":false,"color":"#43595D","font_px":17,"h":78,"id":"S06_owners_edge_1_label","kind":"text","line_height_px":19.549999999999997,"reading_order":11,"text":"current checked\ninput","w":141,"x":789,"y":189}</g6:source>
              </a:ext>
            </a:extLst>
          </p:cNvPr>
          <p:cNvSpPr>
            <a:spLocks xmlns:a="http://schemas.openxmlformats.org/drawingml/2006/main" noGrp="1"/>
          </p:cNvSpPr>
          <p:nvPr/>
        </p:nvSpPr>
        <p:spPr>
          <a:xfrm xmlns:a="http://schemas.openxmlformats.org/drawingml/2006/main">
            <a:off x="7515225" y="1800225"/>
            <a:ext cx="13430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466"/>
              </a:lnSpc>
              <a:spcBef>
                <a:spcPts val="0"/>
              </a:spcBef>
              <a:spcAft>
                <a:spcPts val="0"/>
              </a:spcAft>
              <a:defRPr sz="1275" b="0">
                <a:solidFill>
                  <a:srgbClr val="43595D"/>
                </a:solidFill>
                <a:latin typeface="Nimbus Sans"/>
                <a:ea typeface="Nimbus Sans"/>
                <a:cs typeface="Nimbus Sans"/>
              </a:defRPr>
            </a:pPr>
            <a:r>
              <a:rPr sz="1275" b="0">
                <a:solidFill>
                  <a:srgbClr val="43595D"/>
                </a:solidFill>
                <a:latin typeface="Nimbus Sans"/>
                <a:ea typeface="Nimbus Sans"/>
                <a:cs typeface="Nimbus Sans"/>
              </a:rPr>
              <a:t>current checked</a:t>
            </a:r>
          </a:p>
          <a:p xmlns:a="http://schemas.openxmlformats.org/drawingml/2006/main">
            <a:pPr algn="l">
              <a:lnSpc>
                <a:spcPts val="1466"/>
              </a:lnSpc>
              <a:spcBef>
                <a:spcPts val="0"/>
              </a:spcBef>
              <a:spcAft>
                <a:spcPts val="0"/>
              </a:spcAft>
              <a:defRPr sz="1275" b="0">
                <a:solidFill>
                  <a:srgbClr val="43595D"/>
                </a:solidFill>
                <a:latin typeface="Nimbus Sans"/>
                <a:ea typeface="Nimbus Sans"/>
                <a:cs typeface="Nimbus Sans"/>
              </a:defRPr>
            </a:pPr>
            <a:r>
              <a:rPr sz="1275" b="0">
                <a:solidFill>
                  <a:srgbClr val="43595D"/>
                </a:solidFill>
                <a:latin typeface="Nimbus Sans"/>
                <a:ea typeface="Nimbus Sans"/>
                <a:cs typeface="Nimbus Sans"/>
              </a:rPr>
              <a:t>input</a:t>
            </a:r>
          </a:p>
        </p:txBody>
      </p:sp>
      <p:sp>
        <p:nvSpPr>
          <p:cNvPr id="14" name="S06_booking_0" descr="PACKET: VenueRoot current&#10;BOOK packet">
            <a:extLst xmlns:a="http://schemas.openxmlformats.org/drawingml/2006/main">
              <a:ext uri="{FF2B5EF4-FFF2-40B4-BE49-F238E27FC236}">
                <a16:creationId xmlns:a16="http://schemas.microsoft.com/office/drawing/2014/main" id="{57722D52-AFD7-56D6-85E5-F977B2ED0229}"/>
              </a:ext>
              <a:ext uri="urn:g6b3r1:native-source:v1">
                <g6:source xmlns:g6="urn:g6b3r1:native-source:v1">{"alt":"PACKET: VenueRoot current\nBOOK packet","entity_id":"PACKET","fill":"#EFF5F3","h":110,"id":"S06_booking_0","kind":"rect","reading_order":12,"stroke":"#176B68","stroke_width":2,"w":225,"x":56,"y":439}</g6:source>
              </a:ext>
            </a:extLst>
          </p:cNvPr>
          <p:cNvSpPr>
            <a:spLocks xmlns:a="http://schemas.openxmlformats.org/drawingml/2006/main" noGrp="1"/>
          </p:cNvSpPr>
          <p:nvPr/>
        </p:nvSpPr>
        <p:spPr>
          <a:xfrm xmlns:a="http://schemas.openxmlformats.org/drawingml/2006/main">
            <a:off x="533400" y="4181475"/>
            <a:ext cx="2143125" cy="1047750"/>
          </a:xfrm>
          <a:prstGeom xmlns:a="http://schemas.openxmlformats.org/drawingml/2006/main" prst="rect">
            <a:avLst/>
          </a:prstGeom>
          <a:solidFill xmlns:a="http://schemas.openxmlformats.org/drawingml/2006/main">
            <a:srgbClr val="EFF5F3"/>
          </a:solidFill>
          <a:ln xmlns:a="http://schemas.openxmlformats.org/drawingml/2006/main" w="19050">
            <a:solidFill>
              <a:srgbClr val="176B68"/>
            </a:solidFill>
          </a:ln>
        </p:spPr>
      </p:sp>
      <p:sp>
        <p:nvSpPr>
          <p:cNvPr id="15" name="S06_booking_0_label" descr="booking 0 label">
            <a:extLst xmlns:a="http://schemas.openxmlformats.org/drawingml/2006/main">
              <a:ext uri="{FF2B5EF4-FFF2-40B4-BE49-F238E27FC236}">
                <a16:creationId xmlns:a16="http://schemas.microsoft.com/office/drawing/2014/main" id="{45F6FBF8-6B4A-5A36-A119-3D8BFC2131E1}"/>
              </a:ext>
              <a:ext uri="urn:g6b3r1:native-source:v1">
                <g6:source xmlns:g6="urn:g6b3r1:native-source:v1">{"alt":"booking 0 label","bold":false,"color":"#16282B","font_px":24,"h":86,"id":"S06_booking_0_label","kind":"text","line_height_px":27.599999999999998,"reading_order":13,"text":"VenueRoot\ncurrent\nBOOK packet","w":199,"x":69,"y":451}</g6:source>
              </a:ext>
            </a:extLst>
          </p:cNvPr>
          <p:cNvSpPr>
            <a:spLocks xmlns:a="http://schemas.openxmlformats.org/drawingml/2006/main" noGrp="1"/>
          </p:cNvSpPr>
          <p:nvPr/>
        </p:nvSpPr>
        <p:spPr>
          <a:xfrm xmlns:a="http://schemas.openxmlformats.org/drawingml/2006/main">
            <a:off x="657225" y="4295775"/>
            <a:ext cx="18954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VenueRoot</a:t>
            </a:r>
          </a:p>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current</a:t>
            </a:r>
          </a:p>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BOOK packet</a:t>
            </a:r>
          </a:p>
        </p:txBody>
      </p:sp>
      <p:sp>
        <p:nvSpPr>
          <p:cNvPr id="16" name="S06_booking_1" descr="FIREWALL: Host / Firewall&#10;enforcement">
            <a:extLst xmlns:a="http://schemas.openxmlformats.org/drawingml/2006/main">
              <a:ext uri="{FF2B5EF4-FFF2-40B4-BE49-F238E27FC236}">
                <a16:creationId xmlns:a16="http://schemas.microsoft.com/office/drawing/2014/main" id="{961CFA37-E14F-5A15-B57B-AFA9EFC8AC33}"/>
              </a:ext>
              <a:ext uri="urn:g6b3r1:native-source:v1">
                <g6:source xmlns:g6="urn:g6b3r1:native-source:v1">{"alt":"FIREWALL: Host / Firewall\nenforcement","entity_id":"FIREWALL","fill":"#EFF5F3","h":110,"id":"S06_booking_1","kind":"rect","reading_order":14,"stroke":"#176B68","stroke_width":2,"w":225,"x":370.3333333333333,"y":439}</g6:source>
              </a:ext>
            </a:extLst>
          </p:cNvPr>
          <p:cNvSpPr>
            <a:spLocks xmlns:a="http://schemas.openxmlformats.org/drawingml/2006/main" noGrp="1"/>
          </p:cNvSpPr>
          <p:nvPr/>
        </p:nvSpPr>
        <p:spPr>
          <a:xfrm xmlns:a="http://schemas.openxmlformats.org/drawingml/2006/main">
            <a:off x="3527425" y="4181475"/>
            <a:ext cx="2143125" cy="1047750"/>
          </a:xfrm>
          <a:prstGeom xmlns:a="http://schemas.openxmlformats.org/drawingml/2006/main" prst="rect">
            <a:avLst/>
          </a:prstGeom>
          <a:solidFill xmlns:a="http://schemas.openxmlformats.org/drawingml/2006/main">
            <a:srgbClr val="EFF5F3"/>
          </a:solidFill>
          <a:ln xmlns:a="http://schemas.openxmlformats.org/drawingml/2006/main" w="19050">
            <a:solidFill>
              <a:srgbClr val="176B68"/>
            </a:solidFill>
          </a:ln>
        </p:spPr>
      </p:sp>
      <p:sp>
        <p:nvSpPr>
          <p:cNvPr id="17" name="S06_booking_1_label" descr="booking 1 label">
            <a:extLst xmlns:a="http://schemas.openxmlformats.org/drawingml/2006/main">
              <a:ext uri="{FF2B5EF4-FFF2-40B4-BE49-F238E27FC236}">
                <a16:creationId xmlns:a16="http://schemas.microsoft.com/office/drawing/2014/main" id="{FCFCCDB9-7451-51C1-B03E-04FB5F7F22C2}"/>
              </a:ext>
              <a:ext uri="urn:g6b3r1:native-source:v1">
                <g6:source xmlns:g6="urn:g6b3r1:native-source:v1">{"alt":"booking 1 label","bold":false,"color":"#16282B","font_px":24,"h":86,"id":"S06_booking_1_label","kind":"text","line_height_px":27.599999999999998,"reading_order":15,"text":"Host / Firewall\nenforcement","w":199,"x":383.3333333333333,"y":451}</g6:source>
              </a:ext>
            </a:extLst>
          </p:cNvPr>
          <p:cNvSpPr>
            <a:spLocks xmlns:a="http://schemas.openxmlformats.org/drawingml/2006/main" noGrp="1"/>
          </p:cNvSpPr>
          <p:nvPr/>
        </p:nvSpPr>
        <p:spPr>
          <a:xfrm xmlns:a="http://schemas.openxmlformats.org/drawingml/2006/main">
            <a:off x="3651250" y="4295775"/>
            <a:ext cx="18954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Host / Firewall</a:t>
            </a:r>
          </a:p>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enforcement</a:t>
            </a:r>
          </a:p>
        </p:txBody>
      </p:sp>
      <p:sp>
        <p:nvSpPr>
          <p:cNvPr id="18" name="S06_booking_2" descr="EXECUTOR: Bounded mock&#10;booking executor">
            <a:extLst xmlns:a="http://schemas.openxmlformats.org/drawingml/2006/main">
              <a:ext uri="{FF2B5EF4-FFF2-40B4-BE49-F238E27FC236}">
                <a16:creationId xmlns:a16="http://schemas.microsoft.com/office/drawing/2014/main" id="{F0A7A604-9693-5E07-8F76-64C38A0698CD}"/>
              </a:ext>
              <a:ext uri="urn:g6b3r1:native-source:v1">
                <g6:source xmlns:g6="urn:g6b3r1:native-source:v1">{"alt":"EXECUTOR: Bounded mock\nbooking executor","entity_id":"EXECUTOR","fill":"#EFF5F3","h":110,"id":"S06_booking_2","kind":"rect","reading_order":16,"stroke":"#176B68","stroke_width":2,"w":225,"x":684.6666666666666,"y":439}</g6:source>
              </a:ext>
            </a:extLst>
          </p:cNvPr>
          <p:cNvSpPr>
            <a:spLocks xmlns:a="http://schemas.openxmlformats.org/drawingml/2006/main" noGrp="1"/>
          </p:cNvSpPr>
          <p:nvPr/>
        </p:nvSpPr>
        <p:spPr>
          <a:xfrm xmlns:a="http://schemas.openxmlformats.org/drawingml/2006/main">
            <a:off x="6521450" y="4181475"/>
            <a:ext cx="2143125" cy="1047750"/>
          </a:xfrm>
          <a:prstGeom xmlns:a="http://schemas.openxmlformats.org/drawingml/2006/main" prst="rect">
            <a:avLst/>
          </a:prstGeom>
          <a:solidFill xmlns:a="http://schemas.openxmlformats.org/drawingml/2006/main">
            <a:srgbClr val="EFF5F3"/>
          </a:solidFill>
          <a:ln xmlns:a="http://schemas.openxmlformats.org/drawingml/2006/main" w="19050">
            <a:solidFill>
              <a:srgbClr val="176B68"/>
            </a:solidFill>
          </a:ln>
        </p:spPr>
      </p:sp>
      <p:sp>
        <p:nvSpPr>
          <p:cNvPr id="19" name="S06_booking_2_label" descr="booking 2 label">
            <a:extLst xmlns:a="http://schemas.openxmlformats.org/drawingml/2006/main">
              <a:ext uri="{FF2B5EF4-FFF2-40B4-BE49-F238E27FC236}">
                <a16:creationId xmlns:a16="http://schemas.microsoft.com/office/drawing/2014/main" id="{26D4E2B0-B365-5910-873F-F44041A2D9FE}"/>
              </a:ext>
              <a:ext uri="urn:g6b3r1:native-source:v1">
                <g6:source xmlns:g6="urn:g6b3r1:native-source:v1">{"alt":"booking 2 label","bold":false,"color":"#16282B","font_px":24,"h":86,"id":"S06_booking_2_label","kind":"text","line_height_px":27.599999999999998,"reading_order":17,"text":"Bounded mock\nbooking executor","w":199,"x":697.6666666666666,"y":451}</g6:source>
              </a:ext>
            </a:extLst>
          </p:cNvPr>
          <p:cNvSpPr>
            <a:spLocks xmlns:a="http://schemas.openxmlformats.org/drawingml/2006/main" noGrp="1"/>
          </p:cNvSpPr>
          <p:nvPr/>
        </p:nvSpPr>
        <p:spPr>
          <a:xfrm xmlns:a="http://schemas.openxmlformats.org/drawingml/2006/main">
            <a:off x="6645275" y="4295775"/>
            <a:ext cx="18954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Bounded mock</a:t>
            </a:r>
          </a:p>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booking executor</a:t>
            </a:r>
          </a:p>
        </p:txBody>
      </p:sp>
      <p:sp>
        <p:nvSpPr>
          <p:cNvPr id="20" name="S06_booking_3" descr="RECEIPT: Booking result&#10;and receipt">
            <a:extLst xmlns:a="http://schemas.openxmlformats.org/drawingml/2006/main">
              <a:ext uri="{FF2B5EF4-FFF2-40B4-BE49-F238E27FC236}">
                <a16:creationId xmlns:a16="http://schemas.microsoft.com/office/drawing/2014/main" id="{7B304A70-1C3C-5C9E-998A-0F2FA6326317}"/>
              </a:ext>
              <a:ext uri="urn:g6b3r1:native-source:v1">
                <g6:source xmlns:g6="urn:g6b3r1:native-source:v1">{"alt":"RECEIPT: Booking result\nand receipt","entity_id":"RECEIPT","fill":"#EFF5F3","h":110,"id":"S06_booking_3","kind":"rect","reading_order":18,"stroke":"#176B68","stroke_width":2,"w":225,"x":999,"y":439}</g6:source>
              </a:ext>
            </a:extLst>
          </p:cNvPr>
          <p:cNvSpPr>
            <a:spLocks xmlns:a="http://schemas.openxmlformats.org/drawingml/2006/main" noGrp="1"/>
          </p:cNvSpPr>
          <p:nvPr/>
        </p:nvSpPr>
        <p:spPr>
          <a:xfrm xmlns:a="http://schemas.openxmlformats.org/drawingml/2006/main">
            <a:off x="9515475" y="4181475"/>
            <a:ext cx="2143125" cy="1047750"/>
          </a:xfrm>
          <a:prstGeom xmlns:a="http://schemas.openxmlformats.org/drawingml/2006/main" prst="rect">
            <a:avLst/>
          </a:prstGeom>
          <a:solidFill xmlns:a="http://schemas.openxmlformats.org/drawingml/2006/main">
            <a:srgbClr val="EFF5F3"/>
          </a:solidFill>
          <a:ln xmlns:a="http://schemas.openxmlformats.org/drawingml/2006/main" w="19050">
            <a:solidFill>
              <a:srgbClr val="176B68"/>
            </a:solidFill>
          </a:ln>
        </p:spPr>
      </p:sp>
      <p:sp>
        <p:nvSpPr>
          <p:cNvPr id="21" name="S06_booking_3_label" descr="booking 3 label">
            <a:extLst xmlns:a="http://schemas.openxmlformats.org/drawingml/2006/main">
              <a:ext uri="{FF2B5EF4-FFF2-40B4-BE49-F238E27FC236}">
                <a16:creationId xmlns:a16="http://schemas.microsoft.com/office/drawing/2014/main" id="{FE9545EE-D94F-5C45-A6DF-DA9CDF9FEE4F}"/>
              </a:ext>
              <a:ext uri="urn:g6b3r1:native-source:v1">
                <g6:source xmlns:g6="urn:g6b3r1:native-source:v1">{"alt":"booking 3 label","bold":false,"color":"#16282B","font_px":24,"h":86,"id":"S06_booking_3_label","kind":"text","line_height_px":27.599999999999998,"reading_order":19,"text":"Booking result\nand receipt","w":199,"x":1012,"y":451}</g6:source>
              </a:ext>
            </a:extLst>
          </p:cNvPr>
          <p:cNvSpPr>
            <a:spLocks xmlns:a="http://schemas.openxmlformats.org/drawingml/2006/main" noGrp="1"/>
          </p:cNvSpPr>
          <p:nvPr/>
        </p:nvSpPr>
        <p:spPr>
          <a:xfrm xmlns:a="http://schemas.openxmlformats.org/drawingml/2006/main">
            <a:off x="9639300" y="4295775"/>
            <a:ext cx="18954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Booking result</a:t>
            </a:r>
          </a:p>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and receipt</a:t>
            </a:r>
          </a:p>
        </p:txBody>
      </p:sp>
      <p:cxnSp>
        <p:nvCxnSpPr>
          <p:cNvPr id="22" name="S06_booking_edge_0" descr="PERMISSION: scoped permission">
            <a:extLst>
              <a:ext uri="urn:g6b3r1:native-source:v1">
                <g6:source xmlns:g6="urn:g6b3r1:native-source:v1">{"alt":"PERMISSION: scoped permission","color":"#A13D32","h":0,"head":"triangle","id":"S06_booking_edge_0","kind":"arrow","reading_order":20,"relation_type":"PERMISSION","source_id":"S06_booking_0","stroke_width":2,"target_id":"S06_booking_1","w":89.33333333333331,"x":281,"y":494}</g6:source>
              </a:ext>
            </a:extLst>
          </p:cNvPr>
          <p:cNvCxnSpPr>
            <a:stCxn xmlns:a="http://schemas.openxmlformats.org/drawingml/2006/main" id="14" idx="3"/>
            <a:endCxn xmlns:a="http://schemas.openxmlformats.org/drawingml/2006/main" id="16" idx="1"/>
          </p:cNvCxnSpPr>
          <p:nvPr/>
        </p:nvCxnSpPr>
        <p:spPr>
          <a:xfrm xmlns:a="http://schemas.openxmlformats.org/drawingml/2006/main" rot="0" flipH="0" flipV="0">
            <a:off x="2676525" y="4705350"/>
            <a:ext cx="850900" cy="0"/>
          </a:xfrm>
          <a:prstGeom xmlns:a="http://schemas.openxmlformats.org/drawingml/2006/main" prst="straightConnector1">
            <a:avLst/>
          </a:prstGeom>
          <a:ln xmlns:a="http://schemas.openxmlformats.org/drawingml/2006/main" w="19050">
            <a:solidFill>
              <a:srgbClr val="A13D32"/>
            </a:solidFill>
            <a:tailEnd type="triangle" w="med" len="med"/>
          </a:ln>
        </p:spPr>
      </p:cxnSp>
      <p:sp>
        <p:nvSpPr>
          <p:cNvPr id="23" name="S06_booking_edge_0_label" descr="booking edge 0 label">
            <a:extLst xmlns:a="http://schemas.openxmlformats.org/drawingml/2006/main">
              <a:ext uri="{FF2B5EF4-FFF2-40B4-BE49-F238E27FC236}">
                <a16:creationId xmlns:a16="http://schemas.microsoft.com/office/drawing/2014/main" id="{F0F73027-AA14-54F6-B225-3ED6D80451C5}"/>
              </a:ext>
              <a:ext uri="urn:g6b3r1:native-source:v1">
                <g6:source xmlns:g6="urn:g6b3r1:native-source:v1">{"alt":"booking edge 0 label","bold":false,"color":"#43595D","font_px":17,"h":78,"id":"S06_booking_edge_0_label","kind":"text","line_height_px":19.549999999999997,"reading_order":21,"text":"scoped\npermission","w":81.33333333333331,"x":285,"y":412}</g6:source>
              </a:ext>
            </a:extLst>
          </p:cNvPr>
          <p:cNvSpPr>
            <a:spLocks xmlns:a="http://schemas.openxmlformats.org/drawingml/2006/main" noGrp="1"/>
          </p:cNvSpPr>
          <p:nvPr/>
        </p:nvSpPr>
        <p:spPr>
          <a:xfrm xmlns:a="http://schemas.openxmlformats.org/drawingml/2006/main">
            <a:off x="2714625" y="3924300"/>
            <a:ext cx="77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466"/>
              </a:lnSpc>
              <a:spcBef>
                <a:spcPts val="0"/>
              </a:spcBef>
              <a:spcAft>
                <a:spcPts val="0"/>
              </a:spcAft>
              <a:defRPr sz="1275" b="0">
                <a:solidFill>
                  <a:srgbClr val="43595D"/>
                </a:solidFill>
                <a:latin typeface="Nimbus Sans"/>
                <a:ea typeface="Nimbus Sans"/>
                <a:cs typeface="Nimbus Sans"/>
              </a:defRPr>
            </a:pPr>
            <a:r>
              <a:rPr sz="1275" b="0">
                <a:solidFill>
                  <a:srgbClr val="43595D"/>
                </a:solidFill>
                <a:latin typeface="Nimbus Sans"/>
                <a:ea typeface="Nimbus Sans"/>
                <a:cs typeface="Nimbus Sans"/>
              </a:rPr>
              <a:t>scoped</a:t>
            </a:r>
          </a:p>
          <a:p xmlns:a="http://schemas.openxmlformats.org/drawingml/2006/main">
            <a:pPr algn="l">
              <a:lnSpc>
                <a:spcPts val="1466"/>
              </a:lnSpc>
              <a:spcBef>
                <a:spcPts val="0"/>
              </a:spcBef>
              <a:spcAft>
                <a:spcPts val="0"/>
              </a:spcAft>
              <a:defRPr sz="1275" b="0">
                <a:solidFill>
                  <a:srgbClr val="43595D"/>
                </a:solidFill>
                <a:latin typeface="Nimbus Sans"/>
                <a:ea typeface="Nimbus Sans"/>
                <a:cs typeface="Nimbus Sans"/>
              </a:defRPr>
            </a:pPr>
            <a:r>
              <a:rPr sz="1275" b="0">
                <a:solidFill>
                  <a:srgbClr val="43595D"/>
                </a:solidFill>
                <a:latin typeface="Nimbus Sans"/>
                <a:ea typeface="Nimbus Sans"/>
                <a:cs typeface="Nimbus Sans"/>
              </a:rPr>
              <a:t>permission</a:t>
            </a:r>
          </a:p>
        </p:txBody>
      </p:sp>
      <p:cxnSp>
        <p:nvCxnSpPr>
          <p:cNvPr id="24" name="S06_booking_edge_1" descr="EXECUTION: checked operation">
            <a:extLst>
              <a:ext uri="urn:g6b3r1:native-source:v1">
                <g6:source xmlns:g6="urn:g6b3r1:native-source:v1">{"alt":"EXECUTION: checked operation","color":"#176B68","h":0,"head":"triangle","id":"S06_booking_edge_1","kind":"arrow","reading_order":22,"relation_type":"EXECUTION","source_id":"S06_booking_1","stroke_width":2,"target_id":"S06_booking_2","w":89.33333333333337,"x":595.3333333333333,"y":494}</g6:source>
              </a:ext>
            </a:extLst>
          </p:cNvPr>
          <p:cNvCxnSpPr>
            <a:stCxn xmlns:a="http://schemas.openxmlformats.org/drawingml/2006/main" id="16" idx="3"/>
            <a:endCxn xmlns:a="http://schemas.openxmlformats.org/drawingml/2006/main" id="18" idx="1"/>
          </p:cNvCxnSpPr>
          <p:nvPr/>
        </p:nvCxnSpPr>
        <p:spPr>
          <a:xfrm xmlns:a="http://schemas.openxmlformats.org/drawingml/2006/main" rot="0" flipH="0" flipV="0">
            <a:off x="5670550" y="4705350"/>
            <a:ext cx="850900" cy="0"/>
          </a:xfrm>
          <a:prstGeom xmlns:a="http://schemas.openxmlformats.org/drawingml/2006/main" prst="straightConnector1">
            <a:avLst/>
          </a:prstGeom>
          <a:ln xmlns:a="http://schemas.openxmlformats.org/drawingml/2006/main" w="19050">
            <a:solidFill>
              <a:srgbClr val="176B68"/>
            </a:solidFill>
            <a:tailEnd type="triangle" w="med" len="med"/>
          </a:ln>
        </p:spPr>
      </p:cxnSp>
      <p:sp>
        <p:nvSpPr>
          <p:cNvPr id="25" name="S06_booking_edge_1_label" descr="booking edge 1 label">
            <a:extLst xmlns:a="http://schemas.openxmlformats.org/drawingml/2006/main">
              <a:ext uri="{FF2B5EF4-FFF2-40B4-BE49-F238E27FC236}">
                <a16:creationId xmlns:a16="http://schemas.microsoft.com/office/drawing/2014/main" id="{3B8565B7-1F11-52E0-A6EF-1F5E91CD76A7}"/>
              </a:ext>
              <a:ext uri="urn:g6b3r1:native-source:v1">
                <g6:source xmlns:g6="urn:g6b3r1:native-source:v1">{"alt":"booking edge 1 label","bold":false,"color":"#43595D","font_px":17,"h":78,"id":"S06_booking_edge_1_label","kind":"text","line_height_px":19.549999999999997,"reading_order":23,"text":"checked\noperation","w":81.33333333333337,"x":599.3333333333333,"y":412}</g6:source>
              </a:ext>
            </a:extLst>
          </p:cNvPr>
          <p:cNvSpPr>
            <a:spLocks xmlns:a="http://schemas.openxmlformats.org/drawingml/2006/main" noGrp="1"/>
          </p:cNvSpPr>
          <p:nvPr/>
        </p:nvSpPr>
        <p:spPr>
          <a:xfrm xmlns:a="http://schemas.openxmlformats.org/drawingml/2006/main">
            <a:off x="5708650" y="3924300"/>
            <a:ext cx="77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466"/>
              </a:lnSpc>
              <a:spcBef>
                <a:spcPts val="0"/>
              </a:spcBef>
              <a:spcAft>
                <a:spcPts val="0"/>
              </a:spcAft>
              <a:defRPr sz="1275" b="0">
                <a:solidFill>
                  <a:srgbClr val="43595D"/>
                </a:solidFill>
                <a:latin typeface="Nimbus Sans"/>
                <a:ea typeface="Nimbus Sans"/>
                <a:cs typeface="Nimbus Sans"/>
              </a:defRPr>
            </a:pPr>
            <a:r>
              <a:rPr sz="1275" b="0">
                <a:solidFill>
                  <a:srgbClr val="43595D"/>
                </a:solidFill>
                <a:latin typeface="Nimbus Sans"/>
                <a:ea typeface="Nimbus Sans"/>
                <a:cs typeface="Nimbus Sans"/>
              </a:rPr>
              <a:t>checked</a:t>
            </a:r>
          </a:p>
          <a:p xmlns:a="http://schemas.openxmlformats.org/drawingml/2006/main">
            <a:pPr algn="l">
              <a:lnSpc>
                <a:spcPts val="1466"/>
              </a:lnSpc>
              <a:spcBef>
                <a:spcPts val="0"/>
              </a:spcBef>
              <a:spcAft>
                <a:spcPts val="0"/>
              </a:spcAft>
              <a:defRPr sz="1275" b="0">
                <a:solidFill>
                  <a:srgbClr val="43595D"/>
                </a:solidFill>
                <a:latin typeface="Nimbus Sans"/>
                <a:ea typeface="Nimbus Sans"/>
                <a:cs typeface="Nimbus Sans"/>
              </a:defRPr>
            </a:pPr>
            <a:r>
              <a:rPr sz="1275" b="0">
                <a:solidFill>
                  <a:srgbClr val="43595D"/>
                </a:solidFill>
                <a:latin typeface="Nimbus Sans"/>
                <a:ea typeface="Nimbus Sans"/>
                <a:cs typeface="Nimbus Sans"/>
              </a:rPr>
              <a:t>operation</a:t>
            </a:r>
          </a:p>
        </p:txBody>
      </p:sp>
      <p:cxnSp>
        <p:nvCxnSpPr>
          <p:cNvPr id="26" name="S06_booking_edge_2" descr="DATA: effect evidence">
            <a:extLst>
              <a:ext uri="urn:g6b3r1:native-source:v1">
                <g6:source xmlns:g6="urn:g6b3r1:native-source:v1">{"alt":"DATA: effect evidence","color":"#176B68","h":0,"head":"triangle","id":"S06_booking_edge_2","kind":"arrow","reading_order":24,"relation_type":"DATA","source_id":"S06_booking_2","stroke_width":2,"target_id":"S06_booking_3","w":89.33333333333337,"x":909.6666666666666,"y":494}</g6:source>
              </a:ext>
            </a:extLst>
          </p:cNvPr>
          <p:cNvCxnSpPr>
            <a:stCxn xmlns:a="http://schemas.openxmlformats.org/drawingml/2006/main" id="18" idx="3"/>
            <a:endCxn xmlns:a="http://schemas.openxmlformats.org/drawingml/2006/main" id="20" idx="1"/>
          </p:cNvCxnSpPr>
          <p:nvPr/>
        </p:nvCxnSpPr>
        <p:spPr>
          <a:xfrm xmlns:a="http://schemas.openxmlformats.org/drawingml/2006/main" rot="0" flipH="0" flipV="0">
            <a:off x="8664575" y="4705350"/>
            <a:ext cx="850900" cy="0"/>
          </a:xfrm>
          <a:prstGeom xmlns:a="http://schemas.openxmlformats.org/drawingml/2006/main" prst="straightConnector1">
            <a:avLst/>
          </a:prstGeom>
          <a:ln xmlns:a="http://schemas.openxmlformats.org/drawingml/2006/main" w="19050">
            <a:solidFill>
              <a:srgbClr val="176B68"/>
            </a:solidFill>
            <a:tailEnd type="triangle" w="med" len="med"/>
          </a:ln>
        </p:spPr>
      </p:cxnSp>
      <p:sp>
        <p:nvSpPr>
          <p:cNvPr id="27" name="S06_booking_edge_2_label" descr="booking edge 2 label">
            <a:extLst xmlns:a="http://schemas.openxmlformats.org/drawingml/2006/main">
              <a:ext uri="{FF2B5EF4-FFF2-40B4-BE49-F238E27FC236}">
                <a16:creationId xmlns:a16="http://schemas.microsoft.com/office/drawing/2014/main" id="{AEF5C02A-5D09-5F5E-8CF5-12C19B37C6B5}"/>
              </a:ext>
              <a:ext uri="urn:g6b3r1:native-source:v1">
                <g6:source xmlns:g6="urn:g6b3r1:native-source:v1">{"alt":"booking edge 2 label","bold":false,"color":"#43595D","font_px":17,"h":78,"id":"S06_booking_edge_2_label","kind":"text","line_height_px":19.549999999999997,"reading_order":25,"text":"effect\nevidence","w":81.33333333333337,"x":913.6666666666666,"y":412}</g6:source>
              </a:ext>
            </a:extLst>
          </p:cNvPr>
          <p:cNvSpPr>
            <a:spLocks xmlns:a="http://schemas.openxmlformats.org/drawingml/2006/main" noGrp="1"/>
          </p:cNvSpPr>
          <p:nvPr/>
        </p:nvSpPr>
        <p:spPr>
          <a:xfrm xmlns:a="http://schemas.openxmlformats.org/drawingml/2006/main">
            <a:off x="8702675" y="3924300"/>
            <a:ext cx="77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466"/>
              </a:lnSpc>
              <a:spcBef>
                <a:spcPts val="0"/>
              </a:spcBef>
              <a:spcAft>
                <a:spcPts val="0"/>
              </a:spcAft>
              <a:defRPr sz="1275" b="0">
                <a:solidFill>
                  <a:srgbClr val="43595D"/>
                </a:solidFill>
                <a:latin typeface="Nimbus Sans"/>
                <a:ea typeface="Nimbus Sans"/>
                <a:cs typeface="Nimbus Sans"/>
              </a:defRPr>
            </a:pPr>
            <a:r>
              <a:rPr sz="1275" b="0">
                <a:solidFill>
                  <a:srgbClr val="43595D"/>
                </a:solidFill>
                <a:latin typeface="Nimbus Sans"/>
                <a:ea typeface="Nimbus Sans"/>
                <a:cs typeface="Nimbus Sans"/>
              </a:rPr>
              <a:t>effect</a:t>
            </a:r>
          </a:p>
          <a:p xmlns:a="http://schemas.openxmlformats.org/drawingml/2006/main">
            <a:pPr algn="l">
              <a:lnSpc>
                <a:spcPts val="1466"/>
              </a:lnSpc>
              <a:spcBef>
                <a:spcPts val="0"/>
              </a:spcBef>
              <a:spcAft>
                <a:spcPts val="0"/>
              </a:spcAft>
              <a:defRPr sz="1275" b="0">
                <a:solidFill>
                  <a:srgbClr val="43595D"/>
                </a:solidFill>
                <a:latin typeface="Nimbus Sans"/>
                <a:ea typeface="Nimbus Sans"/>
                <a:cs typeface="Nimbus Sans"/>
              </a:defRPr>
            </a:pPr>
            <a:r>
              <a:rPr sz="1275" b="0">
                <a:solidFill>
                  <a:srgbClr val="43595D"/>
                </a:solidFill>
                <a:latin typeface="Nimbus Sans"/>
                <a:ea typeface="Nimbus Sans"/>
                <a:cs typeface="Nimbus Sans"/>
              </a:rPr>
              <a:t>evidence</a:t>
            </a:r>
          </a:p>
        </p:txBody>
      </p:sp>
      <p:sp>
        <p:nvSpPr>
          <p:cNvPr id="28" name="S06_qualification" descr="qualification">
            <a:extLst xmlns:a="http://schemas.openxmlformats.org/drawingml/2006/main">
              <a:ext uri="{FF2B5EF4-FFF2-40B4-BE49-F238E27FC236}">
                <a16:creationId xmlns:a16="http://schemas.microsoft.com/office/drawing/2014/main" id="{10145D0A-FF3E-5E99-8DD5-E5DE1A346AB9}"/>
              </a:ext>
              <a:ext uri="urn:g6b3r1:native-source:v1">
                <g6:source xmlns:g6="urn:g6b3r1:native-source:v1">{"alt":"qualification","bold":false,"color":"#43595D","font_px":23,"h":58,"id":"S06_qualification","kind":"text","line_height_px":26.45,"reading_order":26,"text":"Airline is a separate case with ClientRoot, AirlineRoot and BankRoot. No common business SuperRoot or new\naction service.","w":1162,"x":56,"y":596}</g6:source>
              </a:ext>
            </a:extLst>
          </p:cNvPr>
          <p:cNvSpPr>
            <a:spLocks xmlns:a="http://schemas.openxmlformats.org/drawingml/2006/main" noGrp="1"/>
          </p:cNvSpPr>
          <p:nvPr/>
        </p:nvSpPr>
        <p:spPr>
          <a:xfrm xmlns:a="http://schemas.openxmlformats.org/drawingml/2006/main">
            <a:off x="533400" y="5676900"/>
            <a:ext cx="11068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984"/>
              </a:lnSpc>
              <a:spcBef>
                <a:spcPts val="0"/>
              </a:spcBef>
              <a:spcAft>
                <a:spcPts val="0"/>
              </a:spcAft>
              <a:defRPr sz="1725" b="0">
                <a:solidFill>
                  <a:srgbClr val="43595D"/>
                </a:solidFill>
                <a:latin typeface="Nimbus Sans"/>
                <a:ea typeface="Nimbus Sans"/>
                <a:cs typeface="Nimbus Sans"/>
              </a:defRPr>
            </a:pPr>
            <a:r>
              <a:rPr sz="1725" b="0">
                <a:solidFill>
                  <a:srgbClr val="43595D"/>
                </a:solidFill>
                <a:latin typeface="Nimbus Sans"/>
                <a:ea typeface="Nimbus Sans"/>
                <a:cs typeface="Nimbus Sans"/>
              </a:rPr>
              <a:t>Airline is a separate case with ClientRoot, AirlineRoot and BankRoot. No common business SuperRoot or new</a:t>
            </a:r>
          </a:p>
          <a:p xmlns:a="http://schemas.openxmlformats.org/drawingml/2006/main">
            <a:pPr algn="l">
              <a:lnSpc>
                <a:spcPts val="1984"/>
              </a:lnSpc>
              <a:spcBef>
                <a:spcPts val="0"/>
              </a:spcBef>
              <a:spcAft>
                <a:spcPts val="0"/>
              </a:spcAft>
              <a:defRPr sz="1725" b="0">
                <a:solidFill>
                  <a:srgbClr val="43595D"/>
                </a:solidFill>
                <a:latin typeface="Nimbus Sans"/>
                <a:ea typeface="Nimbus Sans"/>
                <a:cs typeface="Nimbus Sans"/>
              </a:defRPr>
            </a:pPr>
            <a:r>
              <a:rPr sz="1725" b="0">
                <a:solidFill>
                  <a:srgbClr val="43595D"/>
                </a:solidFill>
                <a:latin typeface="Nimbus Sans"/>
                <a:ea typeface="Nimbus Sans"/>
                <a:cs typeface="Nimbus Sans"/>
              </a:rPr>
              <a:t>action service.</a:t>
            </a:r>
          </a:p>
        </p:txBody>
      </p:sp>
      <p:sp>
        <p:nvSpPr>
          <p:cNvPr id="29" name="S06_rule" descr="rule">
            <a:extLst xmlns:a="http://schemas.openxmlformats.org/drawingml/2006/main">
              <a:ext uri="{FF2B5EF4-FFF2-40B4-BE49-F238E27FC236}">
                <a16:creationId xmlns:a16="http://schemas.microsoft.com/office/drawing/2014/main" id="{315448E9-6082-5BDB-90EB-A578BB40B5B6}"/>
              </a:ext>
              <a:ext uri="urn:g6b3r1:native-source:v1">
                <g6:source xmlns:g6="urn:g6b3r1:native-source:v1">{"alt":"rule","color":"#B8C8C6","h":0,"id":"S06_rule","kind":"line","reading_order":27,"stroke_width":1,"w":1162,"x":56,"y":671}</g6:source>
              </a:ext>
            </a:extLst>
          </p:cNvPr>
          <p:cNvSpPr>
            <a:spLocks xmlns:a="http://schemas.openxmlformats.org/drawingml/2006/main" noGrp="1"/>
          </p:cNvSpPr>
          <p:nvPr/>
        </p:nvSpPr>
        <p:spPr>
          <a:xfrm xmlns:a="http://schemas.openxmlformats.org/drawingml/2006/main" flipH="0" flipV="0" rot="0">
            <a:off x="533400" y="6391275"/>
            <a:ext cx="11068050" cy="0"/>
          </a:xfrm>
          <a:prstGeom xmlns:a="http://schemas.openxmlformats.org/drawingml/2006/main" prst="line">
            <a:avLst/>
          </a:prstGeom>
          <a:noFill xmlns:a="http://schemas.openxmlformats.org/drawingml/2006/main"/>
          <a:ln xmlns:a="http://schemas.openxmlformats.org/drawingml/2006/main" w="9525">
            <a:solidFill>
              <a:srgbClr val="B8C8C6"/>
            </a:solidFill>
          </a:ln>
        </p:spPr>
      </p:sp>
      <p:sp>
        <p:nvSpPr>
          <p:cNvPr id="30" name="S06_source_link" descr="source link">
            <a:hlinkClick r:id="g6b3r1Link29"/>
            <a:extLst xmlns:a="http://schemas.openxmlformats.org/drawingml/2006/main">
              <a:ext uri="{FF2B5EF4-FFF2-40B4-BE49-F238E27FC236}">
                <a16:creationId xmlns:a16="http://schemas.microsoft.com/office/drawing/2014/main" id="{8BAD2CF2-6BB5-5680-AC83-D66FB5546CEA}"/>
              </a:ext>
              <a:ext uri="urn:g6b3r1:native-source:v1">
                <g6:source xmlns:g6="urn:g6b3r1:native-source:v1">{"alt":"source link","bold":false,"color":"#315E8B","font_px":18,"h":27,"id":"S06_source_link","kind":"text","line_height_px":20.7,"link_target":"../references/episode_sources.json","reading_order":28,"text":"S06 Source: football","w":560,"x":56,"y":685}</g6:source>
              </a:ext>
            </a:extLst>
          </p:cNvPr>
          <p:cNvSpPr>
            <a:spLocks xmlns:a="http://schemas.openxmlformats.org/drawingml/2006/main" noGrp="1"/>
          </p:cNvSpPr>
          <p:nvPr/>
        </p:nvSpPr>
        <p:spPr>
          <a:xfrm xmlns:a="http://schemas.openxmlformats.org/drawingml/2006/main">
            <a:off x="533400" y="6524625"/>
            <a:ext cx="5334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553"/>
              </a:lnSpc>
              <a:spcBef>
                <a:spcPts val="0"/>
              </a:spcBef>
              <a:spcAft>
                <a:spcPts val="0"/>
              </a:spcAft>
              <a:defRPr sz="1350" b="0">
                <a:solidFill>
                  <a:srgbClr val="315E8B"/>
                </a:solidFill>
                <a:latin typeface="Nimbus Sans"/>
                <a:ea typeface="Nimbus Sans"/>
                <a:cs typeface="Nimbus Sans"/>
              </a:defRPr>
            </a:pPr>
            <a:r>
              <a:rPr sz="1350" b="0">
                <a:solidFill>
                  <a:srgbClr val="315E8B"/>
                </a:solidFill>
                <a:latin typeface="Nimbus Sans"/>
                <a:ea typeface="Nimbus Sans"/>
                <a:cs typeface="Nimbus Sans"/>
              </a:rPr>
              <a:t>S06 Source: football</a:t>
            </a:r>
          </a:p>
        </p:txBody>
      </p:sp>
      <p:sp>
        <p:nvSpPr>
          <p:cNvPr id="31" name="S06_atlas_locator" descr="atlas locator">
            <a:hlinkClick r:id="g6b3r1Link30"/>
            <a:extLst xmlns:a="http://schemas.openxmlformats.org/drawingml/2006/main">
              <a:ext uri="{FF2B5EF4-FFF2-40B4-BE49-F238E27FC236}">
                <a16:creationId xmlns:a16="http://schemas.microsoft.com/office/drawing/2014/main" id="{9168F86F-53A8-58C4-BD2F-FEF96B28D38D}"/>
              </a:ext>
              <a:ext uri="urn:g6b3r1:native-source:v1">
                <g6:source xmlns:g6="urn:g6b3r1:native-source:v1">{"alt":"atlas locator","bold":false,"color":"#315E8B","font_px":17,"h":27,"id":"S06_atlas_locator","kind":"text","line_height_px":19.549999999999997,"link_target":"../atlas/README.html","reading_order":29,"text":"Atlas: Overview / GEO 1 2 3 4 5 6 7","w":560,"x":660,"y":685}</g6:source>
              </a:ext>
            </a:extLst>
          </p:cNvPr>
          <p:cNvSpPr>
            <a:spLocks xmlns:a="http://schemas.openxmlformats.org/drawingml/2006/main" noGrp="1"/>
          </p:cNvSpPr>
          <p:nvPr/>
        </p:nvSpPr>
        <p:spPr>
          <a:xfrm xmlns:a="http://schemas.openxmlformats.org/drawingml/2006/main">
            <a:off x="6286500" y="6524625"/>
            <a:ext cx="5334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466"/>
              </a:lnSpc>
              <a:spcBef>
                <a:spcPts val="0"/>
              </a:spcBef>
              <a:spcAft>
                <a:spcPts val="0"/>
              </a:spcAft>
              <a:defRPr sz="1275" b="0">
                <a:solidFill>
                  <a:srgbClr val="315E8B"/>
                </a:solidFill>
                <a:latin typeface="Nimbus Sans"/>
                <a:ea typeface="Nimbus Sans"/>
                <a:cs typeface="Nimbus Sans"/>
              </a:defRPr>
            </a:pPr>
            <a:r>
              <a:rPr sz="1275" b="0">
                <a:solidFill>
                  <a:srgbClr val="315E8B"/>
                </a:solidFill>
                <a:latin typeface="Nimbus Sans"/>
                <a:ea typeface="Nimbus Sans"/>
                <a:cs typeface="Nimbus Sans"/>
              </a:rPr>
              <a:t>Atlas: Overview / GEO 1 2 3 4 5 6 7</a:t>
            </a:r>
          </a:p>
        </p:txBody>
      </p:sp>
    </p:spTree>
    <p:extLst>
      <p:ext uri="{BB962C8B-B14F-4D97-AF65-F5344CB8AC3E}">
        <p14:creationId xmlns:p14="http://schemas.microsoft.com/office/powerpoint/2010/main" val="2819622367"/>
      </p:ext>
      <p:ext uri="urn:g6b3r1:native-source:v1">
        <g6:source xmlns:g6="urn:g6b3r1:native-source:v1">{"id":"S06","notes_en":"CONCEPTUAL PATTERN + FOOTBALL INSET  /  VenueRoot and ActivePlanetRoot are separate instances\n\nOwners exchange evidence and decide independently CONCEPTUAL PATTERN + FOOTBALL INSET / VenueRoot and ActivePlanetRoot are separate instances VenueRoot offer review Released offer evidence ActivePlanetRoot local review published body current checked input VenueRoot current BOOK packet Host / Firewall enforcement Bounded mock booking executor Booking result and receipt scoped permission checked operation effect evidence Airline is a separate case with ClientRoot, AirlineRoot and BankRoot. No common business SuperRoot or new action service.\n\nThis is an editorial explanation of the named recorded or conceptual scope, not a new runtime result. Follow the source references for exact fields and limitations. B5 and final publication are not performed.","notes_ru":"Предложение площадки является данными для получателя, а не переносом полномочий. BOOK отдельно рассматривается VenueRoot. Firewall и исполнитель могут быть одним проверенным компонентом.","reading_order":["S06_title","S06_scope","S06_owners_0","S06_owners_0_label","S06_owners_1","S06_owners_1_label","S06_owners_2","S06_owners_2_label","S06_owners_edge_0","S06_owners_edge_0_label","S06_owners_edge_1","S06_owners_edge_1_label","S06_booking_0","S06_booking_0_label","S06_booking_1","S06_booking_1_label","S06_booking_2","S06_booking_2_label","S06_booking_3","S06_booking_3_label","S06_booking_edge_0","S06_booking_edge_0_label","S06_booking_edge_1","S06_booking_edge_1_label","S06_booking_edge_2","S06_booking_edge_2_label","S06_qualification","S06_rule","S06_source_link","S06_atlas_locator"],"relations":[{"id":"S06_owners_edge_0","item":"published body","relation":"DATA","source":"VENUE","source_object":"S06_owners_0","target":"B","target_object":"S06_owners_1"},{"id":"S06_owners_edge_1","item":"current checked input","relation":"DATA","source":"B","source_object":"S06_owners_1","target":"REQUESTER","target_object":"S06_owners_2"},{"id":"S06_booking_edge_0","item":"scoped permission","relation":"PERMISSION","source":"PACKET","source_object":"S06_booking_0","target":"FIREWALL","target_object":"S06_booking_1"},{"id":"S06_booking_edge_1","item":"checked operation","relation":"EXECUTION","source":"FIREWALL","source_object":"S06_booking_1","target":"EXECUTOR","target_object":"S06_booking_2"},{"id":"S06_booking_edge_2","item":"effect evidence","relation":"DATA","source":"EXECUTOR","source_object":"S06_booking_2","target":"RECEIPT","target_object":"S06_booking_3"}],"scope":"CONCEPTUAL PATTERN + FOOTBALL INSET  /  VenueRoot and ActivePlanetRoot are separate instances","source_refs":[{"label":"football","target":"../references/episode_sources.json"},{"label":"chapter","target":"../chapters/07_football.html"}],"title":"Owners exchange evidence and decide independently"}</g6:source>
      </p:ext>
    </p:extLst>
  </p:cSld>
</p:sld>
</file>

<file path=ppt/slides/slide7.xml><?xml version="1.0" encoding="utf-8"?>
<p:sld xmlns:p="http://schemas.openxmlformats.org/presentationml/2006/main" xmlns:a="http://schemas.openxmlformats.org/drawingml/2006/main" xmlns:r="http://schemas.openxmlformats.org/officeDocument/2006/relationships">
  <p:cSld name="S07">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07_title" descr="title">
            <a:extLst xmlns:a="http://schemas.openxmlformats.org/drawingml/2006/main">
              <a:ext uri="{FF2B5EF4-FFF2-40B4-BE49-F238E27FC236}">
                <a16:creationId xmlns:a16="http://schemas.microsoft.com/office/drawing/2014/main" id="{6BF44E29-A781-526D-BAEA-A29969759ADF}"/>
              </a:ext>
              <a:ext uri="urn:g6b3r1:native-source:v1">
                <g6:source xmlns:g6="urn:g6b3r1:native-source:v1">{"alt":"title","bold":true,"color":"#16282B","font_px":42,"h":75,"id":"S07_title","kind":"text","line_height_px":48.3,"reading_order":0,"text":"A result reaches an action through current authority","w":1170,"x":54,"y":36}</g6:source>
              </a:ext>
            </a:extLst>
          </p:cNvPr>
          <p:cNvSpPr>
            <a:spLocks xmlns:a="http://schemas.openxmlformats.org/drawingml/2006/main" noGrp="1"/>
          </p:cNvSpPr>
          <p:nvPr/>
        </p:nvSpPr>
        <p:spPr>
          <a:xfrm xmlns:a="http://schemas.openxmlformats.org/drawingml/2006/main">
            <a:off x="514350" y="342900"/>
            <a:ext cx="11144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3623"/>
              </a:lnSpc>
              <a:spcBef>
                <a:spcPts val="0"/>
              </a:spcBef>
              <a:spcAft>
                <a:spcPts val="0"/>
              </a:spcAft>
              <a:defRPr sz="3150" b="1">
                <a:solidFill>
                  <a:srgbClr val="16282B"/>
                </a:solidFill>
                <a:latin typeface="Nimbus Sans"/>
                <a:ea typeface="Nimbus Sans"/>
                <a:cs typeface="Nimbus Sans"/>
              </a:defRPr>
            </a:pPr>
            <a:r>
              <a:rPr sz="3150" b="1">
                <a:solidFill>
                  <a:srgbClr val="16282B"/>
                </a:solidFill>
                <a:latin typeface="Nimbus Sans"/>
                <a:ea typeface="Nimbus Sans"/>
                <a:cs typeface="Nimbus Sans"/>
              </a:rPr>
              <a:t>A result reaches an action through current authority</a:t>
            </a:r>
          </a:p>
        </p:txBody>
      </p:sp>
      <p:sp>
        <p:nvSpPr>
          <p:cNvPr id="3" name="S07_scope" descr="scope">
            <a:extLst xmlns:a="http://schemas.openxmlformats.org/drawingml/2006/main">
              <a:ext uri="{FF2B5EF4-FFF2-40B4-BE49-F238E27FC236}">
                <a16:creationId xmlns:a16="http://schemas.microsoft.com/office/drawing/2014/main" id="{EF8B5F31-0B69-5DAF-8F4C-6905B637FDB9}"/>
              </a:ext>
              <a:ext uri="urn:g6b3r1:native-source:v1">
                <g6:source xmlns:g6="urn:g6b3r1:native-source:v1">{"alt":"scope","bold":false,"color":"#43595D","font_px":23,"h":54,"id":"S07_scope","kind":"text","line_height_px":26.45,"reading_order":1,"text":"CONCEPTUAL AUTHORITY PATTERN / Real carrier roles, no extra process implied","w":1160,"x":56,"y":113}</g6:source>
              </a:ext>
            </a:extLst>
          </p:cNvPr>
          <p:cNvSpPr>
            <a:spLocks xmlns:a="http://schemas.openxmlformats.org/drawingml/2006/main" noGrp="1"/>
          </p:cNvSpPr>
          <p:nvPr/>
        </p:nvSpPr>
        <p:spPr>
          <a:xfrm xmlns:a="http://schemas.openxmlformats.org/drawingml/2006/main">
            <a:off x="533400" y="1076325"/>
            <a:ext cx="1104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984"/>
              </a:lnSpc>
              <a:spcBef>
                <a:spcPts val="0"/>
              </a:spcBef>
              <a:spcAft>
                <a:spcPts val="0"/>
              </a:spcAft>
              <a:defRPr sz="1725" b="0">
                <a:solidFill>
                  <a:srgbClr val="43595D"/>
                </a:solidFill>
                <a:latin typeface="Nimbus Sans"/>
                <a:ea typeface="Nimbus Sans"/>
                <a:cs typeface="Nimbus Sans"/>
              </a:defRPr>
            </a:pPr>
            <a:r>
              <a:rPr sz="1725" b="0">
                <a:solidFill>
                  <a:srgbClr val="43595D"/>
                </a:solidFill>
                <a:latin typeface="Nimbus Sans"/>
                <a:ea typeface="Nimbus Sans"/>
                <a:cs typeface="Nimbus Sans"/>
              </a:rPr>
              <a:t>CONCEPTUAL AUTHORITY PATTERN / Real carrier roles, no extra process implied</a:t>
            </a:r>
          </a:p>
        </p:txBody>
      </p:sp>
      <p:sp>
        <p:nvSpPr>
          <p:cNvPr id="4" name="S07_review_0" descr="RESULT: Proposed result&#10;and evidence">
            <a:extLst xmlns:a="http://schemas.openxmlformats.org/drawingml/2006/main">
              <a:ext uri="{FF2B5EF4-FFF2-40B4-BE49-F238E27FC236}">
                <a16:creationId xmlns:a16="http://schemas.microsoft.com/office/drawing/2014/main" id="{D6407FF8-0C60-5261-98B4-776056387855}"/>
              </a:ext>
              <a:ext uri="urn:g6b3r1:native-source:v1">
                <g6:source xmlns:g6="urn:g6b3r1:native-source:v1">{"alt":"RESULT: Proposed result\nand evidence","entity_id":"RESULT","fill":"#EFF5F3","h":110,"id":"S07_review_0","kind":"rect","reading_order":2,"stroke":"#176B68","stroke_width":2,"w":290,"x":56,"y":226}</g6:source>
              </a:ext>
            </a:extLst>
          </p:cNvPr>
          <p:cNvSpPr>
            <a:spLocks xmlns:a="http://schemas.openxmlformats.org/drawingml/2006/main" noGrp="1"/>
          </p:cNvSpPr>
          <p:nvPr/>
        </p:nvSpPr>
        <p:spPr>
          <a:xfrm xmlns:a="http://schemas.openxmlformats.org/drawingml/2006/main">
            <a:off x="533400" y="2152650"/>
            <a:ext cx="2762250" cy="1047750"/>
          </a:xfrm>
          <a:prstGeom xmlns:a="http://schemas.openxmlformats.org/drawingml/2006/main" prst="rect">
            <a:avLst/>
          </a:prstGeom>
          <a:solidFill xmlns:a="http://schemas.openxmlformats.org/drawingml/2006/main">
            <a:srgbClr val="EFF5F3"/>
          </a:solidFill>
          <a:ln xmlns:a="http://schemas.openxmlformats.org/drawingml/2006/main" w="19050">
            <a:solidFill>
              <a:srgbClr val="176B68"/>
            </a:solidFill>
          </a:ln>
        </p:spPr>
      </p:sp>
      <p:sp>
        <p:nvSpPr>
          <p:cNvPr id="5" name="S07_review_0_label" descr="review 0 label">
            <a:extLst xmlns:a="http://schemas.openxmlformats.org/drawingml/2006/main">
              <a:ext uri="{FF2B5EF4-FFF2-40B4-BE49-F238E27FC236}">
                <a16:creationId xmlns:a16="http://schemas.microsoft.com/office/drawing/2014/main" id="{AE52AE0E-64C6-5CF8-BFCD-A90686C8C526}"/>
              </a:ext>
              <a:ext uri="urn:g6b3r1:native-source:v1">
                <g6:source xmlns:g6="urn:g6b3r1:native-source:v1">{"alt":"review 0 label","bold":false,"color":"#16282B","font_px":24,"h":86,"id":"S07_review_0_label","kind":"text","line_height_px":27.599999999999998,"reading_order":3,"text":"Proposed result\nand evidence","w":264,"x":69,"y":238}</g6:source>
              </a:ext>
            </a:extLst>
          </p:cNvPr>
          <p:cNvSpPr>
            <a:spLocks xmlns:a="http://schemas.openxmlformats.org/drawingml/2006/main" noGrp="1"/>
          </p:cNvSpPr>
          <p:nvPr/>
        </p:nvSpPr>
        <p:spPr>
          <a:xfrm xmlns:a="http://schemas.openxmlformats.org/drawingml/2006/main">
            <a:off x="657225" y="2266950"/>
            <a:ext cx="25146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Proposed result</a:t>
            </a:r>
          </a:p>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and evidence</a:t>
            </a:r>
          </a:p>
        </p:txBody>
      </p:sp>
      <p:sp>
        <p:nvSpPr>
          <p:cNvPr id="6" name="S07_review_1" descr="ROOT: Current local&#10;Root review">
            <a:extLst xmlns:a="http://schemas.openxmlformats.org/drawingml/2006/main">
              <a:ext uri="{FF2B5EF4-FFF2-40B4-BE49-F238E27FC236}">
                <a16:creationId xmlns:a16="http://schemas.microsoft.com/office/drawing/2014/main" id="{A06AB56D-8D5A-5BEF-B184-0A1D2BFB60C4}"/>
              </a:ext>
              <a:ext uri="urn:g6b3r1:native-source:v1">
                <g6:source xmlns:g6="urn:g6b3r1:native-source:v1">{"alt":"ROOT: Current local\nRoot review","entity_id":"ROOT","fill":"#EFF5F3","h":110,"id":"S07_review_1","kind":"rect","reading_order":4,"stroke":"#176B68","stroke_width":2,"w":290,"x":495,"y":226}</g6:source>
              </a:ext>
            </a:extLst>
          </p:cNvPr>
          <p:cNvSpPr>
            <a:spLocks xmlns:a="http://schemas.openxmlformats.org/drawingml/2006/main" noGrp="1"/>
          </p:cNvSpPr>
          <p:nvPr/>
        </p:nvSpPr>
        <p:spPr>
          <a:xfrm xmlns:a="http://schemas.openxmlformats.org/drawingml/2006/main">
            <a:off x="4714875" y="2152650"/>
            <a:ext cx="2762250" cy="1047750"/>
          </a:xfrm>
          <a:prstGeom xmlns:a="http://schemas.openxmlformats.org/drawingml/2006/main" prst="rect">
            <a:avLst/>
          </a:prstGeom>
          <a:solidFill xmlns:a="http://schemas.openxmlformats.org/drawingml/2006/main">
            <a:srgbClr val="EFF5F3"/>
          </a:solidFill>
          <a:ln xmlns:a="http://schemas.openxmlformats.org/drawingml/2006/main" w="19050">
            <a:solidFill>
              <a:srgbClr val="176B68"/>
            </a:solidFill>
          </a:ln>
        </p:spPr>
      </p:sp>
      <p:sp>
        <p:nvSpPr>
          <p:cNvPr id="7" name="S07_review_1_label" descr="review 1 label">
            <a:extLst xmlns:a="http://schemas.openxmlformats.org/drawingml/2006/main">
              <a:ext uri="{FF2B5EF4-FFF2-40B4-BE49-F238E27FC236}">
                <a16:creationId xmlns:a16="http://schemas.microsoft.com/office/drawing/2014/main" id="{7C17E549-7A84-574B-9827-B3C8A644A77F}"/>
              </a:ext>
              <a:ext uri="urn:g6b3r1:native-source:v1">
                <g6:source xmlns:g6="urn:g6b3r1:native-source:v1">{"alt":"review 1 label","bold":false,"color":"#16282B","font_px":24,"h":86,"id":"S07_review_1_label","kind":"text","line_height_px":27.599999999999998,"reading_order":5,"text":"Current local\nRoot review","w":264,"x":508,"y":238}</g6:source>
              </a:ext>
            </a:extLst>
          </p:cNvPr>
          <p:cNvSpPr>
            <a:spLocks xmlns:a="http://schemas.openxmlformats.org/drawingml/2006/main" noGrp="1"/>
          </p:cNvSpPr>
          <p:nvPr/>
        </p:nvSpPr>
        <p:spPr>
          <a:xfrm xmlns:a="http://schemas.openxmlformats.org/drawingml/2006/main">
            <a:off x="4838700" y="2266950"/>
            <a:ext cx="25146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Current local</a:t>
            </a:r>
          </a:p>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Root review</a:t>
            </a:r>
          </a:p>
        </p:txBody>
      </p:sp>
      <p:sp>
        <p:nvSpPr>
          <p:cNvPr id="8" name="S07_review_2" descr="PACKET: Scoped current&#10;ActionCommitPacket">
            <a:extLst xmlns:a="http://schemas.openxmlformats.org/drawingml/2006/main">
              <a:ext uri="{FF2B5EF4-FFF2-40B4-BE49-F238E27FC236}">
                <a16:creationId xmlns:a16="http://schemas.microsoft.com/office/drawing/2014/main" id="{B1B3512B-1955-57E0-BB51-45AC427F7A80}"/>
              </a:ext>
              <a:ext uri="urn:g6b3r1:native-source:v1">
                <g6:source xmlns:g6="urn:g6b3r1:native-source:v1">{"alt":"PACKET: Scoped current\nActionCommitPacket","entity_id":"PACKET","fill":"#EFF5F3","h":110,"id":"S07_review_2","kind":"rect","reading_order":6,"stroke":"#176B68","stroke_width":2,"w":290,"x":934,"y":226}</g6:source>
              </a:ext>
            </a:extLst>
          </p:cNvPr>
          <p:cNvSpPr>
            <a:spLocks xmlns:a="http://schemas.openxmlformats.org/drawingml/2006/main" noGrp="1"/>
          </p:cNvSpPr>
          <p:nvPr/>
        </p:nvSpPr>
        <p:spPr>
          <a:xfrm xmlns:a="http://schemas.openxmlformats.org/drawingml/2006/main">
            <a:off x="8896350" y="2152650"/>
            <a:ext cx="2762250" cy="1047750"/>
          </a:xfrm>
          <a:prstGeom xmlns:a="http://schemas.openxmlformats.org/drawingml/2006/main" prst="rect">
            <a:avLst/>
          </a:prstGeom>
          <a:solidFill xmlns:a="http://schemas.openxmlformats.org/drawingml/2006/main">
            <a:srgbClr val="EFF5F3"/>
          </a:solidFill>
          <a:ln xmlns:a="http://schemas.openxmlformats.org/drawingml/2006/main" w="19050">
            <a:solidFill>
              <a:srgbClr val="176B68"/>
            </a:solidFill>
          </a:ln>
        </p:spPr>
      </p:sp>
      <p:sp>
        <p:nvSpPr>
          <p:cNvPr id="9" name="S07_review_2_label" descr="review 2 label">
            <a:extLst xmlns:a="http://schemas.openxmlformats.org/drawingml/2006/main">
              <a:ext uri="{FF2B5EF4-FFF2-40B4-BE49-F238E27FC236}">
                <a16:creationId xmlns:a16="http://schemas.microsoft.com/office/drawing/2014/main" id="{1E7C340D-238D-5A20-9F5A-C356963A3680}"/>
              </a:ext>
              <a:ext uri="urn:g6b3r1:native-source:v1">
                <g6:source xmlns:g6="urn:g6b3r1:native-source:v1">{"alt":"review 2 label","bold":false,"color":"#16282B","font_px":24,"h":86,"id":"S07_review_2_label","kind":"text","line_height_px":27.599999999999998,"reading_order":7,"text":"Scoped current\nActionCommitPacket","w":264,"x":947,"y":238}</g6:source>
              </a:ext>
            </a:extLst>
          </p:cNvPr>
          <p:cNvSpPr>
            <a:spLocks xmlns:a="http://schemas.openxmlformats.org/drawingml/2006/main" noGrp="1"/>
          </p:cNvSpPr>
          <p:nvPr/>
        </p:nvSpPr>
        <p:spPr>
          <a:xfrm xmlns:a="http://schemas.openxmlformats.org/drawingml/2006/main">
            <a:off x="9020175" y="2266950"/>
            <a:ext cx="25146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Scoped current</a:t>
            </a:r>
          </a:p>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ActionCommitPacket</a:t>
            </a:r>
          </a:p>
        </p:txBody>
      </p:sp>
      <p:cxnSp>
        <p:nvCxnSpPr>
          <p:cNvPr id="10" name="S07_review_edge_0" descr="DATA: review input">
            <a:extLst>
              <a:ext uri="urn:g6b3r1:native-source:v1">
                <g6:source xmlns:g6="urn:g6b3r1:native-source:v1">{"alt":"DATA: review input","color":"#176B68","h":0,"head":"triangle","id":"S07_review_edge_0","kind":"arrow","reading_order":8,"relation_type":"DATA","source_id":"S07_review_0","stroke_width":2,"target_id":"S07_review_1","w":149,"x":346,"y":281}</g6:source>
              </a:ext>
            </a:extLst>
          </p:cNvPr>
          <p:cNvCxnSpPr>
            <a:stCxn xmlns:a="http://schemas.openxmlformats.org/drawingml/2006/main" id="4" idx="3"/>
            <a:endCxn xmlns:a="http://schemas.openxmlformats.org/drawingml/2006/main" id="6" idx="1"/>
          </p:cNvCxnSpPr>
          <p:nvPr/>
        </p:nvCxnSpPr>
        <p:spPr>
          <a:xfrm xmlns:a="http://schemas.openxmlformats.org/drawingml/2006/main" rot="0" flipH="0" flipV="0">
            <a:off x="3295650" y="2676525"/>
            <a:ext cx="1419225" cy="0"/>
          </a:xfrm>
          <a:prstGeom xmlns:a="http://schemas.openxmlformats.org/drawingml/2006/main" prst="straightConnector1">
            <a:avLst/>
          </a:prstGeom>
          <a:ln xmlns:a="http://schemas.openxmlformats.org/drawingml/2006/main" w="19050">
            <a:solidFill>
              <a:srgbClr val="176B68"/>
            </a:solidFill>
            <a:tailEnd type="triangle" w="med" len="med"/>
          </a:ln>
        </p:spPr>
      </p:cxnSp>
      <p:sp>
        <p:nvSpPr>
          <p:cNvPr id="11" name="S07_review_edge_0_label" descr="review edge 0 label">
            <a:extLst xmlns:a="http://schemas.openxmlformats.org/drawingml/2006/main">
              <a:ext uri="{FF2B5EF4-FFF2-40B4-BE49-F238E27FC236}">
                <a16:creationId xmlns:a16="http://schemas.microsoft.com/office/drawing/2014/main" id="{5FE6B243-374C-5B39-B87C-3EA177166FE5}"/>
              </a:ext>
              <a:ext uri="urn:g6b3r1:native-source:v1">
                <g6:source xmlns:g6="urn:g6b3r1:native-source:v1">{"alt":"review edge 0 label","bold":false,"color":"#43595D","font_px":17,"h":78,"id":"S07_review_edge_0_label","kind":"text","line_height_px":19.549999999999997,"reading_order":9,"text":"review input","w":141,"x":350,"y":199}</g6:source>
              </a:ext>
            </a:extLst>
          </p:cNvPr>
          <p:cNvSpPr>
            <a:spLocks xmlns:a="http://schemas.openxmlformats.org/drawingml/2006/main" noGrp="1"/>
          </p:cNvSpPr>
          <p:nvPr/>
        </p:nvSpPr>
        <p:spPr>
          <a:xfrm xmlns:a="http://schemas.openxmlformats.org/drawingml/2006/main">
            <a:off x="3333750" y="1895475"/>
            <a:ext cx="13430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466"/>
              </a:lnSpc>
              <a:spcBef>
                <a:spcPts val="0"/>
              </a:spcBef>
              <a:spcAft>
                <a:spcPts val="0"/>
              </a:spcAft>
              <a:defRPr sz="1275" b="0">
                <a:solidFill>
                  <a:srgbClr val="43595D"/>
                </a:solidFill>
                <a:latin typeface="Nimbus Sans"/>
                <a:ea typeface="Nimbus Sans"/>
                <a:cs typeface="Nimbus Sans"/>
              </a:defRPr>
            </a:pPr>
            <a:r>
              <a:rPr sz="1275" b="0">
                <a:solidFill>
                  <a:srgbClr val="43595D"/>
                </a:solidFill>
                <a:latin typeface="Nimbus Sans"/>
                <a:ea typeface="Nimbus Sans"/>
                <a:cs typeface="Nimbus Sans"/>
              </a:rPr>
              <a:t>review input</a:t>
            </a:r>
          </a:p>
        </p:txBody>
      </p:sp>
      <p:cxnSp>
        <p:nvCxnSpPr>
          <p:cNvPr id="12" name="S07_review_edge_1" descr="PERMISSION: local action decision">
            <a:extLst>
              <a:ext uri="urn:g6b3r1:native-source:v1">
                <g6:source xmlns:g6="urn:g6b3r1:native-source:v1">{"alt":"PERMISSION: local action decision","color":"#A13D32","h":0,"head":"triangle","id":"S07_review_edge_1","kind":"arrow","reading_order":10,"relation_type":"PERMISSION","source_id":"S07_review_1","stroke_width":2,"target_id":"S07_review_2","w":149,"x":785,"y":281}</g6:source>
              </a:ext>
            </a:extLst>
          </p:cNvPr>
          <p:cNvCxnSpPr>
            <a:stCxn xmlns:a="http://schemas.openxmlformats.org/drawingml/2006/main" id="6" idx="3"/>
            <a:endCxn xmlns:a="http://schemas.openxmlformats.org/drawingml/2006/main" id="8" idx="1"/>
          </p:cNvCxnSpPr>
          <p:nvPr/>
        </p:nvCxnSpPr>
        <p:spPr>
          <a:xfrm xmlns:a="http://schemas.openxmlformats.org/drawingml/2006/main" rot="0" flipH="0" flipV="0">
            <a:off x="7477125" y="2676525"/>
            <a:ext cx="1419225" cy="0"/>
          </a:xfrm>
          <a:prstGeom xmlns:a="http://schemas.openxmlformats.org/drawingml/2006/main" prst="straightConnector1">
            <a:avLst/>
          </a:prstGeom>
          <a:ln xmlns:a="http://schemas.openxmlformats.org/drawingml/2006/main" w="19050">
            <a:solidFill>
              <a:srgbClr val="A13D32"/>
            </a:solidFill>
            <a:tailEnd type="triangle" w="med" len="med"/>
          </a:ln>
        </p:spPr>
      </p:cxnSp>
      <p:sp>
        <p:nvSpPr>
          <p:cNvPr id="13" name="S07_review_edge_1_label" descr="review edge 1 label">
            <a:extLst xmlns:a="http://schemas.openxmlformats.org/drawingml/2006/main">
              <a:ext uri="{FF2B5EF4-FFF2-40B4-BE49-F238E27FC236}">
                <a16:creationId xmlns:a16="http://schemas.microsoft.com/office/drawing/2014/main" id="{78504810-4205-5696-A927-50E9DD412D8A}"/>
              </a:ext>
              <a:ext uri="urn:g6b3r1:native-source:v1">
                <g6:source xmlns:g6="urn:g6b3r1:native-source:v1">{"alt":"review edge 1 label","bold":false,"color":"#43595D","font_px":17,"h":78,"id":"S07_review_edge_1_label","kind":"text","line_height_px":19.549999999999997,"reading_order":11,"text":"local action\ndecision","w":141,"x":789,"y":199}</g6:source>
              </a:ext>
            </a:extLst>
          </p:cNvPr>
          <p:cNvSpPr>
            <a:spLocks xmlns:a="http://schemas.openxmlformats.org/drawingml/2006/main" noGrp="1"/>
          </p:cNvSpPr>
          <p:nvPr/>
        </p:nvSpPr>
        <p:spPr>
          <a:xfrm xmlns:a="http://schemas.openxmlformats.org/drawingml/2006/main">
            <a:off x="7515225" y="1895475"/>
            <a:ext cx="13430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466"/>
              </a:lnSpc>
              <a:spcBef>
                <a:spcPts val="0"/>
              </a:spcBef>
              <a:spcAft>
                <a:spcPts val="0"/>
              </a:spcAft>
              <a:defRPr sz="1275" b="0">
                <a:solidFill>
                  <a:srgbClr val="43595D"/>
                </a:solidFill>
                <a:latin typeface="Nimbus Sans"/>
                <a:ea typeface="Nimbus Sans"/>
                <a:cs typeface="Nimbus Sans"/>
              </a:defRPr>
            </a:pPr>
            <a:r>
              <a:rPr sz="1275" b="0">
                <a:solidFill>
                  <a:srgbClr val="43595D"/>
                </a:solidFill>
                <a:latin typeface="Nimbus Sans"/>
                <a:ea typeface="Nimbus Sans"/>
                <a:cs typeface="Nimbus Sans"/>
              </a:rPr>
              <a:t>local action</a:t>
            </a:r>
          </a:p>
          <a:p xmlns:a="http://schemas.openxmlformats.org/drawingml/2006/main">
            <a:pPr algn="l">
              <a:lnSpc>
                <a:spcPts val="1466"/>
              </a:lnSpc>
              <a:spcBef>
                <a:spcPts val="0"/>
              </a:spcBef>
              <a:spcAft>
                <a:spcPts val="0"/>
              </a:spcAft>
              <a:defRPr sz="1275" b="0">
                <a:solidFill>
                  <a:srgbClr val="43595D"/>
                </a:solidFill>
                <a:latin typeface="Nimbus Sans"/>
                <a:ea typeface="Nimbus Sans"/>
                <a:cs typeface="Nimbus Sans"/>
              </a:defRPr>
            </a:pPr>
            <a:r>
              <a:rPr sz="1275" b="0">
                <a:solidFill>
                  <a:srgbClr val="43595D"/>
                </a:solidFill>
                <a:latin typeface="Nimbus Sans"/>
                <a:ea typeface="Nimbus Sans"/>
                <a:cs typeface="Nimbus Sans"/>
              </a:rPr>
              <a:t>decision</a:t>
            </a:r>
          </a:p>
        </p:txBody>
      </p:sp>
      <p:sp>
        <p:nvSpPr>
          <p:cNvPr id="14" name="S07_execute_0" descr="FIREWALL: Host / Firewall&#10;prestart enforcement">
            <a:extLst xmlns:a="http://schemas.openxmlformats.org/drawingml/2006/main">
              <a:ext uri="{FF2B5EF4-FFF2-40B4-BE49-F238E27FC236}">
                <a16:creationId xmlns:a16="http://schemas.microsoft.com/office/drawing/2014/main" id="{78976BA8-3EDD-5644-9304-8C898F4D1CE5}"/>
              </a:ext>
              <a:ext uri="urn:g6b3r1:native-source:v1">
                <g6:source xmlns:g6="urn:g6b3r1:native-source:v1">{"alt":"FIREWALL: Host / Firewall\nprestart enforcement","entity_id":"FIREWALL","fill":"#EFF5F3","h":110,"id":"S07_execute_0","kind":"rect","reading_order":12,"stroke":"#176B68","stroke_width":2,"w":290,"x":934,"y":443}</g6:source>
              </a:ext>
            </a:extLst>
          </p:cNvPr>
          <p:cNvSpPr>
            <a:spLocks xmlns:a="http://schemas.openxmlformats.org/drawingml/2006/main" noGrp="1"/>
          </p:cNvSpPr>
          <p:nvPr/>
        </p:nvSpPr>
        <p:spPr>
          <a:xfrm xmlns:a="http://schemas.openxmlformats.org/drawingml/2006/main">
            <a:off x="8896350" y="4219575"/>
            <a:ext cx="2762250" cy="1047750"/>
          </a:xfrm>
          <a:prstGeom xmlns:a="http://schemas.openxmlformats.org/drawingml/2006/main" prst="rect">
            <a:avLst/>
          </a:prstGeom>
          <a:solidFill xmlns:a="http://schemas.openxmlformats.org/drawingml/2006/main">
            <a:srgbClr val="EFF5F3"/>
          </a:solidFill>
          <a:ln xmlns:a="http://schemas.openxmlformats.org/drawingml/2006/main" w="19050">
            <a:solidFill>
              <a:srgbClr val="176B68"/>
            </a:solidFill>
          </a:ln>
        </p:spPr>
      </p:sp>
      <p:sp>
        <p:nvSpPr>
          <p:cNvPr id="15" name="S07_execute_0_label" descr="execute 0 label">
            <a:extLst xmlns:a="http://schemas.openxmlformats.org/drawingml/2006/main">
              <a:ext uri="{FF2B5EF4-FFF2-40B4-BE49-F238E27FC236}">
                <a16:creationId xmlns:a16="http://schemas.microsoft.com/office/drawing/2014/main" id="{129839D6-0CD0-5E3C-8507-A4511716E3D2}"/>
              </a:ext>
              <a:ext uri="urn:g6b3r1:native-source:v1">
                <g6:source xmlns:g6="urn:g6b3r1:native-source:v1">{"alt":"execute 0 label","bold":false,"color":"#16282B","font_px":24,"h":86,"id":"S07_execute_0_label","kind":"text","line_height_px":27.599999999999998,"reading_order":13,"text":"Host / Firewall\nprestart enforcement","w":264,"x":947,"y":455}</g6:source>
              </a:ext>
            </a:extLst>
          </p:cNvPr>
          <p:cNvSpPr>
            <a:spLocks xmlns:a="http://schemas.openxmlformats.org/drawingml/2006/main" noGrp="1"/>
          </p:cNvSpPr>
          <p:nvPr/>
        </p:nvSpPr>
        <p:spPr>
          <a:xfrm xmlns:a="http://schemas.openxmlformats.org/drawingml/2006/main">
            <a:off x="9020175" y="4333875"/>
            <a:ext cx="25146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Host / Firewall</a:t>
            </a:r>
          </a:p>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prestart enforcement</a:t>
            </a:r>
          </a:p>
        </p:txBody>
      </p:sp>
      <p:sp>
        <p:nvSpPr>
          <p:cNvPr id="16" name="S07_execute_1" descr="EXECUTOR: Bounded executor&#10;actual effect">
            <a:extLst xmlns:a="http://schemas.openxmlformats.org/drawingml/2006/main">
              <a:ext uri="{FF2B5EF4-FFF2-40B4-BE49-F238E27FC236}">
                <a16:creationId xmlns:a16="http://schemas.microsoft.com/office/drawing/2014/main" id="{C6EC7D9F-78D6-5A0A-A030-E4BA81C06325}"/>
              </a:ext>
              <a:ext uri="urn:g6b3r1:native-source:v1">
                <g6:source xmlns:g6="urn:g6b3r1:native-source:v1">{"alt":"EXECUTOR: Bounded executor\nactual effect","entity_id":"EXECUTOR","fill":"#EFF5F3","h":110,"id":"S07_execute_1","kind":"rect","reading_order":14,"stroke":"#176B68","stroke_width":2,"w":290,"x":495,"y":443}</g6:source>
              </a:ext>
            </a:extLst>
          </p:cNvPr>
          <p:cNvSpPr>
            <a:spLocks xmlns:a="http://schemas.openxmlformats.org/drawingml/2006/main" noGrp="1"/>
          </p:cNvSpPr>
          <p:nvPr/>
        </p:nvSpPr>
        <p:spPr>
          <a:xfrm xmlns:a="http://schemas.openxmlformats.org/drawingml/2006/main">
            <a:off x="4714875" y="4219575"/>
            <a:ext cx="2762250" cy="1047750"/>
          </a:xfrm>
          <a:prstGeom xmlns:a="http://schemas.openxmlformats.org/drawingml/2006/main" prst="rect">
            <a:avLst/>
          </a:prstGeom>
          <a:solidFill xmlns:a="http://schemas.openxmlformats.org/drawingml/2006/main">
            <a:srgbClr val="EFF5F3"/>
          </a:solidFill>
          <a:ln xmlns:a="http://schemas.openxmlformats.org/drawingml/2006/main" w="19050">
            <a:solidFill>
              <a:srgbClr val="176B68"/>
            </a:solidFill>
          </a:ln>
        </p:spPr>
      </p:sp>
      <p:sp>
        <p:nvSpPr>
          <p:cNvPr id="17" name="S07_execute_1_label" descr="execute 1 label">
            <a:extLst xmlns:a="http://schemas.openxmlformats.org/drawingml/2006/main">
              <a:ext uri="{FF2B5EF4-FFF2-40B4-BE49-F238E27FC236}">
                <a16:creationId xmlns:a16="http://schemas.microsoft.com/office/drawing/2014/main" id="{7B1FA31B-0ADC-50C5-8F8D-E439E2E91B5D}"/>
              </a:ext>
              <a:ext uri="urn:g6b3r1:native-source:v1">
                <g6:source xmlns:g6="urn:g6b3r1:native-source:v1">{"alt":"execute 1 label","bold":false,"color":"#16282B","font_px":24,"h":86,"id":"S07_execute_1_label","kind":"text","line_height_px":27.599999999999998,"reading_order":15,"text":"Bounded executor\nactual effect","w":264,"x":508,"y":455}</g6:source>
              </a:ext>
            </a:extLst>
          </p:cNvPr>
          <p:cNvSpPr>
            <a:spLocks xmlns:a="http://schemas.openxmlformats.org/drawingml/2006/main" noGrp="1"/>
          </p:cNvSpPr>
          <p:nvPr/>
        </p:nvSpPr>
        <p:spPr>
          <a:xfrm xmlns:a="http://schemas.openxmlformats.org/drawingml/2006/main">
            <a:off x="4838700" y="4333875"/>
            <a:ext cx="25146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Bounded executor</a:t>
            </a:r>
          </a:p>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actual effect</a:t>
            </a:r>
          </a:p>
        </p:txBody>
      </p:sp>
      <p:sp>
        <p:nvSpPr>
          <p:cNvPr id="18" name="S07_execute_2" descr="RECEIPT: EvidenceReceipt&#10;completed outcome">
            <a:extLst xmlns:a="http://schemas.openxmlformats.org/drawingml/2006/main">
              <a:ext uri="{FF2B5EF4-FFF2-40B4-BE49-F238E27FC236}">
                <a16:creationId xmlns:a16="http://schemas.microsoft.com/office/drawing/2014/main" id="{89DF2182-3135-55CE-8728-ED3E1DE3B68B}"/>
              </a:ext>
              <a:ext uri="urn:g6b3r1:native-source:v1">
                <g6:source xmlns:g6="urn:g6b3r1:native-source:v1">{"alt":"RECEIPT: EvidenceReceipt\ncompleted outcome","entity_id":"RECEIPT","fill":"#EFF5F3","h":110,"id":"S07_execute_2","kind":"rect","reading_order":16,"stroke":"#176B68","stroke_width":2,"w":290,"x":56,"y":443}</g6:source>
              </a:ext>
            </a:extLst>
          </p:cNvPr>
          <p:cNvSpPr>
            <a:spLocks xmlns:a="http://schemas.openxmlformats.org/drawingml/2006/main" noGrp="1"/>
          </p:cNvSpPr>
          <p:nvPr/>
        </p:nvSpPr>
        <p:spPr>
          <a:xfrm xmlns:a="http://schemas.openxmlformats.org/drawingml/2006/main">
            <a:off x="533400" y="4219575"/>
            <a:ext cx="2762250" cy="1047750"/>
          </a:xfrm>
          <a:prstGeom xmlns:a="http://schemas.openxmlformats.org/drawingml/2006/main" prst="rect">
            <a:avLst/>
          </a:prstGeom>
          <a:solidFill xmlns:a="http://schemas.openxmlformats.org/drawingml/2006/main">
            <a:srgbClr val="EFF5F3"/>
          </a:solidFill>
          <a:ln xmlns:a="http://schemas.openxmlformats.org/drawingml/2006/main" w="19050">
            <a:solidFill>
              <a:srgbClr val="176B68"/>
            </a:solidFill>
          </a:ln>
        </p:spPr>
      </p:sp>
      <p:sp>
        <p:nvSpPr>
          <p:cNvPr id="19" name="S07_execute_2_label" descr="execute 2 label">
            <a:extLst xmlns:a="http://schemas.openxmlformats.org/drawingml/2006/main">
              <a:ext uri="{FF2B5EF4-FFF2-40B4-BE49-F238E27FC236}">
                <a16:creationId xmlns:a16="http://schemas.microsoft.com/office/drawing/2014/main" id="{3E970562-C082-5A63-B760-60B82C152983}"/>
              </a:ext>
              <a:ext uri="urn:g6b3r1:native-source:v1">
                <g6:source xmlns:g6="urn:g6b3r1:native-source:v1">{"alt":"execute 2 label","bold":false,"color":"#16282B","font_px":24,"h":86,"id":"S07_execute_2_label","kind":"text","line_height_px":27.599999999999998,"reading_order":17,"text":"EvidenceReceipt\ncompleted outcome","w":264,"x":69,"y":455}</g6:source>
              </a:ext>
            </a:extLst>
          </p:cNvPr>
          <p:cNvSpPr>
            <a:spLocks xmlns:a="http://schemas.openxmlformats.org/drawingml/2006/main" noGrp="1"/>
          </p:cNvSpPr>
          <p:nvPr/>
        </p:nvSpPr>
        <p:spPr>
          <a:xfrm xmlns:a="http://schemas.openxmlformats.org/drawingml/2006/main">
            <a:off x="657225" y="4333875"/>
            <a:ext cx="25146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EvidenceReceipt</a:t>
            </a:r>
          </a:p>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completed outcome</a:t>
            </a:r>
          </a:p>
        </p:txBody>
      </p:sp>
      <p:cxnSp>
        <p:nvCxnSpPr>
          <p:cNvPr id="20" name="S07_execute_edge_0" descr="EXECUTION: checked invocation">
            <a:extLst>
              <a:ext uri="urn:g6b3r1:native-source:v1">
                <g6:source xmlns:g6="urn:g6b3r1:native-source:v1">{"alt":"EXECUTION: checked invocation","color":"#176B68","h":0,"head":"triangle","id":"S07_execute_edge_0","kind":"arrow","reading_order":18,"relation_type":"EXECUTION","source_id":"S07_execute_0","stroke_width":2,"target_id":"S07_execute_1","w":-149,"x":934,"y":498}</g6:source>
              </a:ext>
            </a:extLst>
          </p:cNvPr>
          <p:cNvCxnSpPr>
            <a:stCxn xmlns:a="http://schemas.openxmlformats.org/drawingml/2006/main" id="14" idx="1"/>
            <a:endCxn xmlns:a="http://schemas.openxmlformats.org/drawingml/2006/main" id="16" idx="3"/>
          </p:cNvCxnSpPr>
          <p:nvPr/>
        </p:nvCxnSpPr>
        <p:spPr>
          <a:xfrm xmlns:a="http://schemas.openxmlformats.org/drawingml/2006/main" flipH="1" rot="0" flipV="0">
            <a:off x="7477125" y="4743450"/>
            <a:ext cx="1419225" cy="0"/>
          </a:xfrm>
          <a:prstGeom xmlns:a="http://schemas.openxmlformats.org/drawingml/2006/main" prst="straightConnector1">
            <a:avLst/>
          </a:prstGeom>
          <a:ln xmlns:a="http://schemas.openxmlformats.org/drawingml/2006/main" w="19050">
            <a:solidFill>
              <a:srgbClr val="176B68"/>
            </a:solidFill>
            <a:tailEnd type="triangle" w="med" len="med"/>
          </a:ln>
        </p:spPr>
      </p:cxnSp>
      <p:sp>
        <p:nvSpPr>
          <p:cNvPr id="21" name="S07_execute_edge_0_label" descr="execute edge 0 label">
            <a:extLst xmlns:a="http://schemas.openxmlformats.org/drawingml/2006/main">
              <a:ext uri="{FF2B5EF4-FFF2-40B4-BE49-F238E27FC236}">
                <a16:creationId xmlns:a16="http://schemas.microsoft.com/office/drawing/2014/main" id="{04C36FA0-A09A-573A-9601-54B9E2EED927}"/>
              </a:ext>
              <a:ext uri="urn:g6b3r1:native-source:v1">
                <g6:source xmlns:g6="urn:g6b3r1:native-source:v1">{"alt":"execute edge 0 label","bold":false,"color":"#43595D","font_px":17,"h":78,"id":"S07_execute_edge_0_label","kind":"text","line_height_px":19.549999999999997,"reading_order":19,"text":"checked\ninvocation","w":141,"x":789,"y":416}</g6:source>
              </a:ext>
            </a:extLst>
          </p:cNvPr>
          <p:cNvSpPr>
            <a:spLocks xmlns:a="http://schemas.openxmlformats.org/drawingml/2006/main" noGrp="1"/>
          </p:cNvSpPr>
          <p:nvPr/>
        </p:nvSpPr>
        <p:spPr>
          <a:xfrm xmlns:a="http://schemas.openxmlformats.org/drawingml/2006/main">
            <a:off x="7515225" y="3962400"/>
            <a:ext cx="13430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466"/>
              </a:lnSpc>
              <a:spcBef>
                <a:spcPts val="0"/>
              </a:spcBef>
              <a:spcAft>
                <a:spcPts val="0"/>
              </a:spcAft>
              <a:defRPr sz="1275" b="0">
                <a:solidFill>
                  <a:srgbClr val="43595D"/>
                </a:solidFill>
                <a:latin typeface="Nimbus Sans"/>
                <a:ea typeface="Nimbus Sans"/>
                <a:cs typeface="Nimbus Sans"/>
              </a:defRPr>
            </a:pPr>
            <a:r>
              <a:rPr sz="1275" b="0">
                <a:solidFill>
                  <a:srgbClr val="43595D"/>
                </a:solidFill>
                <a:latin typeface="Nimbus Sans"/>
                <a:ea typeface="Nimbus Sans"/>
                <a:cs typeface="Nimbus Sans"/>
              </a:rPr>
              <a:t>checked</a:t>
            </a:r>
          </a:p>
          <a:p xmlns:a="http://schemas.openxmlformats.org/drawingml/2006/main">
            <a:pPr algn="l">
              <a:lnSpc>
                <a:spcPts val="1466"/>
              </a:lnSpc>
              <a:spcBef>
                <a:spcPts val="0"/>
              </a:spcBef>
              <a:spcAft>
                <a:spcPts val="0"/>
              </a:spcAft>
              <a:defRPr sz="1275" b="0">
                <a:solidFill>
                  <a:srgbClr val="43595D"/>
                </a:solidFill>
                <a:latin typeface="Nimbus Sans"/>
                <a:ea typeface="Nimbus Sans"/>
                <a:cs typeface="Nimbus Sans"/>
              </a:defRPr>
            </a:pPr>
            <a:r>
              <a:rPr sz="1275" b="0">
                <a:solidFill>
                  <a:srgbClr val="43595D"/>
                </a:solidFill>
                <a:latin typeface="Nimbus Sans"/>
                <a:ea typeface="Nimbus Sans"/>
                <a:cs typeface="Nimbus Sans"/>
              </a:rPr>
              <a:t>invocation</a:t>
            </a:r>
          </a:p>
        </p:txBody>
      </p:sp>
      <p:cxnSp>
        <p:nvCxnSpPr>
          <p:cNvPr id="22" name="S07_execute_edge_1" descr="DATA: result evidence">
            <a:extLst>
              <a:ext uri="urn:g6b3r1:native-source:v1">
                <g6:source xmlns:g6="urn:g6b3r1:native-source:v1">{"alt":"DATA: result evidence","color":"#176B68","h":0,"head":"triangle","id":"S07_execute_edge_1","kind":"arrow","reading_order":20,"relation_type":"DATA","source_id":"S07_execute_1","stroke_width":2,"target_id":"S07_execute_2","w":-149,"x":495,"y":498}</g6:source>
              </a:ext>
            </a:extLst>
          </p:cNvPr>
          <p:cNvCxnSpPr>
            <a:stCxn xmlns:a="http://schemas.openxmlformats.org/drawingml/2006/main" id="16" idx="1"/>
            <a:endCxn xmlns:a="http://schemas.openxmlformats.org/drawingml/2006/main" id="18" idx="3"/>
          </p:cNvCxnSpPr>
          <p:nvPr/>
        </p:nvCxnSpPr>
        <p:spPr>
          <a:xfrm xmlns:a="http://schemas.openxmlformats.org/drawingml/2006/main" flipH="1" rot="0" flipV="0">
            <a:off x="3295650" y="4743450"/>
            <a:ext cx="1419225" cy="0"/>
          </a:xfrm>
          <a:prstGeom xmlns:a="http://schemas.openxmlformats.org/drawingml/2006/main" prst="straightConnector1">
            <a:avLst/>
          </a:prstGeom>
          <a:ln xmlns:a="http://schemas.openxmlformats.org/drawingml/2006/main" w="19050">
            <a:solidFill>
              <a:srgbClr val="176B68"/>
            </a:solidFill>
            <a:tailEnd type="triangle" w="med" len="med"/>
          </a:ln>
        </p:spPr>
      </p:cxnSp>
      <p:sp>
        <p:nvSpPr>
          <p:cNvPr id="23" name="S07_execute_edge_1_label" descr="execute edge 1 label">
            <a:extLst xmlns:a="http://schemas.openxmlformats.org/drawingml/2006/main">
              <a:ext uri="{FF2B5EF4-FFF2-40B4-BE49-F238E27FC236}">
                <a16:creationId xmlns:a16="http://schemas.microsoft.com/office/drawing/2014/main" id="{79D17B93-F103-532D-85A1-E7DDD1506591}"/>
              </a:ext>
              <a:ext uri="urn:g6b3r1:native-source:v1">
                <g6:source xmlns:g6="urn:g6b3r1:native-source:v1">{"alt":"execute edge 1 label","bold":false,"color":"#43595D","font_px":17,"h":78,"id":"S07_execute_edge_1_label","kind":"text","line_height_px":19.549999999999997,"reading_order":21,"text":"result evidence","w":141,"x":350,"y":416}</g6:source>
              </a:ext>
            </a:extLst>
          </p:cNvPr>
          <p:cNvSpPr>
            <a:spLocks xmlns:a="http://schemas.openxmlformats.org/drawingml/2006/main" noGrp="1"/>
          </p:cNvSpPr>
          <p:nvPr/>
        </p:nvSpPr>
        <p:spPr>
          <a:xfrm xmlns:a="http://schemas.openxmlformats.org/drawingml/2006/main">
            <a:off x="3333750" y="3962400"/>
            <a:ext cx="13430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466"/>
              </a:lnSpc>
              <a:spcBef>
                <a:spcPts val="0"/>
              </a:spcBef>
              <a:spcAft>
                <a:spcPts val="0"/>
              </a:spcAft>
              <a:defRPr sz="1275" b="0">
                <a:solidFill>
                  <a:srgbClr val="43595D"/>
                </a:solidFill>
                <a:latin typeface="Nimbus Sans"/>
                <a:ea typeface="Nimbus Sans"/>
                <a:cs typeface="Nimbus Sans"/>
              </a:defRPr>
            </a:pPr>
            <a:r>
              <a:rPr sz="1275" b="0">
                <a:solidFill>
                  <a:srgbClr val="43595D"/>
                </a:solidFill>
                <a:latin typeface="Nimbus Sans"/>
                <a:ea typeface="Nimbus Sans"/>
                <a:cs typeface="Nimbus Sans"/>
              </a:rPr>
              <a:t>result evidence</a:t>
            </a:r>
          </a:p>
        </p:txBody>
      </p:sp>
      <p:cxnSp>
        <p:nvCxnSpPr>
          <p:cNvPr id="24" name="S07_packet_consumption" descr="PERMISSION: actual current packet">
            <a:extLst>
              <a:ext uri="urn:g6b3r1:native-source:v1">
                <g6:source xmlns:g6="urn:g6b3r1:native-source:v1">{"alt":"PERMISSION: actual current packet","color":"#A13D32","h":107,"head":"triangle","id":"S07_packet_consumption","kind":"arrow","reading_order":22,"relation_type":"PERMISSION","source_id":"S07_review_2","stroke_width":2,"target_id":"S07_execute_0","w":0,"x":1079,"y":336}</g6:source>
              </a:ext>
            </a:extLst>
          </p:cNvPr>
          <p:cNvCxnSpPr>
            <a:stCxn xmlns:a="http://schemas.openxmlformats.org/drawingml/2006/main" id="8" idx="2"/>
            <a:endCxn xmlns:a="http://schemas.openxmlformats.org/drawingml/2006/main" id="14" idx="0"/>
          </p:cNvCxnSpPr>
          <p:nvPr/>
        </p:nvCxnSpPr>
        <p:spPr>
          <a:xfrm xmlns:a="http://schemas.openxmlformats.org/drawingml/2006/main" rot="0" flipH="0" flipV="0">
            <a:off x="10277475" y="3200400"/>
            <a:ext cx="0" cy="1019175"/>
          </a:xfrm>
          <a:prstGeom xmlns:a="http://schemas.openxmlformats.org/drawingml/2006/main" prst="straightConnector1">
            <a:avLst/>
          </a:prstGeom>
          <a:ln xmlns:a="http://schemas.openxmlformats.org/drawingml/2006/main" w="19050">
            <a:solidFill>
              <a:srgbClr val="A13D32"/>
            </a:solidFill>
            <a:tailEnd type="triangle" w="med" len="med"/>
          </a:ln>
        </p:spPr>
      </p:cxnSp>
      <p:sp>
        <p:nvSpPr>
          <p:cNvPr id="25" name="S07_packet_consumption_label" descr="packet consumption label">
            <a:extLst xmlns:a="http://schemas.openxmlformats.org/drawingml/2006/main">
              <a:ext uri="{FF2B5EF4-FFF2-40B4-BE49-F238E27FC236}">
                <a16:creationId xmlns:a16="http://schemas.microsoft.com/office/drawing/2014/main" id="{A6FF5C20-1DFF-5B10-B355-701D6454DF96}"/>
              </a:ext>
              <a:ext uri="urn:g6b3r1:native-source:v1">
                <g6:source xmlns:g6="urn:g6b3r1:native-source:v1">{"alt":"packet consumption label","bold":false,"color":"#43595D","font_px":19,"h":48,"id":"S07_packet_consumption_label","kind":"text","line_height_px":21.849999999999998,"reading_order":23,"text":"actual current packet","w":260,"x":818,"y":367}</g6:source>
              </a:ext>
            </a:extLst>
          </p:cNvPr>
          <p:cNvSpPr>
            <a:spLocks xmlns:a="http://schemas.openxmlformats.org/drawingml/2006/main" noGrp="1"/>
          </p:cNvSpPr>
          <p:nvPr/>
        </p:nvSpPr>
        <p:spPr>
          <a:xfrm xmlns:a="http://schemas.openxmlformats.org/drawingml/2006/main">
            <a:off x="7791450" y="3495675"/>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639"/>
              </a:lnSpc>
              <a:spcBef>
                <a:spcPts val="0"/>
              </a:spcBef>
              <a:spcAft>
                <a:spcPts val="0"/>
              </a:spcAft>
              <a:defRPr sz="1425" b="0">
                <a:solidFill>
                  <a:srgbClr val="43595D"/>
                </a:solidFill>
                <a:latin typeface="Nimbus Sans"/>
                <a:ea typeface="Nimbus Sans"/>
                <a:cs typeface="Nimbus Sans"/>
              </a:defRPr>
            </a:pPr>
            <a:r>
              <a:rPr sz="1425" b="0">
                <a:solidFill>
                  <a:srgbClr val="43595D"/>
                </a:solidFill>
                <a:latin typeface="Nimbus Sans"/>
                <a:ea typeface="Nimbus Sans"/>
                <a:cs typeface="Nimbus Sans"/>
              </a:rPr>
              <a:t>actual current packet</a:t>
            </a:r>
          </a:p>
        </p:txBody>
      </p:sp>
      <p:sp>
        <p:nvSpPr>
          <p:cNvPr id="26" name="S07_qualification" descr="qualification">
            <a:extLst xmlns:a="http://schemas.openxmlformats.org/drawingml/2006/main">
              <a:ext uri="{FF2B5EF4-FFF2-40B4-BE49-F238E27FC236}">
                <a16:creationId xmlns:a16="http://schemas.microsoft.com/office/drawing/2014/main" id="{8D1C674B-5902-56BF-B288-BE66AA50D1AB}"/>
              </a:ext>
              <a:ext uri="urn:g6b3r1:native-source:v1">
                <g6:source xmlns:g6="urn:g6b3r1:native-source:v1">{"alt":"qualification","bold":false,"color":"#43595D","font_px":23,"h":58,"id":"S07_qualification","kind":"text","line_height_px":26.45,"reading_order":24,"text":"The packet feeds enforcement. Receipt may inform a later review, but grants no new action and orders no\ncleanup.","w":1162,"x":56,"y":596}</g6:source>
              </a:ext>
            </a:extLst>
          </p:cNvPr>
          <p:cNvSpPr>
            <a:spLocks xmlns:a="http://schemas.openxmlformats.org/drawingml/2006/main" noGrp="1"/>
          </p:cNvSpPr>
          <p:nvPr/>
        </p:nvSpPr>
        <p:spPr>
          <a:xfrm xmlns:a="http://schemas.openxmlformats.org/drawingml/2006/main">
            <a:off x="533400" y="5676900"/>
            <a:ext cx="11068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984"/>
              </a:lnSpc>
              <a:spcBef>
                <a:spcPts val="0"/>
              </a:spcBef>
              <a:spcAft>
                <a:spcPts val="0"/>
              </a:spcAft>
              <a:defRPr sz="1725" b="0">
                <a:solidFill>
                  <a:srgbClr val="43595D"/>
                </a:solidFill>
                <a:latin typeface="Nimbus Sans"/>
                <a:ea typeface="Nimbus Sans"/>
                <a:cs typeface="Nimbus Sans"/>
              </a:defRPr>
            </a:pPr>
            <a:r>
              <a:rPr sz="1725" b="0">
                <a:solidFill>
                  <a:srgbClr val="43595D"/>
                </a:solidFill>
                <a:latin typeface="Nimbus Sans"/>
                <a:ea typeface="Nimbus Sans"/>
                <a:cs typeface="Nimbus Sans"/>
              </a:rPr>
              <a:t>The packet feeds enforcement. Receipt may inform a later review, but grants no new action and orders no</a:t>
            </a:r>
          </a:p>
          <a:p xmlns:a="http://schemas.openxmlformats.org/drawingml/2006/main">
            <a:pPr algn="l">
              <a:lnSpc>
                <a:spcPts val="1984"/>
              </a:lnSpc>
              <a:spcBef>
                <a:spcPts val="0"/>
              </a:spcBef>
              <a:spcAft>
                <a:spcPts val="0"/>
              </a:spcAft>
              <a:defRPr sz="1725" b="0">
                <a:solidFill>
                  <a:srgbClr val="43595D"/>
                </a:solidFill>
                <a:latin typeface="Nimbus Sans"/>
                <a:ea typeface="Nimbus Sans"/>
                <a:cs typeface="Nimbus Sans"/>
              </a:defRPr>
            </a:pPr>
            <a:r>
              <a:rPr sz="1725" b="0">
                <a:solidFill>
                  <a:srgbClr val="43595D"/>
                </a:solidFill>
                <a:latin typeface="Nimbus Sans"/>
                <a:ea typeface="Nimbus Sans"/>
                <a:cs typeface="Nimbus Sans"/>
              </a:rPr>
              <a:t>cleanup.</a:t>
            </a:r>
          </a:p>
        </p:txBody>
      </p:sp>
      <p:sp>
        <p:nvSpPr>
          <p:cNvPr id="27" name="S07_rule" descr="rule">
            <a:extLst xmlns:a="http://schemas.openxmlformats.org/drawingml/2006/main">
              <a:ext uri="{FF2B5EF4-FFF2-40B4-BE49-F238E27FC236}">
                <a16:creationId xmlns:a16="http://schemas.microsoft.com/office/drawing/2014/main" id="{4F67F58B-A4AC-5655-9F53-28250D296C39}"/>
              </a:ext>
              <a:ext uri="urn:g6b3r1:native-source:v1">
                <g6:source xmlns:g6="urn:g6b3r1:native-source:v1">{"alt":"rule","color":"#B8C8C6","h":0,"id":"S07_rule","kind":"line","reading_order":25,"stroke_width":1,"w":1162,"x":56,"y":671}</g6:source>
              </a:ext>
            </a:extLst>
          </p:cNvPr>
          <p:cNvSpPr>
            <a:spLocks xmlns:a="http://schemas.openxmlformats.org/drawingml/2006/main" noGrp="1"/>
          </p:cNvSpPr>
          <p:nvPr/>
        </p:nvSpPr>
        <p:spPr>
          <a:xfrm xmlns:a="http://schemas.openxmlformats.org/drawingml/2006/main" flipH="0" flipV="0" rot="0">
            <a:off x="533400" y="6391275"/>
            <a:ext cx="11068050" cy="0"/>
          </a:xfrm>
          <a:prstGeom xmlns:a="http://schemas.openxmlformats.org/drawingml/2006/main" prst="line">
            <a:avLst/>
          </a:prstGeom>
          <a:noFill xmlns:a="http://schemas.openxmlformats.org/drawingml/2006/main"/>
          <a:ln xmlns:a="http://schemas.openxmlformats.org/drawingml/2006/main" w="9525">
            <a:solidFill>
              <a:srgbClr val="B8C8C6"/>
            </a:solidFill>
          </a:ln>
        </p:spPr>
      </p:sp>
      <p:sp>
        <p:nvSpPr>
          <p:cNvPr id="28" name="S07_source_link" descr="source link">
            <a:hlinkClick r:id="g6b3r1Link27"/>
            <a:extLst xmlns:a="http://schemas.openxmlformats.org/drawingml/2006/main">
              <a:ext uri="{FF2B5EF4-FFF2-40B4-BE49-F238E27FC236}">
                <a16:creationId xmlns:a16="http://schemas.microsoft.com/office/drawing/2014/main" id="{16F1DE0E-BDE8-5B18-AD65-5FB636CEE3D2}"/>
              </a:ext>
              <a:ext uri="urn:g6b3r1:native-source:v1">
                <g6:source xmlns:g6="urn:g6b3r1:native-source:v1">{"alt":"source link","bold":false,"color":"#315E8B","font_px":18,"h":27,"id":"S07_source_link","kind":"text","line_height_px":20.7,"link_target":"https://github.com/AAkhtanin/hedgehog-os/blob/2e965ecb18e545e428380eb8e9aa5a7037a388be/specs/current_architecture_lock_v01.md","reading_order":26,"text":"S07 Source: architecture","w":560,"x":56,"y":685}</g6:source>
              </a:ext>
            </a:extLst>
          </p:cNvPr>
          <p:cNvSpPr>
            <a:spLocks xmlns:a="http://schemas.openxmlformats.org/drawingml/2006/main" noGrp="1"/>
          </p:cNvSpPr>
          <p:nvPr/>
        </p:nvSpPr>
        <p:spPr>
          <a:xfrm xmlns:a="http://schemas.openxmlformats.org/drawingml/2006/main">
            <a:off x="533400" y="6524625"/>
            <a:ext cx="5334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553"/>
              </a:lnSpc>
              <a:spcBef>
                <a:spcPts val="0"/>
              </a:spcBef>
              <a:spcAft>
                <a:spcPts val="0"/>
              </a:spcAft>
              <a:defRPr sz="1350" b="0">
                <a:solidFill>
                  <a:srgbClr val="315E8B"/>
                </a:solidFill>
                <a:latin typeface="Nimbus Sans"/>
                <a:ea typeface="Nimbus Sans"/>
                <a:cs typeface="Nimbus Sans"/>
              </a:defRPr>
            </a:pPr>
            <a:r>
              <a:rPr sz="1350" b="0">
                <a:solidFill>
                  <a:srgbClr val="315E8B"/>
                </a:solidFill>
                <a:latin typeface="Nimbus Sans"/>
                <a:ea typeface="Nimbus Sans"/>
                <a:cs typeface="Nimbus Sans"/>
              </a:rPr>
              <a:t>S07 Source: architecture</a:t>
            </a:r>
          </a:p>
        </p:txBody>
      </p:sp>
      <p:sp>
        <p:nvSpPr>
          <p:cNvPr id="29" name="S07_atlas_locator" descr="atlas locator">
            <a:hlinkClick r:id="g6b3r1Link28"/>
            <a:extLst xmlns:a="http://schemas.openxmlformats.org/drawingml/2006/main">
              <a:ext uri="{FF2B5EF4-FFF2-40B4-BE49-F238E27FC236}">
                <a16:creationId xmlns:a16="http://schemas.microsoft.com/office/drawing/2014/main" id="{263F173C-76B7-5306-96EB-51638AD43BD2}"/>
              </a:ext>
              <a:ext uri="urn:g6b3r1:native-source:v1">
                <g6:source xmlns:g6="urn:g6b3r1:native-source:v1">{"alt":"atlas locator","bold":false,"color":"#315E8B","font_px":17,"h":27,"id":"S07_atlas_locator","kind":"text","line_height_px":19.549999999999997,"link_target":"../atlas/README.html","reading_order":27,"text":"Atlas: Overview / GEO 1 2 3 4 5 6 7","w":560,"x":660,"y":685}</g6:source>
              </a:ext>
            </a:extLst>
          </p:cNvPr>
          <p:cNvSpPr>
            <a:spLocks xmlns:a="http://schemas.openxmlformats.org/drawingml/2006/main" noGrp="1"/>
          </p:cNvSpPr>
          <p:nvPr/>
        </p:nvSpPr>
        <p:spPr>
          <a:xfrm xmlns:a="http://schemas.openxmlformats.org/drawingml/2006/main">
            <a:off x="6286500" y="6524625"/>
            <a:ext cx="5334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466"/>
              </a:lnSpc>
              <a:spcBef>
                <a:spcPts val="0"/>
              </a:spcBef>
              <a:spcAft>
                <a:spcPts val="0"/>
              </a:spcAft>
              <a:defRPr sz="1275" b="0">
                <a:solidFill>
                  <a:srgbClr val="315E8B"/>
                </a:solidFill>
                <a:latin typeface="Nimbus Sans"/>
                <a:ea typeface="Nimbus Sans"/>
                <a:cs typeface="Nimbus Sans"/>
              </a:defRPr>
            </a:pPr>
            <a:r>
              <a:rPr sz="1275" b="0">
                <a:solidFill>
                  <a:srgbClr val="315E8B"/>
                </a:solidFill>
                <a:latin typeface="Nimbus Sans"/>
                <a:ea typeface="Nimbus Sans"/>
                <a:cs typeface="Nimbus Sans"/>
              </a:rPr>
              <a:t>Atlas: Overview / GEO 1 2 3 4 5 6 7</a:t>
            </a:r>
          </a:p>
        </p:txBody>
      </p:sp>
    </p:spTree>
    <p:extLst>
      <p:ext uri="{BB962C8B-B14F-4D97-AF65-F5344CB8AC3E}">
        <p14:creationId xmlns:p14="http://schemas.microsoft.com/office/powerpoint/2010/main" val="4073530808"/>
      </p:ext>
      <p:ext uri="urn:g6b3r1:native-source:v1">
        <g6:source xmlns:g6="urn:g6b3r1:native-source:v1">{"id":"S07","notes_en":"CONCEPTUAL AUTHORITY PATTERN  /  Real carrier roles, no extra process implied\n\nA result reaches an action through current authority CONCEPTUAL AUTHORITY PATTERN / Real carrier roles, no extra process implied Proposed result and evidence Current local Root review Scoped current ActionCommitPacket review input local action decision Host / Firewall prestart enforcement Bounded executor actual effect EvidenceReceipt completed outcome checked invocation result evidence actual current packet The packet feeds enforcement. Receipt may inform a later review, but grants no new action and orders no cleanup.\n\nThis is an editorial explanation of the named recorded or conceptual scope, not a new runtime result. Follow the source references for exact fields and limitations. B5 and final publication are not performed.","notes_ru":"Возвращённый результат поддерживает рассмотрение. Root создаёт текущий ограниченный пакет; Host и Firewall проверяют его перед эффектом. Квитанция фиксирует результат.","reading_order":["S07_title","S07_scope","S07_review_0","S07_review_0_label","S07_review_1","S07_review_1_label","S07_review_2","S07_review_2_label","S07_review_edge_0","S07_review_edge_0_label","S07_review_edge_1","S07_review_edge_1_label","S07_execute_0","S07_execute_0_label","S07_execute_1","S07_execute_1_label","S07_execute_2","S07_execute_2_label","S07_execute_edge_0","S07_execute_edge_0_label","S07_execute_edge_1","S07_execute_edge_1_label","S07_packet_consumption","S07_packet_consumption_label","S07_qualification","S07_rule","S07_source_link","S07_atlas_locator"],"relations":[{"id":"S07_review_edge_0","item":"review input","relation":"DATA","source":"RESULT","source_object":"S07_review_0","target":"ROOT","target_object":"S07_review_1"},{"id":"S07_review_edge_1","item":"local action decision","relation":"PERMISSION","source":"ROOT","source_object":"S07_review_1","target":"PACKET","target_object":"S07_review_2"},{"id":"S07_execute_edge_0","item":"checked invocation","relation":"EXECUTION","source":"FIREWALL","source_object":"S07_execute_0","target":"EXECUTOR","target_object":"S07_execute_1"},{"id":"S07_execute_edge_1","item":"result evidence","relation":"DATA","source":"EXECUTOR","source_object":"S07_execute_1","target":"RECEIPT","target_object":"S07_execute_2"},{"id":"S07_packet_consumption","item":"actual current packet","relation":"PERMISSION","source":"PACKET","source_object":"S07_review_2","target":"FIREWALL","target_object":"S07_execute_0"}],"scope":"CONCEPTUAL AUTHORITY PATTERN  /  Real carrier roles, no extra process implied","source_refs":[{"label":"architecture","target":"https://github.com/AAkhtanin/hedgehog-os/blob/2e965ecb18e545e428380eb8e9aa5a7037a388be/specs/current_architecture_lock_v01.md"},{"label":"chapter","target":"../chapters/02_geometry.html"}],"title":"A result reaches an action through current authority"}</g6:source>
      </p:ext>
    </p:extLst>
  </p:cSld>
</p:sld>
</file>

<file path=ppt/slides/slide8.xml><?xml version="1.0" encoding="utf-8"?>
<p:sld xmlns:p="http://schemas.openxmlformats.org/presentationml/2006/main" xmlns:a="http://schemas.openxmlformats.org/drawingml/2006/main" xmlns:r="http://schemas.openxmlformats.org/officeDocument/2006/relationships">
  <p:cSld name="S08">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08_title" descr="title">
            <a:extLst xmlns:a="http://schemas.openxmlformats.org/drawingml/2006/main">
              <a:ext uri="{FF2B5EF4-FFF2-40B4-BE49-F238E27FC236}">
                <a16:creationId xmlns:a16="http://schemas.microsoft.com/office/drawing/2014/main" id="{CC24532D-0912-51B9-AE41-AA83CF06C808}"/>
              </a:ext>
              <a:ext uri="urn:g6b3r1:native-source:v1">
                <g6:source xmlns:g6="urn:g6b3r1:native-source:v1">{"alt":"title","bold":true,"color":"#16282B","font_px":42,"h":75,"id":"S08_title","kind":"text","line_height_px":48.3,"reading_order":0,"text":"One paid period, distinct session decisions","w":1170,"x":54,"y":36}</g6:source>
              </a:ext>
            </a:extLst>
          </p:cNvPr>
          <p:cNvSpPr>
            <a:spLocks xmlns:a="http://schemas.openxmlformats.org/drawingml/2006/main" noGrp="1"/>
          </p:cNvSpPr>
          <p:nvPr/>
        </p:nvSpPr>
        <p:spPr>
          <a:xfrm xmlns:a="http://schemas.openxmlformats.org/drawingml/2006/main">
            <a:off x="514350" y="342900"/>
            <a:ext cx="11144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3623"/>
              </a:lnSpc>
              <a:spcBef>
                <a:spcPts val="0"/>
              </a:spcBef>
              <a:spcAft>
                <a:spcPts val="0"/>
              </a:spcAft>
              <a:defRPr sz="3150" b="1">
                <a:solidFill>
                  <a:srgbClr val="16282B"/>
                </a:solidFill>
                <a:latin typeface="Nimbus Sans"/>
                <a:ea typeface="Nimbus Sans"/>
                <a:cs typeface="Nimbus Sans"/>
              </a:defRPr>
            </a:pPr>
            <a:r>
              <a:rPr sz="3150" b="1">
                <a:solidFill>
                  <a:srgbClr val="16282B"/>
                </a:solidFill>
                <a:latin typeface="Nimbus Sans"/>
                <a:ea typeface="Nimbus Sans"/>
                <a:cs typeface="Nimbus Sans"/>
              </a:rPr>
              <a:t>One paid period, distinct session decisions</a:t>
            </a:r>
          </a:p>
        </p:txBody>
      </p:sp>
      <p:sp>
        <p:nvSpPr>
          <p:cNvPr id="3" name="S08_scope" descr="scope">
            <a:extLst xmlns:a="http://schemas.openxmlformats.org/drawingml/2006/main">
              <a:ext uri="{FF2B5EF4-FFF2-40B4-BE49-F238E27FC236}">
                <a16:creationId xmlns:a16="http://schemas.microsoft.com/office/drawing/2014/main" id="{B2388B0F-4FA1-5A2D-82F1-8AE84779C382}"/>
              </a:ext>
              <a:ext uri="urn:g6b3r1:native-source:v1">
                <g6:source xmlns:g6="urn:g6b3r1:native-source:v1">{"alt":"scope","bold":false,"color":"#43595D","font_px":23,"h":54,"id":"S08_scope","kind":"text","line_height_px":26.45,"reading_order":1,"text":"RECORDED ATLAS T2 / Lawful main and expiry control use separate Device Hosts","w":1160,"x":56,"y":113}</g6:source>
              </a:ext>
            </a:extLst>
          </p:cNvPr>
          <p:cNvSpPr>
            <a:spLocks xmlns:a="http://schemas.openxmlformats.org/drawingml/2006/main" noGrp="1"/>
          </p:cNvSpPr>
          <p:nvPr/>
        </p:nvSpPr>
        <p:spPr>
          <a:xfrm xmlns:a="http://schemas.openxmlformats.org/drawingml/2006/main">
            <a:off x="533400" y="1076325"/>
            <a:ext cx="1104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984"/>
              </a:lnSpc>
              <a:spcBef>
                <a:spcPts val="0"/>
              </a:spcBef>
              <a:spcAft>
                <a:spcPts val="0"/>
              </a:spcAft>
              <a:defRPr sz="1725" b="0">
                <a:solidFill>
                  <a:srgbClr val="43595D"/>
                </a:solidFill>
                <a:latin typeface="Nimbus Sans"/>
                <a:ea typeface="Nimbus Sans"/>
                <a:cs typeface="Nimbus Sans"/>
              </a:defRPr>
            </a:pPr>
            <a:r>
              <a:rPr sz="1725" b="0">
                <a:solidFill>
                  <a:srgbClr val="43595D"/>
                </a:solidFill>
                <a:latin typeface="Nimbus Sans"/>
                <a:ea typeface="Nimbus Sans"/>
                <a:cs typeface="Nimbus Sans"/>
              </a:rPr>
              <a:t>RECORDED ATLAS T2 / Lawful main and expiry control use separate Device Hosts</a:t>
            </a:r>
          </a:p>
        </p:txBody>
      </p:sp>
      <p:sp>
        <p:nvSpPr>
          <p:cNvPr id="4" name="S08_period" descr="period">
            <a:extLst xmlns:a="http://schemas.openxmlformats.org/drawingml/2006/main">
              <a:ext uri="{FF2B5EF4-FFF2-40B4-BE49-F238E27FC236}">
                <a16:creationId xmlns:a16="http://schemas.microsoft.com/office/drawing/2014/main" id="{D28B60EF-D462-5E64-93F9-9B7285221C1C}"/>
              </a:ext>
              <a:ext uri="urn:g6b3r1:native-source:v1">
                <g6:source xmlns:g6="urn:g6b3r1:native-source:v1">{"alt":"period","bold":true,"color":"#16282B","font_px":25,"h":40,"id":"S08_period","kind":"text","line_height_px":28.749999999999996,"reading_order":2,"text":"PAID PERIOD","w":250,"x":56,"y":205}</g6:source>
              </a:ext>
            </a:extLst>
          </p:cNvPr>
          <p:cNvSpPr>
            <a:spLocks xmlns:a="http://schemas.openxmlformats.org/drawingml/2006/main" noGrp="1"/>
          </p:cNvSpPr>
          <p:nvPr/>
        </p:nvSpPr>
        <p:spPr>
          <a:xfrm xmlns:a="http://schemas.openxmlformats.org/drawingml/2006/main">
            <a:off x="533400" y="1952625"/>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156"/>
              </a:lnSpc>
              <a:spcBef>
                <a:spcPts val="0"/>
              </a:spcBef>
              <a:spcAft>
                <a:spcPts val="0"/>
              </a:spcAft>
              <a:defRPr sz="1875" b="1">
                <a:solidFill>
                  <a:srgbClr val="16282B"/>
                </a:solidFill>
                <a:latin typeface="Nimbus Sans"/>
                <a:ea typeface="Nimbus Sans"/>
                <a:cs typeface="Nimbus Sans"/>
              </a:defRPr>
            </a:pPr>
            <a:r>
              <a:rPr sz="1875" b="1">
                <a:solidFill>
                  <a:srgbClr val="16282B"/>
                </a:solidFill>
                <a:latin typeface="Nimbus Sans"/>
                <a:ea typeface="Nimbus Sans"/>
                <a:cs typeface="Nimbus Sans"/>
              </a:rPr>
              <a:t>PAID PERIOD</a:t>
            </a:r>
          </a:p>
        </p:txBody>
      </p:sp>
      <p:sp>
        <p:nvSpPr>
          <p:cNvPr id="5" name="S08_paid" descr="retained paid-period interval">
            <a:extLst xmlns:a="http://schemas.openxmlformats.org/drawingml/2006/main">
              <a:ext uri="{FF2B5EF4-FFF2-40B4-BE49-F238E27FC236}">
                <a16:creationId xmlns:a16="http://schemas.microsoft.com/office/drawing/2014/main" id="{DED8BB96-5239-523A-90A2-841317DEE55D}"/>
              </a:ext>
              <a:ext uri="urn:g6b3r1:native-source:v1">
                <g6:source xmlns:g6="urn:g6b3r1:native-source:v1">{"alt":"retained paid-period interval","fill":"#DDECE6","h":45,"id":"S08_paid","kind":"rect","reading_order":3,"stroke":"#176B68","stroke_width":2,"w":820,"x":340,"y":206}</g6:source>
              </a:ext>
            </a:extLst>
          </p:cNvPr>
          <p:cNvSpPr>
            <a:spLocks xmlns:a="http://schemas.openxmlformats.org/drawingml/2006/main" noGrp="1"/>
          </p:cNvSpPr>
          <p:nvPr/>
        </p:nvSpPr>
        <p:spPr>
          <a:xfrm xmlns:a="http://schemas.openxmlformats.org/drawingml/2006/main">
            <a:off x="3238500" y="1962150"/>
            <a:ext cx="7810500" cy="428625"/>
          </a:xfrm>
          <a:prstGeom xmlns:a="http://schemas.openxmlformats.org/drawingml/2006/main" prst="rect">
            <a:avLst/>
          </a:prstGeom>
          <a:solidFill xmlns:a="http://schemas.openxmlformats.org/drawingml/2006/main">
            <a:srgbClr val="DDECE6"/>
          </a:solidFill>
          <a:ln xmlns:a="http://schemas.openxmlformats.org/drawingml/2006/main" w="19050">
            <a:solidFill>
              <a:srgbClr val="176B68"/>
            </a:solidFill>
          </a:ln>
        </p:spPr>
      </p:sp>
      <p:sp>
        <p:nvSpPr>
          <p:cNvPr id="6" name="S08_session" descr="session">
            <a:extLst xmlns:a="http://schemas.openxmlformats.org/drawingml/2006/main">
              <a:ext uri="{FF2B5EF4-FFF2-40B4-BE49-F238E27FC236}">
                <a16:creationId xmlns:a16="http://schemas.microsoft.com/office/drawing/2014/main" id="{A9F7F5FB-5750-55A4-84C3-5345AB0E15E9}"/>
              </a:ext>
              <a:ext uri="urn:g6b3r1:native-source:v1">
                <g6:source xmlns:g6="urn:g6b3r1:native-source:v1">{"alt":"session","bold":true,"color":"#16282B","font_px":25,"h":40,"id":"S08_session","kind":"text","line_height_px":28.749999999999996,"reading_order":4,"text":"EXPIRY CONTROL","w":270,"x":56,"y":306}</g6:source>
              </a:ext>
            </a:extLst>
          </p:cNvPr>
          <p:cNvSpPr>
            <a:spLocks xmlns:a="http://schemas.openxmlformats.org/drawingml/2006/main" noGrp="1"/>
          </p:cNvSpPr>
          <p:nvPr/>
        </p:nvSpPr>
        <p:spPr>
          <a:xfrm xmlns:a="http://schemas.openxmlformats.org/drawingml/2006/main">
            <a:off x="533400" y="2914650"/>
            <a:ext cx="2571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156"/>
              </a:lnSpc>
              <a:spcBef>
                <a:spcPts val="0"/>
              </a:spcBef>
              <a:spcAft>
                <a:spcPts val="0"/>
              </a:spcAft>
              <a:defRPr sz="1875" b="1">
                <a:solidFill>
                  <a:srgbClr val="16282B"/>
                </a:solidFill>
                <a:latin typeface="Nimbus Sans"/>
                <a:ea typeface="Nimbus Sans"/>
                <a:cs typeface="Nimbus Sans"/>
              </a:defRPr>
            </a:pPr>
            <a:r>
              <a:rPr sz="1875" b="1">
                <a:solidFill>
                  <a:srgbClr val="16282B"/>
                </a:solidFill>
                <a:latin typeface="Nimbus Sans"/>
                <a:ea typeface="Nimbus Sans"/>
                <a:cs typeface="Nimbus Sans"/>
              </a:rPr>
              <a:t>EXPIRY CONTROL</a:t>
            </a:r>
          </a:p>
        </p:txBody>
      </p:sp>
      <p:sp>
        <p:nvSpPr>
          <p:cNvPr id="7" name="S08_old" descr="expired session is shorter than paid period">
            <a:extLst xmlns:a="http://schemas.openxmlformats.org/drawingml/2006/main">
              <a:ext uri="{FF2B5EF4-FFF2-40B4-BE49-F238E27FC236}">
                <a16:creationId xmlns:a16="http://schemas.microsoft.com/office/drawing/2014/main" id="{953D3446-9E3F-5BFB-8A65-D559007942A4}"/>
              </a:ext>
              <a:ext uri="urn:g6b3r1:native-source:v1">
                <g6:source xmlns:g6="urn:g6b3r1:native-source:v1">{"alt":"expired session is shorter than paid period","fill":"#F3DAD6","h":45,"id":"S08_old","kind":"rect","reading_order":5,"stroke":"#A13D32","stroke_width":2,"w":290,"x":340,"y":307}</g6:source>
              </a:ext>
            </a:extLst>
          </p:cNvPr>
          <p:cNvSpPr>
            <a:spLocks xmlns:a="http://schemas.openxmlformats.org/drawingml/2006/main" noGrp="1"/>
          </p:cNvSpPr>
          <p:nvPr/>
        </p:nvSpPr>
        <p:spPr>
          <a:xfrm xmlns:a="http://schemas.openxmlformats.org/drawingml/2006/main">
            <a:off x="3238500" y="2924175"/>
            <a:ext cx="2762250" cy="428625"/>
          </a:xfrm>
          <a:prstGeom xmlns:a="http://schemas.openxmlformats.org/drawingml/2006/main" prst="rect">
            <a:avLst/>
          </a:prstGeom>
          <a:solidFill xmlns:a="http://schemas.openxmlformats.org/drawingml/2006/main">
            <a:srgbClr val="F3DAD6"/>
          </a:solidFill>
          <a:ln xmlns:a="http://schemas.openxmlformats.org/drawingml/2006/main" w="19050">
            <a:solidFill>
              <a:srgbClr val="A13D32"/>
            </a:solidFill>
          </a:ln>
        </p:spPr>
      </p:sp>
      <p:sp>
        <p:nvSpPr>
          <p:cNvPr id="8" name="S08_refusal" descr="refusal">
            <a:extLst xmlns:a="http://schemas.openxmlformats.org/drawingml/2006/main">
              <a:ext uri="{FF2B5EF4-FFF2-40B4-BE49-F238E27FC236}">
                <a16:creationId xmlns:a16="http://schemas.microsoft.com/office/drawing/2014/main" id="{1C86B605-AEE6-50B1-B360-2AD9D32F779B}"/>
              </a:ext>
              <a:ext uri="urn:g6b3r1:native-source:v1">
                <g6:source xmlns:g6="urn:g6b3r1:native-source:v1">{"alt":"refusal","bold":false,"color":"#A13D32","font_px":28,"h":63,"id":"S08_refusal","kind":"text","line_height_px":32.199999999999996,"reading_order":6,"text":"At 1790115652: refuses","w":515,"x":670,"y":302}</g6:source>
              </a:ext>
            </a:extLst>
          </p:cNvPr>
          <p:cNvSpPr>
            <a:spLocks xmlns:a="http://schemas.openxmlformats.org/drawingml/2006/main" noGrp="1"/>
          </p:cNvSpPr>
          <p:nvPr/>
        </p:nvSpPr>
        <p:spPr>
          <a:xfrm xmlns:a="http://schemas.openxmlformats.org/drawingml/2006/main">
            <a:off x="6381750" y="2876550"/>
            <a:ext cx="49053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415"/>
              </a:lnSpc>
              <a:spcBef>
                <a:spcPts val="0"/>
              </a:spcBef>
              <a:spcAft>
                <a:spcPts val="0"/>
              </a:spcAft>
              <a:defRPr sz="2100" b="0">
                <a:solidFill>
                  <a:srgbClr val="A13D32"/>
                </a:solidFill>
                <a:latin typeface="Nimbus Sans"/>
                <a:ea typeface="Nimbus Sans"/>
                <a:cs typeface="Nimbus Sans"/>
              </a:defRPr>
            </a:pPr>
            <a:r>
              <a:rPr sz="2100" b="0">
                <a:solidFill>
                  <a:srgbClr val="A13D32"/>
                </a:solidFill>
                <a:latin typeface="Nimbus Sans"/>
                <a:ea typeface="Nimbus Sans"/>
                <a:cs typeface="Nimbus Sans"/>
              </a:rPr>
              <a:t>At 1790115652: refuses</a:t>
            </a:r>
          </a:p>
        </p:txBody>
      </p:sp>
      <p:sp>
        <p:nvSpPr>
          <p:cNvPr id="9" name="S08_fresh" descr="fresh">
            <a:extLst xmlns:a="http://schemas.openxmlformats.org/drawingml/2006/main">
              <a:ext uri="{FF2B5EF4-FFF2-40B4-BE49-F238E27FC236}">
                <a16:creationId xmlns:a16="http://schemas.microsoft.com/office/drawing/2014/main" id="{43651965-FD94-539B-8BEC-90C5A4E25990}"/>
              </a:ext>
              <a:ext uri="urn:g6b3r1:native-source:v1">
                <g6:source xmlns:g6="urn:g6b3r1:native-source:v1">{"alt":"fresh","bold":true,"color":"#16282B","font_px":25,"h":40,"id":"S08_fresh","kind":"text","line_height_px":28.749999999999996,"reading_order":7,"text":"LAWFUL MAIN","w":270,"x":56,"y":418}</g6:source>
              </a:ext>
            </a:extLst>
          </p:cNvPr>
          <p:cNvSpPr>
            <a:spLocks xmlns:a="http://schemas.openxmlformats.org/drawingml/2006/main" noGrp="1"/>
          </p:cNvSpPr>
          <p:nvPr/>
        </p:nvSpPr>
        <p:spPr>
          <a:xfrm xmlns:a="http://schemas.openxmlformats.org/drawingml/2006/main">
            <a:off x="533400" y="3981450"/>
            <a:ext cx="2571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156"/>
              </a:lnSpc>
              <a:spcBef>
                <a:spcPts val="0"/>
              </a:spcBef>
              <a:spcAft>
                <a:spcPts val="0"/>
              </a:spcAft>
              <a:defRPr sz="1875" b="1">
                <a:solidFill>
                  <a:srgbClr val="16282B"/>
                </a:solidFill>
                <a:latin typeface="Nimbus Sans"/>
                <a:ea typeface="Nimbus Sans"/>
                <a:cs typeface="Nimbus Sans"/>
              </a:defRPr>
            </a:pPr>
            <a:r>
              <a:rPr sz="1875" b="1">
                <a:solidFill>
                  <a:srgbClr val="16282B"/>
                </a:solidFill>
                <a:latin typeface="Nimbus Sans"/>
                <a:ea typeface="Nimbus Sans"/>
                <a:cs typeface="Nimbus Sans"/>
              </a:rPr>
              <a:t>LAWFUL MAIN</a:t>
            </a:r>
          </a:p>
        </p:txBody>
      </p:sp>
      <p:sp>
        <p:nvSpPr>
          <p:cNvPr id="10" name="S08_new" descr="independent lawful-main branch; not a later renewal">
            <a:extLst xmlns:a="http://schemas.openxmlformats.org/drawingml/2006/main">
              <a:ext uri="{FF2B5EF4-FFF2-40B4-BE49-F238E27FC236}">
                <a16:creationId xmlns:a16="http://schemas.microsoft.com/office/drawing/2014/main" id="{CE56CA01-DB88-5580-B2B6-BD2A842AAB20}"/>
              </a:ext>
              <a:ext uri="urn:g6b3r1:native-source:v1">
                <g6:source xmlns:g6="urn:g6b3r1:native-source:v1">{"alt":"independent lawful-main branch; not a later renewal","fill":"#DDECE6","h":45,"id":"S08_new","kind":"rect","reading_order":8,"stroke":"#176B68","stroke_width":2,"w":430,"x":340,"y":418}</g6:source>
              </a:ext>
            </a:extLst>
          </p:cNvPr>
          <p:cNvSpPr>
            <a:spLocks xmlns:a="http://schemas.openxmlformats.org/drawingml/2006/main" noGrp="1"/>
          </p:cNvSpPr>
          <p:nvPr/>
        </p:nvSpPr>
        <p:spPr>
          <a:xfrm xmlns:a="http://schemas.openxmlformats.org/drawingml/2006/main">
            <a:off x="3238500" y="3981450"/>
            <a:ext cx="4095750" cy="428625"/>
          </a:xfrm>
          <a:prstGeom xmlns:a="http://schemas.openxmlformats.org/drawingml/2006/main" prst="rect">
            <a:avLst/>
          </a:prstGeom>
          <a:solidFill xmlns:a="http://schemas.openxmlformats.org/drawingml/2006/main">
            <a:srgbClr val="DDECE6"/>
          </a:solidFill>
          <a:ln xmlns:a="http://schemas.openxmlformats.org/drawingml/2006/main" w="19050">
            <a:solidFill>
              <a:srgbClr val="176B68"/>
            </a:solidFill>
          </a:ln>
        </p:spPr>
      </p:sp>
      <p:sp>
        <p:nvSpPr>
          <p:cNvPr id="11" name="S08_lawful" descr="lawful">
            <a:extLst xmlns:a="http://schemas.openxmlformats.org/drawingml/2006/main">
              <a:ext uri="{FF2B5EF4-FFF2-40B4-BE49-F238E27FC236}">
                <a16:creationId xmlns:a16="http://schemas.microsoft.com/office/drawing/2014/main" id="{C633B2FB-E25F-5B2F-8E6D-23824134B193}"/>
              </a:ext>
              <a:ext uri="urn:g6b3r1:native-source:v1">
                <g6:source xmlns:g6="urn:g6b3r1:native-source:v1">{"alt":"lawful","bold":false,"color":"#16282B","font_px":28,"h":85,"id":"S08_lawful","kind":"text","line_height_px":32.199999999999996,"reading_order":9,"text":"Main time 1790115596; session [1790115592, 1790115652).\nMain Host was not advanced or revoked by these controls.","w":1160,"x":56,"y":497}</g6:source>
              </a:ext>
            </a:extLst>
          </p:cNvPr>
          <p:cNvSpPr>
            <a:spLocks xmlns:a="http://schemas.openxmlformats.org/drawingml/2006/main" noGrp="1"/>
          </p:cNvSpPr>
          <p:nvPr/>
        </p:nvSpPr>
        <p:spPr>
          <a:xfrm xmlns:a="http://schemas.openxmlformats.org/drawingml/2006/main">
            <a:off x="533400" y="473392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415"/>
              </a:lnSpc>
              <a:spcBef>
                <a:spcPts val="0"/>
              </a:spcBef>
              <a:spcAft>
                <a:spcPts val="0"/>
              </a:spcAft>
              <a:defRPr sz="2100" b="0">
                <a:solidFill>
                  <a:srgbClr val="16282B"/>
                </a:solidFill>
                <a:latin typeface="Nimbus Sans"/>
                <a:ea typeface="Nimbus Sans"/>
                <a:cs typeface="Nimbus Sans"/>
              </a:defRPr>
            </a:pPr>
            <a:r>
              <a:rPr sz="2100" b="0">
                <a:solidFill>
                  <a:srgbClr val="16282B"/>
                </a:solidFill>
                <a:latin typeface="Nimbus Sans"/>
                <a:ea typeface="Nimbus Sans"/>
                <a:cs typeface="Nimbus Sans"/>
              </a:rPr>
              <a:t>Main time 1790115596; session [1790115592, 1790115652).</a:t>
            </a:r>
          </a:p>
          <a:p xmlns:a="http://schemas.openxmlformats.org/drawingml/2006/main">
            <a:pPr algn="l">
              <a:lnSpc>
                <a:spcPts val="2415"/>
              </a:lnSpc>
              <a:spcBef>
                <a:spcPts val="0"/>
              </a:spcBef>
              <a:spcAft>
                <a:spcPts val="0"/>
              </a:spcAft>
              <a:defRPr sz="2100" b="0">
                <a:solidFill>
                  <a:srgbClr val="16282B"/>
                </a:solidFill>
                <a:latin typeface="Nimbus Sans"/>
                <a:ea typeface="Nimbus Sans"/>
                <a:cs typeface="Nimbus Sans"/>
              </a:defRPr>
            </a:pPr>
            <a:r>
              <a:rPr sz="2100" b="0">
                <a:solidFill>
                  <a:srgbClr val="16282B"/>
                </a:solidFill>
                <a:latin typeface="Nimbus Sans"/>
                <a:ea typeface="Nimbus Sans"/>
                <a:cs typeface="Nimbus Sans"/>
              </a:rPr>
              <a:t>Main Host was not advanced or revoked by these controls.</a:t>
            </a:r>
          </a:p>
        </p:txBody>
      </p:sp>
      <p:sp>
        <p:nvSpPr>
          <p:cNvPr id="12" name="S08_qualification" descr="qualification">
            <a:extLst xmlns:a="http://schemas.openxmlformats.org/drawingml/2006/main">
              <a:ext uri="{FF2B5EF4-FFF2-40B4-BE49-F238E27FC236}">
                <a16:creationId xmlns:a16="http://schemas.microsoft.com/office/drawing/2014/main" id="{AAAF80BE-F7C4-5E13-B8A3-E11EB47E0B08}"/>
              </a:ext>
              <a:ext uri="urn:g6b3r1:native-source:v1">
                <g6:source xmlns:g6="urn:g6b3r1:native-source:v1">{"alt":"qualification","bold":false,"color":"#43595D","font_px":23,"h":58,"id":"S08_qualification","kind":"text","line_height_px":26.45,"reading_order":10,"text":"Branch bars are not a chronological scale. Retained paid history is context, not a standing permission or proof of\nlater renewal.","w":1162,"x":56,"y":596}</g6:source>
              </a:ext>
            </a:extLst>
          </p:cNvPr>
          <p:cNvSpPr>
            <a:spLocks xmlns:a="http://schemas.openxmlformats.org/drawingml/2006/main" noGrp="1"/>
          </p:cNvSpPr>
          <p:nvPr/>
        </p:nvSpPr>
        <p:spPr>
          <a:xfrm xmlns:a="http://schemas.openxmlformats.org/drawingml/2006/main">
            <a:off x="533400" y="5676900"/>
            <a:ext cx="11068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984"/>
              </a:lnSpc>
              <a:spcBef>
                <a:spcPts val="0"/>
              </a:spcBef>
              <a:spcAft>
                <a:spcPts val="0"/>
              </a:spcAft>
              <a:defRPr sz="1725" b="0">
                <a:solidFill>
                  <a:srgbClr val="43595D"/>
                </a:solidFill>
                <a:latin typeface="Nimbus Sans"/>
                <a:ea typeface="Nimbus Sans"/>
                <a:cs typeface="Nimbus Sans"/>
              </a:defRPr>
            </a:pPr>
            <a:r>
              <a:rPr sz="1725" b="0">
                <a:solidFill>
                  <a:srgbClr val="43595D"/>
                </a:solidFill>
                <a:latin typeface="Nimbus Sans"/>
                <a:ea typeface="Nimbus Sans"/>
                <a:cs typeface="Nimbus Sans"/>
              </a:rPr>
              <a:t>Branch bars are not a chronological scale. Retained paid history is context, not a standing permission or proof of</a:t>
            </a:r>
          </a:p>
          <a:p xmlns:a="http://schemas.openxmlformats.org/drawingml/2006/main">
            <a:pPr algn="l">
              <a:lnSpc>
                <a:spcPts val="1984"/>
              </a:lnSpc>
              <a:spcBef>
                <a:spcPts val="0"/>
              </a:spcBef>
              <a:spcAft>
                <a:spcPts val="0"/>
              </a:spcAft>
              <a:defRPr sz="1725" b="0">
                <a:solidFill>
                  <a:srgbClr val="43595D"/>
                </a:solidFill>
                <a:latin typeface="Nimbus Sans"/>
                <a:ea typeface="Nimbus Sans"/>
                <a:cs typeface="Nimbus Sans"/>
              </a:defRPr>
            </a:pPr>
            <a:r>
              <a:rPr sz="1725" b="0">
                <a:solidFill>
                  <a:srgbClr val="43595D"/>
                </a:solidFill>
                <a:latin typeface="Nimbus Sans"/>
                <a:ea typeface="Nimbus Sans"/>
                <a:cs typeface="Nimbus Sans"/>
              </a:rPr>
              <a:t>later renewal.</a:t>
            </a:r>
          </a:p>
        </p:txBody>
      </p:sp>
      <p:sp>
        <p:nvSpPr>
          <p:cNvPr id="13" name="S08_rule" descr="rule">
            <a:extLst xmlns:a="http://schemas.openxmlformats.org/drawingml/2006/main">
              <a:ext uri="{FF2B5EF4-FFF2-40B4-BE49-F238E27FC236}">
                <a16:creationId xmlns:a16="http://schemas.microsoft.com/office/drawing/2014/main" id="{EEF28EA4-566D-51B5-AC08-25F262197D6E}"/>
              </a:ext>
              <a:ext uri="urn:g6b3r1:native-source:v1">
                <g6:source xmlns:g6="urn:g6b3r1:native-source:v1">{"alt":"rule","color":"#B8C8C6","h":0,"id":"S08_rule","kind":"line","reading_order":11,"stroke_width":1,"w":1162,"x":56,"y":671}</g6:source>
              </a:ext>
            </a:extLst>
          </p:cNvPr>
          <p:cNvSpPr>
            <a:spLocks xmlns:a="http://schemas.openxmlformats.org/drawingml/2006/main" noGrp="1"/>
          </p:cNvSpPr>
          <p:nvPr/>
        </p:nvSpPr>
        <p:spPr>
          <a:xfrm xmlns:a="http://schemas.openxmlformats.org/drawingml/2006/main" flipH="0" flipV="0" rot="0">
            <a:off x="533400" y="6391275"/>
            <a:ext cx="11068050" cy="0"/>
          </a:xfrm>
          <a:prstGeom xmlns:a="http://schemas.openxmlformats.org/drawingml/2006/main" prst="line">
            <a:avLst/>
          </a:prstGeom>
          <a:noFill xmlns:a="http://schemas.openxmlformats.org/drawingml/2006/main"/>
          <a:ln xmlns:a="http://schemas.openxmlformats.org/drawingml/2006/main" w="9525">
            <a:solidFill>
              <a:srgbClr val="B8C8C6"/>
            </a:solidFill>
          </a:ln>
        </p:spPr>
      </p:sp>
      <p:sp>
        <p:nvSpPr>
          <p:cNvPr id="14" name="S08_source_link" descr="source link">
            <a:hlinkClick r:id="g6b3r1Link13"/>
            <a:extLst xmlns:a="http://schemas.openxmlformats.org/drawingml/2006/main">
              <a:ext uri="{FF2B5EF4-FFF2-40B4-BE49-F238E27FC236}">
                <a16:creationId xmlns:a16="http://schemas.microsoft.com/office/drawing/2014/main" id="{94070FA6-4B18-5AD3-A271-F42E24B0DFFC}"/>
              </a:ext>
              <a:ext uri="urn:g6b3r1:native-source:v1">
                <g6:source xmlns:g6="urn:g6b3r1:native-source:v1">{"alt":"source link","bold":false,"color":"#315E8B","font_px":18,"h":27,"id":"S08_source_link","kind":"text","line_height_px":20.7,"link_target":"https://github.com/AAkhtanin/hedgehog-os/blob/2e965ecb18e545e428380eb8e9aa5a7037a388be/docs/showcase/incident_to_proof_atlas_v01/evidence/atlas_package.json","reading_order":12,"text":"S08 Source: incident","w":560,"x":56,"y":685}</g6:source>
              </a:ext>
            </a:extLst>
          </p:cNvPr>
          <p:cNvSpPr>
            <a:spLocks xmlns:a="http://schemas.openxmlformats.org/drawingml/2006/main" noGrp="1"/>
          </p:cNvSpPr>
          <p:nvPr/>
        </p:nvSpPr>
        <p:spPr>
          <a:xfrm xmlns:a="http://schemas.openxmlformats.org/drawingml/2006/main">
            <a:off x="533400" y="6524625"/>
            <a:ext cx="5334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553"/>
              </a:lnSpc>
              <a:spcBef>
                <a:spcPts val="0"/>
              </a:spcBef>
              <a:spcAft>
                <a:spcPts val="0"/>
              </a:spcAft>
              <a:defRPr sz="1350" b="0">
                <a:solidFill>
                  <a:srgbClr val="315E8B"/>
                </a:solidFill>
                <a:latin typeface="Nimbus Sans"/>
                <a:ea typeface="Nimbus Sans"/>
                <a:cs typeface="Nimbus Sans"/>
              </a:defRPr>
            </a:pPr>
            <a:r>
              <a:rPr sz="1350" b="0">
                <a:solidFill>
                  <a:srgbClr val="315E8B"/>
                </a:solidFill>
                <a:latin typeface="Nimbus Sans"/>
                <a:ea typeface="Nimbus Sans"/>
                <a:cs typeface="Nimbus Sans"/>
              </a:rPr>
              <a:t>S08 Source: incident</a:t>
            </a:r>
          </a:p>
        </p:txBody>
      </p:sp>
      <p:sp>
        <p:nvSpPr>
          <p:cNvPr id="15" name="S08_atlas_locator" descr="atlas locator">
            <a:hlinkClick r:id="g6b3r1Link14"/>
            <a:extLst xmlns:a="http://schemas.openxmlformats.org/drawingml/2006/main">
              <a:ext uri="{FF2B5EF4-FFF2-40B4-BE49-F238E27FC236}">
                <a16:creationId xmlns:a16="http://schemas.microsoft.com/office/drawing/2014/main" id="{503D4767-0B8C-5399-AC6C-9E8A3A99D65F}"/>
              </a:ext>
              <a:ext uri="urn:g6b3r1:native-source:v1">
                <g6:source xmlns:g6="urn:g6b3r1:native-source:v1">{"alt":"atlas locator","bold":false,"color":"#315E8B","font_px":17,"h":27,"id":"S08_atlas_locator","kind":"text","line_height_px":19.549999999999997,"link_target":"../atlas/README.html","reading_order":13,"text":"Atlas: Overview / GEO 1 2 3 4 5 6 7","w":560,"x":660,"y":685}</g6:source>
              </a:ext>
            </a:extLst>
          </p:cNvPr>
          <p:cNvSpPr>
            <a:spLocks xmlns:a="http://schemas.openxmlformats.org/drawingml/2006/main" noGrp="1"/>
          </p:cNvSpPr>
          <p:nvPr/>
        </p:nvSpPr>
        <p:spPr>
          <a:xfrm xmlns:a="http://schemas.openxmlformats.org/drawingml/2006/main">
            <a:off x="6286500" y="6524625"/>
            <a:ext cx="5334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466"/>
              </a:lnSpc>
              <a:spcBef>
                <a:spcPts val="0"/>
              </a:spcBef>
              <a:spcAft>
                <a:spcPts val="0"/>
              </a:spcAft>
              <a:defRPr sz="1275" b="0">
                <a:solidFill>
                  <a:srgbClr val="315E8B"/>
                </a:solidFill>
                <a:latin typeface="Nimbus Sans"/>
                <a:ea typeface="Nimbus Sans"/>
                <a:cs typeface="Nimbus Sans"/>
              </a:defRPr>
            </a:pPr>
            <a:r>
              <a:rPr sz="1275" b="0">
                <a:solidFill>
                  <a:srgbClr val="315E8B"/>
                </a:solidFill>
                <a:latin typeface="Nimbus Sans"/>
                <a:ea typeface="Nimbus Sans"/>
                <a:cs typeface="Nimbus Sans"/>
              </a:rPr>
              <a:t>Atlas: Overview / GEO 1 2 3 4 5 6 7</a:t>
            </a:r>
          </a:p>
        </p:txBody>
      </p:sp>
    </p:spTree>
    <p:extLst>
      <p:ext uri="{BB962C8B-B14F-4D97-AF65-F5344CB8AC3E}">
        <p14:creationId xmlns:p14="http://schemas.microsoft.com/office/powerpoint/2010/main" val="1087055076"/>
      </p:ext>
      <p:ext uri="urn:g6b3r1:native-source:v1">
        <g6:source xmlns:g6="urn:g6b3r1:native-source:v1">{"id":"S08","notes_en":"RECORDED ATLAS T2  /  Lawful main and expiry control use separate Device Hosts\n\nOne paid period, distinct session decisions RECORDED ATLAS T2 / Lawful main and expiry control use separate Device Hosts PAID PERIOD EXPIRY CONTROL At 1790115652: refuses LAWFUL MAIN Main time 1790115596; session [1790115592, 1790115652). Main Host was not advanced or revoked by these controls. Branch bars are not a chronological scale. Retained paid history is context, not a standing permission or proof of later renewal.\n\nThis is an editorial explanation of the named recorded or conceptual scope, not a new runtime result. Follow the source references for exact fields and limitations. B5 and final publication are not performed.","notes_ru":"Это две независимые ветви, не записанное продление после истечения. Основной Host не продвигался и не отзывался отрицательными контролями. В основной ветви время 1790115596; expiry-контроль использует конец сеанса 1790115652.","reading_order":["S08_title","S08_scope","S08_period","S08_paid","S08_session","S08_old","S08_refusal","S08_fresh","S08_new","S08_lawful","S08_qualification","S08_rule","S08_source_link","S08_atlas_locator"],"relations":[],"scope":"RECORDED ATLAS T2  /  Lawful main and expiry control use separate Device Hosts","source_refs":[{"label":"incident","target":"https://github.com/AAkhtanin/hedgehog-os/blob/2e965ecb18e545e428380eb8e9aa5a7037a388be/docs/showcase/incident_to_proof_atlas_v01/evidence/atlas_package.json"},{"label":"chapter","target":"../chapters/10_cross_case.html"}],"title":"One paid period, distinct session decisions"}</g6:source>
      </p:ext>
    </p:extLst>
  </p:cSld>
</p:sld>
</file>

<file path=ppt/slides/slide9.xml><?xml version="1.0" encoding="utf-8"?>
<p:sld xmlns:p="http://schemas.openxmlformats.org/presentationml/2006/main" xmlns:a="http://schemas.openxmlformats.org/drawingml/2006/main" xmlns:r="http://schemas.openxmlformats.org/officeDocument/2006/relationships">
  <p:cSld name="S09">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09_title" descr="title">
            <a:extLst xmlns:a="http://schemas.openxmlformats.org/drawingml/2006/main">
              <a:ext uri="{FF2B5EF4-FFF2-40B4-BE49-F238E27FC236}">
                <a16:creationId xmlns:a16="http://schemas.microsoft.com/office/drawing/2014/main" id="{56045DB7-C79A-50CE-B22F-716F61856CC4}"/>
              </a:ext>
              <a:ext uri="urn:g6b3r1:native-source:v1">
                <g6:source xmlns:g6="urn:g6b3r1:native-source:v1">{"alt":"title","bold":true,"color":"#16282B","font_px":42,"h":75,"id":"S09_title","kind":"text","line_height_px":48.3,"reading_order":0,"text":"Reuse avoids one domain calculation","w":1170,"x":54,"y":36}</g6:source>
              </a:ext>
            </a:extLst>
          </p:cNvPr>
          <p:cNvSpPr>
            <a:spLocks xmlns:a="http://schemas.openxmlformats.org/drawingml/2006/main" noGrp="1"/>
          </p:cNvSpPr>
          <p:nvPr/>
        </p:nvSpPr>
        <p:spPr>
          <a:xfrm xmlns:a="http://schemas.openxmlformats.org/drawingml/2006/main">
            <a:off x="514350" y="342900"/>
            <a:ext cx="11144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3623"/>
              </a:lnSpc>
              <a:spcBef>
                <a:spcPts val="0"/>
              </a:spcBef>
              <a:spcAft>
                <a:spcPts val="0"/>
              </a:spcAft>
              <a:defRPr sz="3150" b="1">
                <a:solidFill>
                  <a:srgbClr val="16282B"/>
                </a:solidFill>
                <a:latin typeface="Nimbus Sans"/>
                <a:ea typeface="Nimbus Sans"/>
                <a:cs typeface="Nimbus Sans"/>
              </a:defRPr>
            </a:pPr>
            <a:r>
              <a:rPr sz="3150" b="1">
                <a:solidFill>
                  <a:srgbClr val="16282B"/>
                </a:solidFill>
                <a:latin typeface="Nimbus Sans"/>
                <a:ea typeface="Nimbus Sans"/>
                <a:cs typeface="Nimbus Sans"/>
              </a:rPr>
              <a:t>Reuse avoids one domain calculation</a:t>
            </a:r>
          </a:p>
        </p:txBody>
      </p:sp>
      <p:sp>
        <p:nvSpPr>
          <p:cNvPr id="3" name="S09_scope" descr="scope">
            <a:extLst xmlns:a="http://schemas.openxmlformats.org/drawingml/2006/main">
              <a:ext uri="{FF2B5EF4-FFF2-40B4-BE49-F238E27FC236}">
                <a16:creationId xmlns:a16="http://schemas.microsoft.com/office/drawing/2014/main" id="{CB5D20B5-A73C-52EB-AB73-9D28943E0D19}"/>
              </a:ext>
              <a:ext uri="urn:g6b3r1:native-source:v1">
                <g6:source xmlns:g6="urn:g6b3r1:native-source:v1">{"alt":"scope","bold":false,"color":"#43595D","font_px":23,"h":54,"id":"S09_scope","kind":"text","line_height_px":26.45,"reading_order":1,"text":"RECORDED N4-04 / Calls in the measured current process and thread","w":1160,"x":56,"y":113}</g6:source>
              </a:ext>
            </a:extLst>
          </p:cNvPr>
          <p:cNvSpPr>
            <a:spLocks xmlns:a="http://schemas.openxmlformats.org/drawingml/2006/main" noGrp="1"/>
          </p:cNvSpPr>
          <p:nvPr/>
        </p:nvSpPr>
        <p:spPr>
          <a:xfrm xmlns:a="http://schemas.openxmlformats.org/drawingml/2006/main">
            <a:off x="533400" y="1076325"/>
            <a:ext cx="1104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984"/>
              </a:lnSpc>
              <a:spcBef>
                <a:spcPts val="0"/>
              </a:spcBef>
              <a:spcAft>
                <a:spcPts val="0"/>
              </a:spcAft>
              <a:defRPr sz="1725" b="0">
                <a:solidFill>
                  <a:srgbClr val="43595D"/>
                </a:solidFill>
                <a:latin typeface="Nimbus Sans"/>
                <a:ea typeface="Nimbus Sans"/>
                <a:cs typeface="Nimbus Sans"/>
              </a:defRPr>
            </a:pPr>
            <a:r>
              <a:rPr sz="1725" b="0">
                <a:solidFill>
                  <a:srgbClr val="43595D"/>
                </a:solidFill>
                <a:latin typeface="Nimbus Sans"/>
                <a:ea typeface="Nimbus Sans"/>
                <a:cs typeface="Nimbus Sans"/>
              </a:rPr>
              <a:t>RECORDED N4-04 / Calls in the measured current process and thread</a:t>
            </a:r>
          </a:p>
        </p:txBody>
      </p:sp>
      <p:sp>
        <p:nvSpPr>
          <p:cNvPr id="4" name="S09_cold" descr="cold">
            <a:extLst xmlns:a="http://schemas.openxmlformats.org/drawingml/2006/main">
              <a:ext uri="{FF2B5EF4-FFF2-40B4-BE49-F238E27FC236}">
                <a16:creationId xmlns:a16="http://schemas.microsoft.com/office/drawing/2014/main" id="{1B620BCF-DF0A-53C5-B510-5912CC7D8851}"/>
              </a:ext>
              <a:ext uri="urn:g6b3r1:native-source:v1">
                <g6:source xmlns:g6="urn:g6b3r1:native-source:v1">{"alt":"cold","bold":true,"color":"#16282B","font_px":33,"h":60,"id":"S09_cold","kind":"text","line_height_px":37.949999999999996,"reading_order":2,"text":"COLD","w":235,"x":56,"y":235}</g6:source>
              </a:ext>
            </a:extLst>
          </p:cNvPr>
          <p:cNvSpPr>
            <a:spLocks xmlns:a="http://schemas.openxmlformats.org/drawingml/2006/main" noGrp="1"/>
          </p:cNvSpPr>
          <p:nvPr/>
        </p:nvSpPr>
        <p:spPr>
          <a:xfrm xmlns:a="http://schemas.openxmlformats.org/drawingml/2006/main">
            <a:off x="533400" y="2238375"/>
            <a:ext cx="2238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846"/>
              </a:lnSpc>
              <a:spcBef>
                <a:spcPts val="0"/>
              </a:spcBef>
              <a:spcAft>
                <a:spcPts val="0"/>
              </a:spcAft>
              <a:defRPr sz="2475" b="1">
                <a:solidFill>
                  <a:srgbClr val="16282B"/>
                </a:solidFill>
                <a:latin typeface="Nimbus Sans"/>
                <a:ea typeface="Nimbus Sans"/>
                <a:cs typeface="Nimbus Sans"/>
              </a:defRPr>
            </a:pPr>
            <a:r>
              <a:rPr sz="2475" b="1">
                <a:solidFill>
                  <a:srgbClr val="16282B"/>
                </a:solidFill>
                <a:latin typeface="Nimbus Sans"/>
                <a:ea typeface="Nimbus Sans"/>
                <a:cs typeface="Nimbus Sans"/>
              </a:rPr>
              <a:t>COLD</a:t>
            </a:r>
          </a:p>
        </p:txBody>
      </p:sp>
      <p:sp>
        <p:nvSpPr>
          <p:cNvPr id="5" name="S09_cold_bar" descr="cold domain executor calls: one">
            <a:extLst xmlns:a="http://schemas.openxmlformats.org/drawingml/2006/main">
              <a:ext uri="{FF2B5EF4-FFF2-40B4-BE49-F238E27FC236}">
                <a16:creationId xmlns:a16="http://schemas.microsoft.com/office/drawing/2014/main" id="{2E5449AC-4C24-5EE8-B20C-2AB1A073201A}"/>
              </a:ext>
              <a:ext uri="urn:g6b3r1:native-source:v1">
                <g6:source xmlns:g6="urn:g6b3r1:native-source:v1">{"alt":"cold domain executor calls: one","fill":"#176B68","h":60,"id":"S09_cold_bar","kind":"rect","reading_order":3,"stroke":"#176B68","stroke_width":1,"w":685,"x":330,"y":231}</g6:source>
              </a:ext>
            </a:extLst>
          </p:cNvPr>
          <p:cNvSpPr>
            <a:spLocks xmlns:a="http://schemas.openxmlformats.org/drawingml/2006/main" noGrp="1"/>
          </p:cNvSpPr>
          <p:nvPr/>
        </p:nvSpPr>
        <p:spPr>
          <a:xfrm xmlns:a="http://schemas.openxmlformats.org/drawingml/2006/main">
            <a:off x="3143250" y="2200275"/>
            <a:ext cx="6524625" cy="571500"/>
          </a:xfrm>
          <a:prstGeom xmlns:a="http://schemas.openxmlformats.org/drawingml/2006/main" prst="rect">
            <a:avLst/>
          </a:prstGeom>
          <a:solidFill xmlns:a="http://schemas.openxmlformats.org/drawingml/2006/main">
            <a:srgbClr val="176B68"/>
          </a:solidFill>
          <a:ln xmlns:a="http://schemas.openxmlformats.org/drawingml/2006/main" w="9525">
            <a:solidFill>
              <a:srgbClr val="176B68"/>
            </a:solidFill>
          </a:ln>
        </p:spPr>
      </p:sp>
      <p:sp>
        <p:nvSpPr>
          <p:cNvPr id="6" name="S09_cold_count" descr="cold count">
            <a:extLst xmlns:a="http://schemas.openxmlformats.org/drawingml/2006/main">
              <a:ext uri="{FF2B5EF4-FFF2-40B4-BE49-F238E27FC236}">
                <a16:creationId xmlns:a16="http://schemas.microsoft.com/office/drawing/2014/main" id="{B3A6D0B5-166B-59B1-8EA8-DD71C627876E}"/>
              </a:ext>
              <a:ext uri="urn:g6b3r1:native-source:v1">
                <g6:source xmlns:g6="urn:g6b3r1:native-source:v1">{"alt":"cold count","bold":true,"color":"#16282B","font_px":42,"h":65,"id":"S09_cold_count","kind":"text","line_height_px":48.3,"reading_order":4,"text":"1","w":120,"x":1052,"y":230}</g6:source>
              </a:ext>
            </a:extLst>
          </p:cNvPr>
          <p:cNvSpPr>
            <a:spLocks xmlns:a="http://schemas.openxmlformats.org/drawingml/2006/main" noGrp="1"/>
          </p:cNvSpPr>
          <p:nvPr/>
        </p:nvSpPr>
        <p:spPr>
          <a:xfrm xmlns:a="http://schemas.openxmlformats.org/drawingml/2006/main">
            <a:off x="10020300" y="2190750"/>
            <a:ext cx="1143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3623"/>
              </a:lnSpc>
              <a:spcBef>
                <a:spcPts val="0"/>
              </a:spcBef>
              <a:spcAft>
                <a:spcPts val="0"/>
              </a:spcAft>
              <a:defRPr sz="3150" b="1">
                <a:solidFill>
                  <a:srgbClr val="16282B"/>
                </a:solidFill>
                <a:latin typeface="Nimbus Sans"/>
                <a:ea typeface="Nimbus Sans"/>
                <a:cs typeface="Nimbus Sans"/>
              </a:defRPr>
            </a:pPr>
            <a:r>
              <a:rPr sz="3150" b="1">
                <a:solidFill>
                  <a:srgbClr val="16282B"/>
                </a:solidFill>
                <a:latin typeface="Nimbus Sans"/>
                <a:ea typeface="Nimbus Sans"/>
                <a:cs typeface="Nimbus Sans"/>
              </a:rPr>
              <a:t>1</a:t>
            </a:r>
          </a:p>
        </p:txBody>
      </p:sp>
      <p:sp>
        <p:nvSpPr>
          <p:cNvPr id="7" name="S09_warm" descr="warm">
            <a:extLst xmlns:a="http://schemas.openxmlformats.org/drawingml/2006/main">
              <a:ext uri="{FF2B5EF4-FFF2-40B4-BE49-F238E27FC236}">
                <a16:creationId xmlns:a16="http://schemas.microsoft.com/office/drawing/2014/main" id="{B88A7951-912D-5DDA-8132-5D34CE8F91A0}"/>
              </a:ext>
              <a:ext uri="urn:g6b3r1:native-source:v1">
                <g6:source xmlns:g6="urn:g6b3r1:native-source:v1">{"alt":"warm","bold":true,"color":"#16282B","font_px":33,"h":60,"id":"S09_warm","kind":"text","line_height_px":37.949999999999996,"reading_order":5,"text":"WARM","w":235,"x":56,"y":350}</g6:source>
              </a:ext>
            </a:extLst>
          </p:cNvPr>
          <p:cNvSpPr>
            <a:spLocks xmlns:a="http://schemas.openxmlformats.org/drawingml/2006/main" noGrp="1"/>
          </p:cNvSpPr>
          <p:nvPr/>
        </p:nvSpPr>
        <p:spPr>
          <a:xfrm xmlns:a="http://schemas.openxmlformats.org/drawingml/2006/main">
            <a:off x="533400" y="3333750"/>
            <a:ext cx="2238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846"/>
              </a:lnSpc>
              <a:spcBef>
                <a:spcPts val="0"/>
              </a:spcBef>
              <a:spcAft>
                <a:spcPts val="0"/>
              </a:spcAft>
              <a:defRPr sz="2475" b="1">
                <a:solidFill>
                  <a:srgbClr val="16282B"/>
                </a:solidFill>
                <a:latin typeface="Nimbus Sans"/>
                <a:ea typeface="Nimbus Sans"/>
                <a:cs typeface="Nimbus Sans"/>
              </a:defRPr>
            </a:pPr>
            <a:r>
              <a:rPr sz="2475" b="1">
                <a:solidFill>
                  <a:srgbClr val="16282B"/>
                </a:solidFill>
                <a:latin typeface="Nimbus Sans"/>
                <a:ea typeface="Nimbus Sans"/>
                <a:cs typeface="Nimbus Sans"/>
              </a:rPr>
              <a:t>WARM</a:t>
            </a:r>
          </a:p>
        </p:txBody>
      </p:sp>
      <p:sp>
        <p:nvSpPr>
          <p:cNvPr id="8" name="S09_warm_zero" descr="warm zero">
            <a:extLst xmlns:a="http://schemas.openxmlformats.org/drawingml/2006/main">
              <a:ext uri="{FF2B5EF4-FFF2-40B4-BE49-F238E27FC236}">
                <a16:creationId xmlns:a16="http://schemas.microsoft.com/office/drawing/2014/main" id="{F7615F9E-A7CC-5325-AA88-DF2ECDCDB1DE}"/>
              </a:ext>
              <a:ext uri="urn:g6b3r1:native-source:v1">
                <g6:source xmlns:g6="urn:g6b3r1:native-source:v1">{"alt":"warm zero","color":"#176B68","h":62,"id":"S09_warm_zero","kind":"line","reading_order":6,"stroke_width":3,"w":0,"x":330,"y":350}</g6:source>
              </a:ext>
            </a:extLst>
          </p:cNvPr>
          <p:cNvSpPr>
            <a:spLocks xmlns:a="http://schemas.openxmlformats.org/drawingml/2006/main" noGrp="1"/>
          </p:cNvSpPr>
          <p:nvPr/>
        </p:nvSpPr>
        <p:spPr>
          <a:xfrm xmlns:a="http://schemas.openxmlformats.org/drawingml/2006/main" flipH="0" flipV="0" rot="0">
            <a:off x="3143250" y="3333750"/>
            <a:ext cx="0" cy="590550"/>
          </a:xfrm>
          <a:prstGeom xmlns:a="http://schemas.openxmlformats.org/drawingml/2006/main" prst="line">
            <a:avLst/>
          </a:prstGeom>
          <a:noFill xmlns:a="http://schemas.openxmlformats.org/drawingml/2006/main"/>
          <a:ln xmlns:a="http://schemas.openxmlformats.org/drawingml/2006/main" w="28575">
            <a:solidFill>
              <a:srgbClr val="176B68"/>
            </a:solidFill>
          </a:ln>
        </p:spPr>
      </p:sp>
      <p:sp>
        <p:nvSpPr>
          <p:cNvPr id="9" name="S09_warm_count" descr="warm count">
            <a:extLst xmlns:a="http://schemas.openxmlformats.org/drawingml/2006/main">
              <a:ext uri="{FF2B5EF4-FFF2-40B4-BE49-F238E27FC236}">
                <a16:creationId xmlns:a16="http://schemas.microsoft.com/office/drawing/2014/main" id="{D5644ADE-61BA-59AC-A370-4E7863E7FC1E}"/>
              </a:ext>
              <a:ext uri="urn:g6b3r1:native-source:v1">
                <g6:source xmlns:g6="urn:g6b3r1:native-source:v1">{"alt":"warm count","bold":true,"color":"#16282B","font_px":42,"h":65,"id":"S09_warm_count","kind":"text","line_height_px":48.3,"reading_order":7,"text":"0","w":120,"x":1052,"y":344}</g6:source>
              </a:ext>
            </a:extLst>
          </p:cNvPr>
          <p:cNvSpPr>
            <a:spLocks xmlns:a="http://schemas.openxmlformats.org/drawingml/2006/main" noGrp="1"/>
          </p:cNvSpPr>
          <p:nvPr/>
        </p:nvSpPr>
        <p:spPr>
          <a:xfrm xmlns:a="http://schemas.openxmlformats.org/drawingml/2006/main">
            <a:off x="10020300" y="3276600"/>
            <a:ext cx="1143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3623"/>
              </a:lnSpc>
              <a:spcBef>
                <a:spcPts val="0"/>
              </a:spcBef>
              <a:spcAft>
                <a:spcPts val="0"/>
              </a:spcAft>
              <a:defRPr sz="3150" b="1">
                <a:solidFill>
                  <a:srgbClr val="16282B"/>
                </a:solidFill>
                <a:latin typeface="Nimbus Sans"/>
                <a:ea typeface="Nimbus Sans"/>
                <a:cs typeface="Nimbus Sans"/>
              </a:defRPr>
            </a:pPr>
            <a:r>
              <a:rPr sz="3150" b="1">
                <a:solidFill>
                  <a:srgbClr val="16282B"/>
                </a:solidFill>
                <a:latin typeface="Nimbus Sans"/>
                <a:ea typeface="Nimbus Sans"/>
                <a:cs typeface="Nimbus Sans"/>
              </a:rPr>
              <a:t>0</a:t>
            </a:r>
          </a:p>
        </p:txBody>
      </p:sp>
      <p:sp>
        <p:nvSpPr>
          <p:cNvPr id="10" name="S09_remaining" descr="remaining">
            <a:extLst xmlns:a="http://schemas.openxmlformats.org/drawingml/2006/main">
              <a:ext uri="{FF2B5EF4-FFF2-40B4-BE49-F238E27FC236}">
                <a16:creationId xmlns:a16="http://schemas.microsoft.com/office/drawing/2014/main" id="{89D5071E-706B-50B2-9555-AB38DBCD7F8C}"/>
              </a:ext>
              <a:ext uri="urn:g6b3r1:native-source:v1">
                <g6:source xmlns:g6="urn:g6b3r1:native-source:v1">{"alt":"remaining","bold":false,"color":"#16282B","font_px":31,"h":100,"id":"S09_remaining","kind":"text","line_height_px":35.65,"reading_order":8,"text":"Warm: 1 stored read + 2 Root decision calls\nSame exact correction 1/1 for readings [8, 10, 9], reference 10","w":1165,"x":56,"y":472}</g6:source>
              </a:ext>
            </a:extLst>
          </p:cNvPr>
          <p:cNvSpPr>
            <a:spLocks xmlns:a="http://schemas.openxmlformats.org/drawingml/2006/main" noGrp="1"/>
          </p:cNvSpPr>
          <p:nvPr/>
        </p:nvSpPr>
        <p:spPr>
          <a:xfrm xmlns:a="http://schemas.openxmlformats.org/drawingml/2006/main">
            <a:off x="533400" y="4495800"/>
            <a:ext cx="11096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674"/>
              </a:lnSpc>
              <a:spcBef>
                <a:spcPts val="0"/>
              </a:spcBef>
              <a:spcAft>
                <a:spcPts val="0"/>
              </a:spcAft>
              <a:defRPr sz="2325" b="0">
                <a:solidFill>
                  <a:srgbClr val="16282B"/>
                </a:solidFill>
                <a:latin typeface="Nimbus Sans"/>
                <a:ea typeface="Nimbus Sans"/>
                <a:cs typeface="Nimbus Sans"/>
              </a:defRPr>
            </a:pPr>
            <a:r>
              <a:rPr sz="2325" b="0">
                <a:solidFill>
                  <a:srgbClr val="16282B"/>
                </a:solidFill>
                <a:latin typeface="Nimbus Sans"/>
                <a:ea typeface="Nimbus Sans"/>
                <a:cs typeface="Nimbus Sans"/>
              </a:rPr>
              <a:t>Warm: 1 stored read + 2 Root decision calls</a:t>
            </a:r>
          </a:p>
          <a:p xmlns:a="http://schemas.openxmlformats.org/drawingml/2006/main">
            <a:pPr algn="l">
              <a:lnSpc>
                <a:spcPts val="2674"/>
              </a:lnSpc>
              <a:spcBef>
                <a:spcPts val="0"/>
              </a:spcBef>
              <a:spcAft>
                <a:spcPts val="0"/>
              </a:spcAft>
              <a:defRPr sz="2325" b="0">
                <a:solidFill>
                  <a:srgbClr val="16282B"/>
                </a:solidFill>
                <a:latin typeface="Nimbus Sans"/>
                <a:ea typeface="Nimbus Sans"/>
                <a:cs typeface="Nimbus Sans"/>
              </a:defRPr>
            </a:pPr>
            <a:r>
              <a:rPr sz="2325" b="0">
                <a:solidFill>
                  <a:srgbClr val="16282B"/>
                </a:solidFill>
                <a:latin typeface="Nimbus Sans"/>
                <a:ea typeface="Nimbus Sans"/>
                <a:cs typeface="Nimbus Sans"/>
              </a:rPr>
              <a:t>Same exact correction 1/1 for readings [8, 10, 9], reference 10</a:t>
            </a:r>
          </a:p>
        </p:txBody>
      </p:sp>
      <p:sp>
        <p:nvSpPr>
          <p:cNvPr id="11" name="S09_qualification" descr="qualification">
            <a:extLst xmlns:a="http://schemas.openxmlformats.org/drawingml/2006/main">
              <a:ext uri="{FF2B5EF4-FFF2-40B4-BE49-F238E27FC236}">
                <a16:creationId xmlns:a16="http://schemas.microsoft.com/office/drawing/2014/main" id="{1606D864-BE49-57B0-BE97-5F008C52E899}"/>
              </a:ext>
              <a:ext uri="urn:g6b3r1:native-source:v1">
                <g6:source xmlns:g6="urn:g6b3r1:native-source:v1">{"alt":"qualification","bold":false,"color":"#43595D","font_px":23,"h":58,"id":"S09_qualification","kind":"text","line_height_px":26.45,"reading_order":9,"text":"Child activity UNOBSERVED_NOT_ZERO. Different measurement windows exclude setup/writeback. No\nwall-clock speedup claim.","w":1162,"x":56,"y":596}</g6:source>
              </a:ext>
            </a:extLst>
          </p:cNvPr>
          <p:cNvSpPr>
            <a:spLocks xmlns:a="http://schemas.openxmlformats.org/drawingml/2006/main" noGrp="1"/>
          </p:cNvSpPr>
          <p:nvPr/>
        </p:nvSpPr>
        <p:spPr>
          <a:xfrm xmlns:a="http://schemas.openxmlformats.org/drawingml/2006/main">
            <a:off x="533400" y="5676900"/>
            <a:ext cx="11068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984"/>
              </a:lnSpc>
              <a:spcBef>
                <a:spcPts val="0"/>
              </a:spcBef>
              <a:spcAft>
                <a:spcPts val="0"/>
              </a:spcAft>
              <a:defRPr sz="1725" b="0">
                <a:solidFill>
                  <a:srgbClr val="43595D"/>
                </a:solidFill>
                <a:latin typeface="Nimbus Sans"/>
                <a:ea typeface="Nimbus Sans"/>
                <a:cs typeface="Nimbus Sans"/>
              </a:defRPr>
            </a:pPr>
            <a:r>
              <a:rPr sz="1725" b="0">
                <a:solidFill>
                  <a:srgbClr val="43595D"/>
                </a:solidFill>
                <a:latin typeface="Nimbus Sans"/>
                <a:ea typeface="Nimbus Sans"/>
                <a:cs typeface="Nimbus Sans"/>
              </a:rPr>
              <a:t>Child activity UNOBSERVED_NOT_ZERO. Different measurement windows exclude setup/writeback. No</a:t>
            </a:r>
          </a:p>
          <a:p xmlns:a="http://schemas.openxmlformats.org/drawingml/2006/main">
            <a:pPr algn="l">
              <a:lnSpc>
                <a:spcPts val="1984"/>
              </a:lnSpc>
              <a:spcBef>
                <a:spcPts val="0"/>
              </a:spcBef>
              <a:spcAft>
                <a:spcPts val="0"/>
              </a:spcAft>
              <a:defRPr sz="1725" b="0">
                <a:solidFill>
                  <a:srgbClr val="43595D"/>
                </a:solidFill>
                <a:latin typeface="Nimbus Sans"/>
                <a:ea typeface="Nimbus Sans"/>
                <a:cs typeface="Nimbus Sans"/>
              </a:defRPr>
            </a:pPr>
            <a:r>
              <a:rPr sz="1725" b="0">
                <a:solidFill>
                  <a:srgbClr val="43595D"/>
                </a:solidFill>
                <a:latin typeface="Nimbus Sans"/>
                <a:ea typeface="Nimbus Sans"/>
                <a:cs typeface="Nimbus Sans"/>
              </a:rPr>
              <a:t>wall-clock speedup claim.</a:t>
            </a:r>
          </a:p>
        </p:txBody>
      </p:sp>
      <p:sp>
        <p:nvSpPr>
          <p:cNvPr id="12" name="S09_rule" descr="rule">
            <a:extLst xmlns:a="http://schemas.openxmlformats.org/drawingml/2006/main">
              <a:ext uri="{FF2B5EF4-FFF2-40B4-BE49-F238E27FC236}">
                <a16:creationId xmlns:a16="http://schemas.microsoft.com/office/drawing/2014/main" id="{99EDC140-80FA-5E3E-91DA-DA16E193E4E2}"/>
              </a:ext>
              <a:ext uri="urn:g6b3r1:native-source:v1">
                <g6:source xmlns:g6="urn:g6b3r1:native-source:v1">{"alt":"rule","color":"#B8C8C6","h":0,"id":"S09_rule","kind":"line","reading_order":10,"stroke_width":1,"w":1162,"x":56,"y":671}</g6:source>
              </a:ext>
            </a:extLst>
          </p:cNvPr>
          <p:cNvSpPr>
            <a:spLocks xmlns:a="http://schemas.openxmlformats.org/drawingml/2006/main" noGrp="1"/>
          </p:cNvSpPr>
          <p:nvPr/>
        </p:nvSpPr>
        <p:spPr>
          <a:xfrm xmlns:a="http://schemas.openxmlformats.org/drawingml/2006/main" flipH="0" flipV="0" rot="0">
            <a:off x="533400" y="6391275"/>
            <a:ext cx="11068050" cy="0"/>
          </a:xfrm>
          <a:prstGeom xmlns:a="http://schemas.openxmlformats.org/drawingml/2006/main" prst="line">
            <a:avLst/>
          </a:prstGeom>
          <a:noFill xmlns:a="http://schemas.openxmlformats.org/drawingml/2006/main"/>
          <a:ln xmlns:a="http://schemas.openxmlformats.org/drawingml/2006/main" w="9525">
            <a:solidFill>
              <a:srgbClr val="B8C8C6"/>
            </a:solidFill>
          </a:ln>
        </p:spPr>
      </p:sp>
      <p:sp>
        <p:nvSpPr>
          <p:cNvPr id="13" name="S09_source_link" descr="source link">
            <a:hlinkClick r:id="g6b3r1Link12"/>
            <a:extLst xmlns:a="http://schemas.openxmlformats.org/drawingml/2006/main">
              <a:ext uri="{FF2B5EF4-FFF2-40B4-BE49-F238E27FC236}">
                <a16:creationId xmlns:a16="http://schemas.microsoft.com/office/drawing/2014/main" id="{EBA099C5-4F81-5CAB-BCA8-7D2306E13978}"/>
              </a:ext>
              <a:ext uri="urn:g6b3r1:native-source:v1">
                <g6:source xmlns:g6="urn:g6b3r1:native-source:v1">{"alt":"source link","bold":false,"color":"#315E8B","font_px":18,"h":27,"id":"S09_source_link","kind":"text","line_height_px":20.7,"link_target":"../references/experience/source_ledger.md","reading_order":11,"text":"S09 Source: experience","w":560,"x":56,"y":685}</g6:source>
              </a:ext>
            </a:extLst>
          </p:cNvPr>
          <p:cNvSpPr>
            <a:spLocks xmlns:a="http://schemas.openxmlformats.org/drawingml/2006/main" noGrp="1"/>
          </p:cNvSpPr>
          <p:nvPr/>
        </p:nvSpPr>
        <p:spPr>
          <a:xfrm xmlns:a="http://schemas.openxmlformats.org/drawingml/2006/main">
            <a:off x="533400" y="6524625"/>
            <a:ext cx="5334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553"/>
              </a:lnSpc>
              <a:spcBef>
                <a:spcPts val="0"/>
              </a:spcBef>
              <a:spcAft>
                <a:spcPts val="0"/>
              </a:spcAft>
              <a:defRPr sz="1350" b="0">
                <a:solidFill>
                  <a:srgbClr val="315E8B"/>
                </a:solidFill>
                <a:latin typeface="Nimbus Sans"/>
                <a:ea typeface="Nimbus Sans"/>
                <a:cs typeface="Nimbus Sans"/>
              </a:defRPr>
            </a:pPr>
            <a:r>
              <a:rPr sz="1350" b="0">
                <a:solidFill>
                  <a:srgbClr val="315E8B"/>
                </a:solidFill>
                <a:latin typeface="Nimbus Sans"/>
                <a:ea typeface="Nimbus Sans"/>
                <a:cs typeface="Nimbus Sans"/>
              </a:rPr>
              <a:t>S09 Source: experience</a:t>
            </a:r>
          </a:p>
        </p:txBody>
      </p:sp>
      <p:sp>
        <p:nvSpPr>
          <p:cNvPr id="14" name="S09_atlas_locator" descr="atlas locator">
            <a:hlinkClick r:id="g6b3r1Link13"/>
            <a:extLst xmlns:a="http://schemas.openxmlformats.org/drawingml/2006/main">
              <a:ext uri="{FF2B5EF4-FFF2-40B4-BE49-F238E27FC236}">
                <a16:creationId xmlns:a16="http://schemas.microsoft.com/office/drawing/2014/main" id="{565C982B-CE12-576F-9CCE-C6BDF5821658}"/>
              </a:ext>
              <a:ext uri="urn:g6b3r1:native-source:v1">
                <g6:source xmlns:g6="urn:g6b3r1:native-source:v1">{"alt":"atlas locator","bold":false,"color":"#315E8B","font_px":17,"h":27,"id":"S09_atlas_locator","kind":"text","line_height_px":19.549999999999997,"link_target":"../atlas/README.html","reading_order":12,"text":"Atlas: Overview / GEO 1 2 3 4 5 6 7","w":560,"x":660,"y":685}</g6:source>
              </a:ext>
            </a:extLst>
          </p:cNvPr>
          <p:cNvSpPr>
            <a:spLocks xmlns:a="http://schemas.openxmlformats.org/drawingml/2006/main" noGrp="1"/>
          </p:cNvSpPr>
          <p:nvPr/>
        </p:nvSpPr>
        <p:spPr>
          <a:xfrm xmlns:a="http://schemas.openxmlformats.org/drawingml/2006/main">
            <a:off x="6286500" y="6524625"/>
            <a:ext cx="5334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466"/>
              </a:lnSpc>
              <a:spcBef>
                <a:spcPts val="0"/>
              </a:spcBef>
              <a:spcAft>
                <a:spcPts val="0"/>
              </a:spcAft>
              <a:defRPr sz="1275" b="0">
                <a:solidFill>
                  <a:srgbClr val="315E8B"/>
                </a:solidFill>
                <a:latin typeface="Nimbus Sans"/>
                <a:ea typeface="Nimbus Sans"/>
                <a:cs typeface="Nimbus Sans"/>
              </a:defRPr>
            </a:pPr>
            <a:r>
              <a:rPr sz="1275" b="0">
                <a:solidFill>
                  <a:srgbClr val="315E8B"/>
                </a:solidFill>
                <a:latin typeface="Nimbus Sans"/>
                <a:ea typeface="Nimbus Sans"/>
                <a:cs typeface="Nimbus Sans"/>
              </a:rPr>
              <a:t>Atlas: Overview / GEO 1 2 3 4 5 6 7</a:t>
            </a:r>
          </a:p>
        </p:txBody>
      </p:sp>
    </p:spTree>
    <p:extLst>
      <p:ext uri="{BB962C8B-B14F-4D97-AF65-F5344CB8AC3E}">
        <p14:creationId xmlns:p14="http://schemas.microsoft.com/office/powerpoint/2010/main" val="292190377"/>
      </p:ext>
      <p:ext uri="urn:g6b3r1:native-source:v1">
        <g6:source xmlns:g6="urn:g6b3r1:native-source:v1">{"id":"S09","notes_en":"RECORDED N4-04  /  Calls in the measured current process and thread\n\nReuse avoids one domain calculation RECORDED N4-04 / Calls in the measured current process and thread COLD 1 WARM 0 Warm: 1 stored read + 2 Root decision calls Same exact correction 1/1 for readings [8, 10, 9], reference 10 Child activity UNOBSERVED_NOT_ZERO. Different measurement windows exclude setup/writeback. No wall-clock speedup claim.\n\nThis is an editorial explanation of the named recorded or conceptual scope, not a new runtime result. Follow the source references for exact fields and limitations. B5 and final publication are not performed.","notes_ru":"Сравниваются конкретные счётчики: холодный расчёт 1, тёплый 0. При тёплом использовании остаются чтение и два решения Root. Активность детей не наблюдалась и не равна нулю.","reading_order":["S09_title","S09_scope","S09_cold","S09_cold_bar","S09_cold_count","S09_warm","S09_warm_zero","S09_warm_count","S09_remaining","S09_qualification","S09_rule","S09_source_link","S09_atlas_locator"],"relations":[],"scope":"RECORDED N4-04  /  Calls in the measured current process and thread","source_refs":[{"label":"experience","target":"../references/experience/source_ledger.md"},{"label":"chapter","target":"../chapters/05_experience.html"}],"title":"Reuse avoids one domain calculation"}</g6:source>
      </p:ext>
    </p:extLst>
  </p:cSld>
</p:sld>
</file>

<file path=ppt/slides/slide10.xml><?xml version="1.0" encoding="utf-8"?>
<p:sld xmlns:p="http://schemas.openxmlformats.org/presentationml/2006/main" xmlns:a="http://schemas.openxmlformats.org/drawingml/2006/main" xmlns:r="http://schemas.openxmlformats.org/officeDocument/2006/relationships">
  <p:cSld name="S10">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10_title" descr="title">
            <a:extLst xmlns:a="http://schemas.openxmlformats.org/drawingml/2006/main">
              <a:ext uri="{FF2B5EF4-FFF2-40B4-BE49-F238E27FC236}">
                <a16:creationId xmlns:a16="http://schemas.microsoft.com/office/drawing/2014/main" id="{F1151330-EF85-5B14-A994-BD7304BF6586}"/>
              </a:ext>
              <a:ext uri="urn:g6b3r1:native-source:v1">
                <g6:source xmlns:g6="urn:g6b3r1:native-source:v1">{"alt":"title","bold":true,"color":"#16282B","font_px":42,"h":75,"id":"S10_title","kind":"text","line_height_px":48.3,"reading_order":0,"text":"Returned amendments change the seating work","w":1170,"x":54,"y":36}</g6:source>
              </a:ext>
            </a:extLst>
          </p:cNvPr>
          <p:cNvSpPr>
            <a:spLocks xmlns:a="http://schemas.openxmlformats.org/drawingml/2006/main" noGrp="1"/>
          </p:cNvSpPr>
          <p:nvPr/>
        </p:nvSpPr>
        <p:spPr>
          <a:xfrm xmlns:a="http://schemas.openxmlformats.org/drawingml/2006/main">
            <a:off x="514350" y="342900"/>
            <a:ext cx="11144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3623"/>
              </a:lnSpc>
              <a:spcBef>
                <a:spcPts val="0"/>
              </a:spcBef>
              <a:spcAft>
                <a:spcPts val="0"/>
              </a:spcAft>
              <a:defRPr sz="3150" b="1">
                <a:solidFill>
                  <a:srgbClr val="16282B"/>
                </a:solidFill>
                <a:latin typeface="Nimbus Sans"/>
                <a:ea typeface="Nimbus Sans"/>
                <a:cs typeface="Nimbus Sans"/>
              </a:defRPr>
            </a:pPr>
            <a:r>
              <a:rPr sz="3150" b="1">
                <a:solidFill>
                  <a:srgbClr val="16282B"/>
                </a:solidFill>
                <a:latin typeface="Nimbus Sans"/>
                <a:ea typeface="Nimbus Sans"/>
                <a:cs typeface="Nimbus Sans"/>
              </a:rPr>
              <a:t>Returned amendments change the seating work</a:t>
            </a:r>
          </a:p>
        </p:txBody>
      </p:sp>
      <p:sp>
        <p:nvSpPr>
          <p:cNvPr id="3" name="S10_scope" descr="scope">
            <a:extLst xmlns:a="http://schemas.openxmlformats.org/drawingml/2006/main">
              <a:ext uri="{FF2B5EF4-FFF2-40B4-BE49-F238E27FC236}">
                <a16:creationId xmlns:a16="http://schemas.microsoft.com/office/drawing/2014/main" id="{BEA5FFBF-3263-57FC-AB80-46044A1F78AE}"/>
              </a:ext>
              <a:ext uri="urn:g6b3r1:native-source:v1">
                <g6:source xmlns:g6="urn:g6b3r1:native-source:v1">{"alt":"scope","bold":false,"color":"#43595D","font_px":23,"h":54,"id":"S10_scope","kind":"text","line_height_px":26.45,"reading_order":1,"text":"RECORDED W3 / Request changes guests 07/08; the solver also moves 09/10","w":1160,"x":56,"y":113}</g6:source>
              </a:ext>
            </a:extLst>
          </p:cNvPr>
          <p:cNvSpPr>
            <a:spLocks xmlns:a="http://schemas.openxmlformats.org/drawingml/2006/main" noGrp="1"/>
          </p:cNvSpPr>
          <p:nvPr/>
        </p:nvSpPr>
        <p:spPr>
          <a:xfrm xmlns:a="http://schemas.openxmlformats.org/drawingml/2006/main">
            <a:off x="533400" y="1076325"/>
            <a:ext cx="1104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984"/>
              </a:lnSpc>
              <a:spcBef>
                <a:spcPts val="0"/>
              </a:spcBef>
              <a:spcAft>
                <a:spcPts val="0"/>
              </a:spcAft>
              <a:defRPr sz="1725" b="0">
                <a:solidFill>
                  <a:srgbClr val="43595D"/>
                </a:solidFill>
                <a:latin typeface="Nimbus Sans"/>
                <a:ea typeface="Nimbus Sans"/>
                <a:cs typeface="Nimbus Sans"/>
              </a:defRPr>
            </a:pPr>
            <a:r>
              <a:rPr sz="1725" b="0">
                <a:solidFill>
                  <a:srgbClr val="43595D"/>
                </a:solidFill>
                <a:latin typeface="Nimbus Sans"/>
                <a:ea typeface="Nimbus Sans"/>
                <a:cs typeface="Nimbus Sans"/>
              </a:rPr>
              <a:t>RECORDED W3 / Request changes guests 07/08; the solver also moves 09/10</a:t>
            </a:r>
          </a:p>
        </p:txBody>
      </p:sp>
      <p:sp>
        <p:nvSpPr>
          <p:cNvPr id="4" name="S10_fields" descr="fields">
            <a:extLst xmlns:a="http://schemas.openxmlformats.org/drawingml/2006/main">
              <a:ext uri="{FF2B5EF4-FFF2-40B4-BE49-F238E27FC236}">
                <a16:creationId xmlns:a16="http://schemas.microsoft.com/office/drawing/2014/main" id="{D36EFFEC-8A0B-566E-8E05-C8C58389CD9C}"/>
              </a:ext>
              <a:ext uri="urn:g6b3r1:native-source:v1">
                <g6:source xmlns:g6="urn:g6b3r1:native-source:v1">{"alt":"fields","bold":true,"color":"#16282B","font_px":28,"h":72,"id":"S10_fields","kind":"text","line_height_px":32.199999999999996,"reading_order":2,"text":"Actual fields: REPLACE ALLOWED_TABLES, guests 07/08, tables=[table_1]","w":1170,"x":56,"y":190}</g6:source>
              </a:ext>
            </a:extLst>
          </p:cNvPr>
          <p:cNvSpPr>
            <a:spLocks xmlns:a="http://schemas.openxmlformats.org/drawingml/2006/main" noGrp="1"/>
          </p:cNvSpPr>
          <p:nvPr/>
        </p:nvSpPr>
        <p:spPr>
          <a:xfrm xmlns:a="http://schemas.openxmlformats.org/drawingml/2006/main">
            <a:off x="533400" y="1809750"/>
            <a:ext cx="11144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415"/>
              </a:lnSpc>
              <a:spcBef>
                <a:spcPts val="0"/>
              </a:spcBef>
              <a:spcAft>
                <a:spcPts val="0"/>
              </a:spcAft>
              <a:defRPr sz="2100" b="1">
                <a:solidFill>
                  <a:srgbClr val="16282B"/>
                </a:solidFill>
                <a:latin typeface="Nimbus Sans"/>
                <a:ea typeface="Nimbus Sans"/>
                <a:cs typeface="Nimbus Sans"/>
              </a:defRPr>
            </a:pPr>
            <a:r>
              <a:rPr sz="2100" b="1">
                <a:solidFill>
                  <a:srgbClr val="16282B"/>
                </a:solidFill>
                <a:latin typeface="Nimbus Sans"/>
                <a:ea typeface="Nimbus Sans"/>
                <a:cs typeface="Nimbus Sans"/>
              </a:rPr>
              <a:t>Actual fields: REPLACE ALLOWED_TABLES, guests 07/08, tables=[table_1]</a:t>
            </a:r>
          </a:p>
        </p:txBody>
      </p:sp>
      <p:sp>
        <p:nvSpPr>
          <p:cNvPr id="5" name="S10_labels" descr="labels">
            <a:extLst xmlns:a="http://schemas.openxmlformats.org/drawingml/2006/main">
              <a:ext uri="{FF2B5EF4-FFF2-40B4-BE49-F238E27FC236}">
                <a16:creationId xmlns:a16="http://schemas.microsoft.com/office/drawing/2014/main" id="{3C16C005-22EA-57A7-B7AF-2C69FD48EA9C}"/>
              </a:ext>
              <a:ext uri="urn:g6b3r1:native-source:v1">
                <g6:source xmlns:g6="urn:g6b3r1:native-source:v1">{"alt":"labels","bold":false,"color":"#16282B","font_px":26,"h":50,"id":"S10_labels","kind":"text","line_height_px":29.9,"reading_order":3,"text":"Guests","w":140,"x":56,"y":280}</g6:source>
              </a:ext>
            </a:extLst>
          </p:cNvPr>
          <p:cNvSpPr>
            <a:spLocks xmlns:a="http://schemas.openxmlformats.org/drawingml/2006/main" noGrp="1"/>
          </p:cNvSpPr>
          <p:nvPr/>
        </p:nvSpPr>
        <p:spPr>
          <a:xfrm xmlns:a="http://schemas.openxmlformats.org/drawingml/2006/main">
            <a:off x="533400" y="2667000"/>
            <a:ext cx="133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243"/>
              </a:lnSpc>
              <a:spcBef>
                <a:spcPts val="0"/>
              </a:spcBef>
              <a:spcAft>
                <a:spcPts val="0"/>
              </a:spcAft>
              <a:defRPr sz="1950" b="0">
                <a:solidFill>
                  <a:srgbClr val="16282B"/>
                </a:solidFill>
                <a:latin typeface="Nimbus Sans"/>
                <a:ea typeface="Nimbus Sans"/>
                <a:cs typeface="Nimbus Sans"/>
              </a:defRPr>
            </a:pPr>
            <a:r>
              <a:rPr sz="1950" b="0">
                <a:solidFill>
                  <a:srgbClr val="16282B"/>
                </a:solidFill>
                <a:latin typeface="Nimbus Sans"/>
                <a:ea typeface="Nimbus Sans"/>
                <a:cs typeface="Nimbus Sans"/>
              </a:rPr>
              <a:t>Guests</a:t>
            </a:r>
          </a:p>
        </p:txBody>
      </p:sp>
      <p:sp>
        <p:nvSpPr>
          <p:cNvPr id="6" name="S10_pair_0" descr="pair 0">
            <a:extLst xmlns:a="http://schemas.openxmlformats.org/drawingml/2006/main">
              <a:ext uri="{FF2B5EF4-FFF2-40B4-BE49-F238E27FC236}">
                <a16:creationId xmlns:a16="http://schemas.microsoft.com/office/drawing/2014/main" id="{323E61E4-8335-5D7E-A7CA-EB6A45F65C82}"/>
              </a:ext>
              <a:ext uri="urn:g6b3r1:native-source:v1">
                <g6:source xmlns:g6="urn:g6b3r1:native-source:v1">{"alt":"pair 0","bold":false,"color":"#43595D","font_px":26,"h":50,"id":"S10_pair_0","kind":"text","line_height_px":29.9,"reading_order":4,"text":"01/02","w":155,"x":203,"y":280}</g6:source>
              </a:ext>
            </a:extLst>
          </p:cNvPr>
          <p:cNvSpPr>
            <a:spLocks xmlns:a="http://schemas.openxmlformats.org/drawingml/2006/main" noGrp="1"/>
          </p:cNvSpPr>
          <p:nvPr/>
        </p:nvSpPr>
        <p:spPr>
          <a:xfrm xmlns:a="http://schemas.openxmlformats.org/drawingml/2006/main">
            <a:off x="1933575" y="2667000"/>
            <a:ext cx="1476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243"/>
              </a:lnSpc>
              <a:spcBef>
                <a:spcPts val="0"/>
              </a:spcBef>
              <a:spcAft>
                <a:spcPts val="0"/>
              </a:spcAft>
              <a:defRPr sz="1950" b="0">
                <a:solidFill>
                  <a:srgbClr val="43595D"/>
                </a:solidFill>
                <a:latin typeface="Nimbus Sans"/>
                <a:ea typeface="Nimbus Sans"/>
                <a:cs typeface="Nimbus Sans"/>
              </a:defRPr>
            </a:pPr>
            <a:r>
              <a:rPr sz="1950" b="0">
                <a:solidFill>
                  <a:srgbClr val="43595D"/>
                </a:solidFill>
                <a:latin typeface="Nimbus Sans"/>
                <a:ea typeface="Nimbus Sans"/>
                <a:cs typeface="Nimbus Sans"/>
              </a:rPr>
              <a:t>01/02</a:t>
            </a:r>
          </a:p>
        </p:txBody>
      </p:sp>
      <p:sp>
        <p:nvSpPr>
          <p:cNvPr id="7" name="S10_pair_1" descr="pair 1">
            <a:extLst xmlns:a="http://schemas.openxmlformats.org/drawingml/2006/main">
              <a:ext uri="{FF2B5EF4-FFF2-40B4-BE49-F238E27FC236}">
                <a16:creationId xmlns:a16="http://schemas.microsoft.com/office/drawing/2014/main" id="{B069C6B5-0600-5293-BDDD-0A77AD3F2608}"/>
              </a:ext>
              <a:ext uri="urn:g6b3r1:native-source:v1">
                <g6:source xmlns:g6="urn:g6b3r1:native-source:v1">{"alt":"pair 1","bold":false,"color":"#43595D","font_px":26,"h":50,"id":"S10_pair_1","kind":"text","line_height_px":29.9,"reading_order":5,"text":"03/04","w":155,"x":368,"y":280}</g6:source>
              </a:ext>
            </a:extLst>
          </p:cNvPr>
          <p:cNvSpPr>
            <a:spLocks xmlns:a="http://schemas.openxmlformats.org/drawingml/2006/main" noGrp="1"/>
          </p:cNvSpPr>
          <p:nvPr/>
        </p:nvSpPr>
        <p:spPr>
          <a:xfrm xmlns:a="http://schemas.openxmlformats.org/drawingml/2006/main">
            <a:off x="3505200" y="2667000"/>
            <a:ext cx="1476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243"/>
              </a:lnSpc>
              <a:spcBef>
                <a:spcPts val="0"/>
              </a:spcBef>
              <a:spcAft>
                <a:spcPts val="0"/>
              </a:spcAft>
              <a:defRPr sz="1950" b="0">
                <a:solidFill>
                  <a:srgbClr val="43595D"/>
                </a:solidFill>
                <a:latin typeface="Nimbus Sans"/>
                <a:ea typeface="Nimbus Sans"/>
                <a:cs typeface="Nimbus Sans"/>
              </a:defRPr>
            </a:pPr>
            <a:r>
              <a:rPr sz="1950" b="0">
                <a:solidFill>
                  <a:srgbClr val="43595D"/>
                </a:solidFill>
                <a:latin typeface="Nimbus Sans"/>
                <a:ea typeface="Nimbus Sans"/>
                <a:cs typeface="Nimbus Sans"/>
              </a:rPr>
              <a:t>03/04</a:t>
            </a:r>
          </a:p>
        </p:txBody>
      </p:sp>
      <p:sp>
        <p:nvSpPr>
          <p:cNvPr id="8" name="S10_pair_2" descr="pair 2">
            <a:extLst xmlns:a="http://schemas.openxmlformats.org/drawingml/2006/main">
              <a:ext uri="{FF2B5EF4-FFF2-40B4-BE49-F238E27FC236}">
                <a16:creationId xmlns:a16="http://schemas.microsoft.com/office/drawing/2014/main" id="{59414C1F-37B5-5845-81B8-DB54B111A425}"/>
              </a:ext>
              <a:ext uri="urn:g6b3r1:native-source:v1">
                <g6:source xmlns:g6="urn:g6b3r1:native-source:v1">{"alt":"pair 2","bold":false,"color":"#43595D","font_px":26,"h":50,"id":"S10_pair_2","kind":"text","line_height_px":29.9,"reading_order":6,"text":"05/06","w":155,"x":533,"y":280}</g6:source>
              </a:ext>
            </a:extLst>
          </p:cNvPr>
          <p:cNvSpPr>
            <a:spLocks xmlns:a="http://schemas.openxmlformats.org/drawingml/2006/main" noGrp="1"/>
          </p:cNvSpPr>
          <p:nvPr/>
        </p:nvSpPr>
        <p:spPr>
          <a:xfrm xmlns:a="http://schemas.openxmlformats.org/drawingml/2006/main">
            <a:off x="5076825" y="2667000"/>
            <a:ext cx="1476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243"/>
              </a:lnSpc>
              <a:spcBef>
                <a:spcPts val="0"/>
              </a:spcBef>
              <a:spcAft>
                <a:spcPts val="0"/>
              </a:spcAft>
              <a:defRPr sz="1950" b="0">
                <a:solidFill>
                  <a:srgbClr val="43595D"/>
                </a:solidFill>
                <a:latin typeface="Nimbus Sans"/>
                <a:ea typeface="Nimbus Sans"/>
                <a:cs typeface="Nimbus Sans"/>
              </a:defRPr>
            </a:pPr>
            <a:r>
              <a:rPr sz="1950" b="0">
                <a:solidFill>
                  <a:srgbClr val="43595D"/>
                </a:solidFill>
                <a:latin typeface="Nimbus Sans"/>
                <a:ea typeface="Nimbus Sans"/>
                <a:cs typeface="Nimbus Sans"/>
              </a:rPr>
              <a:t>05/06</a:t>
            </a:r>
          </a:p>
        </p:txBody>
      </p:sp>
      <p:sp>
        <p:nvSpPr>
          <p:cNvPr id="9" name="S10_pair_3" descr="pair 3">
            <a:extLst xmlns:a="http://schemas.openxmlformats.org/drawingml/2006/main">
              <a:ext uri="{FF2B5EF4-FFF2-40B4-BE49-F238E27FC236}">
                <a16:creationId xmlns:a16="http://schemas.microsoft.com/office/drawing/2014/main" id="{BF65EF55-BF92-5348-9523-DF8981C5438C}"/>
              </a:ext>
              <a:ext uri="urn:g6b3r1:native-source:v1">
                <g6:source xmlns:g6="urn:g6b3r1:native-source:v1">{"alt":"pair 3","bold":true,"color":"#176B68","font_px":26,"h":50,"id":"S10_pair_3","kind":"text","line_height_px":29.9,"reading_order":7,"text":"07/08","w":155,"x":698,"y":280}</g6:source>
              </a:ext>
            </a:extLst>
          </p:cNvPr>
          <p:cNvSpPr>
            <a:spLocks xmlns:a="http://schemas.openxmlformats.org/drawingml/2006/main" noGrp="1"/>
          </p:cNvSpPr>
          <p:nvPr/>
        </p:nvSpPr>
        <p:spPr>
          <a:xfrm xmlns:a="http://schemas.openxmlformats.org/drawingml/2006/main">
            <a:off x="6648450" y="2667000"/>
            <a:ext cx="1476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243"/>
              </a:lnSpc>
              <a:spcBef>
                <a:spcPts val="0"/>
              </a:spcBef>
              <a:spcAft>
                <a:spcPts val="0"/>
              </a:spcAft>
              <a:defRPr sz="1950" b="1">
                <a:solidFill>
                  <a:srgbClr val="176B68"/>
                </a:solidFill>
                <a:latin typeface="Nimbus Sans"/>
                <a:ea typeface="Nimbus Sans"/>
                <a:cs typeface="Nimbus Sans"/>
              </a:defRPr>
            </a:pPr>
            <a:r>
              <a:rPr sz="1950" b="1">
                <a:solidFill>
                  <a:srgbClr val="176B68"/>
                </a:solidFill>
                <a:latin typeface="Nimbus Sans"/>
                <a:ea typeface="Nimbus Sans"/>
                <a:cs typeface="Nimbus Sans"/>
              </a:rPr>
              <a:t>07/08</a:t>
            </a:r>
          </a:p>
        </p:txBody>
      </p:sp>
      <p:sp>
        <p:nvSpPr>
          <p:cNvPr id="10" name="S10_pair_4" descr="pair 4">
            <a:extLst xmlns:a="http://schemas.openxmlformats.org/drawingml/2006/main">
              <a:ext uri="{FF2B5EF4-FFF2-40B4-BE49-F238E27FC236}">
                <a16:creationId xmlns:a16="http://schemas.microsoft.com/office/drawing/2014/main" id="{1B04781C-6D79-58A0-A066-1037C0065484}"/>
              </a:ext>
              <a:ext uri="urn:g6b3r1:native-source:v1">
                <g6:source xmlns:g6="urn:g6b3r1:native-source:v1">{"alt":"pair 4","bold":true,"color":"#176B68","font_px":26,"h":50,"id":"S10_pair_4","kind":"text","line_height_px":29.9,"reading_order":8,"text":"09/10","w":155,"x":863,"y":280}</g6:source>
              </a:ext>
            </a:extLst>
          </p:cNvPr>
          <p:cNvSpPr>
            <a:spLocks xmlns:a="http://schemas.openxmlformats.org/drawingml/2006/main" noGrp="1"/>
          </p:cNvSpPr>
          <p:nvPr/>
        </p:nvSpPr>
        <p:spPr>
          <a:xfrm xmlns:a="http://schemas.openxmlformats.org/drawingml/2006/main">
            <a:off x="8220075" y="2667000"/>
            <a:ext cx="1476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243"/>
              </a:lnSpc>
              <a:spcBef>
                <a:spcPts val="0"/>
              </a:spcBef>
              <a:spcAft>
                <a:spcPts val="0"/>
              </a:spcAft>
              <a:defRPr sz="1950" b="1">
                <a:solidFill>
                  <a:srgbClr val="176B68"/>
                </a:solidFill>
                <a:latin typeface="Nimbus Sans"/>
                <a:ea typeface="Nimbus Sans"/>
                <a:cs typeface="Nimbus Sans"/>
              </a:defRPr>
            </a:pPr>
            <a:r>
              <a:rPr sz="1950" b="1">
                <a:solidFill>
                  <a:srgbClr val="176B68"/>
                </a:solidFill>
                <a:latin typeface="Nimbus Sans"/>
                <a:ea typeface="Nimbus Sans"/>
                <a:cs typeface="Nimbus Sans"/>
              </a:rPr>
              <a:t>09/10</a:t>
            </a:r>
          </a:p>
        </p:txBody>
      </p:sp>
      <p:sp>
        <p:nvSpPr>
          <p:cNvPr id="11" name="S10_pair_5" descr="pair 5">
            <a:extLst xmlns:a="http://schemas.openxmlformats.org/drawingml/2006/main">
              <a:ext uri="{FF2B5EF4-FFF2-40B4-BE49-F238E27FC236}">
                <a16:creationId xmlns:a16="http://schemas.microsoft.com/office/drawing/2014/main" id="{912860CA-0D58-5BD8-BC0A-0EB1C3F9E611}"/>
              </a:ext>
              <a:ext uri="urn:g6b3r1:native-source:v1">
                <g6:source xmlns:g6="urn:g6b3r1:native-source:v1">{"alt":"pair 5","bold":false,"color":"#43595D","font_px":26,"h":50,"id":"S10_pair_5","kind":"text","line_height_px":29.9,"reading_order":9,"text":"11/12","w":155,"x":1028,"y":280}</g6:source>
              </a:ext>
            </a:extLst>
          </p:cNvPr>
          <p:cNvSpPr>
            <a:spLocks xmlns:a="http://schemas.openxmlformats.org/drawingml/2006/main" noGrp="1"/>
          </p:cNvSpPr>
          <p:nvPr/>
        </p:nvSpPr>
        <p:spPr>
          <a:xfrm xmlns:a="http://schemas.openxmlformats.org/drawingml/2006/main">
            <a:off x="9791700" y="2667000"/>
            <a:ext cx="1476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243"/>
              </a:lnSpc>
              <a:spcBef>
                <a:spcPts val="0"/>
              </a:spcBef>
              <a:spcAft>
                <a:spcPts val="0"/>
              </a:spcAft>
              <a:defRPr sz="1950" b="0">
                <a:solidFill>
                  <a:srgbClr val="43595D"/>
                </a:solidFill>
                <a:latin typeface="Nimbus Sans"/>
                <a:ea typeface="Nimbus Sans"/>
                <a:cs typeface="Nimbus Sans"/>
              </a:defRPr>
            </a:pPr>
            <a:r>
              <a:rPr sz="1950" b="0">
                <a:solidFill>
                  <a:srgbClr val="43595D"/>
                </a:solidFill>
                <a:latin typeface="Nimbus Sans"/>
                <a:ea typeface="Nimbus Sans"/>
                <a:cs typeface="Nimbus Sans"/>
              </a:rPr>
              <a:t>11/12</a:t>
            </a:r>
          </a:p>
        </p:txBody>
      </p:sp>
      <p:sp>
        <p:nvSpPr>
          <p:cNvPr id="12" name="S10_SR1" descr="SR1">
            <a:extLst xmlns:a="http://schemas.openxmlformats.org/drawingml/2006/main">
              <a:ext uri="{FF2B5EF4-FFF2-40B4-BE49-F238E27FC236}">
                <a16:creationId xmlns:a16="http://schemas.microsoft.com/office/drawing/2014/main" id="{C0F7903D-A45C-5688-9A98-7864228069F0}"/>
              </a:ext>
              <a:ext uri="urn:g6b3r1:native-source:v1">
                <g6:source xmlns:g6="urn:g6b3r1:native-source:v1">{"alt":"SR1","bold":true,"color":"#16282B","font_px":32,"h":60,"id":"S10_SR1","kind":"text","line_height_px":36.8,"reading_order":10,"text":"SR1","w":120,"x":56,"y":355}</g6:source>
              </a:ext>
            </a:extLst>
          </p:cNvPr>
          <p:cNvSpPr>
            <a:spLocks xmlns:a="http://schemas.openxmlformats.org/drawingml/2006/main" noGrp="1"/>
          </p:cNvSpPr>
          <p:nvPr/>
        </p:nvSpPr>
        <p:spPr>
          <a:xfrm xmlns:a="http://schemas.openxmlformats.org/drawingml/2006/main">
            <a:off x="533400" y="3381375"/>
            <a:ext cx="114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760"/>
              </a:lnSpc>
              <a:spcBef>
                <a:spcPts val="0"/>
              </a:spcBef>
              <a:spcAft>
                <a:spcPts val="0"/>
              </a:spcAft>
              <a:defRPr sz="2400" b="1">
                <a:solidFill>
                  <a:srgbClr val="16282B"/>
                </a:solidFill>
                <a:latin typeface="Nimbus Sans"/>
                <a:ea typeface="Nimbus Sans"/>
                <a:cs typeface="Nimbus Sans"/>
              </a:defRPr>
            </a:pPr>
            <a:r>
              <a:rPr sz="2400" b="1">
                <a:solidFill>
                  <a:srgbClr val="16282B"/>
                </a:solidFill>
                <a:latin typeface="Nimbus Sans"/>
                <a:ea typeface="Nimbus Sans"/>
                <a:cs typeface="Nimbus Sans"/>
              </a:rPr>
              <a:t>SR1</a:t>
            </a:r>
          </a:p>
        </p:txBody>
      </p:sp>
      <p:sp>
        <p:nvSpPr>
          <p:cNvPr id="13" name="S10_SR1_0" descr="SR1 0">
            <a:extLst xmlns:a="http://schemas.openxmlformats.org/drawingml/2006/main">
              <a:ext uri="{FF2B5EF4-FFF2-40B4-BE49-F238E27FC236}">
                <a16:creationId xmlns:a16="http://schemas.microsoft.com/office/drawing/2014/main" id="{59785268-78D4-5D87-8829-F69A553C5CB0}"/>
              </a:ext>
              <a:ext uri="urn:g6b3r1:native-source:v1">
                <g6:source xmlns:g6="urn:g6b3r1:native-source:v1">{"alt":"SR1 0","bold":false,"color":"#43595D","font_px":28,"h":66,"id":"S10_SR1_0","kind":"text","line_height_px":32.199999999999996,"reading_order":11,"text":"Table 1","w":155,"x":203,"y":355}</g6:source>
              </a:ext>
            </a:extLst>
          </p:cNvPr>
          <p:cNvSpPr>
            <a:spLocks xmlns:a="http://schemas.openxmlformats.org/drawingml/2006/main" noGrp="1"/>
          </p:cNvSpPr>
          <p:nvPr/>
        </p:nvSpPr>
        <p:spPr>
          <a:xfrm xmlns:a="http://schemas.openxmlformats.org/drawingml/2006/main">
            <a:off x="1933575" y="3381375"/>
            <a:ext cx="1476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415"/>
              </a:lnSpc>
              <a:spcBef>
                <a:spcPts val="0"/>
              </a:spcBef>
              <a:spcAft>
                <a:spcPts val="0"/>
              </a:spcAft>
              <a:defRPr sz="2100" b="0">
                <a:solidFill>
                  <a:srgbClr val="43595D"/>
                </a:solidFill>
                <a:latin typeface="Nimbus Sans"/>
                <a:ea typeface="Nimbus Sans"/>
                <a:cs typeface="Nimbus Sans"/>
              </a:defRPr>
            </a:pPr>
            <a:r>
              <a:rPr sz="2100" b="0">
                <a:solidFill>
                  <a:srgbClr val="43595D"/>
                </a:solidFill>
                <a:latin typeface="Nimbus Sans"/>
                <a:ea typeface="Nimbus Sans"/>
                <a:cs typeface="Nimbus Sans"/>
              </a:rPr>
              <a:t>Table 1</a:t>
            </a:r>
          </a:p>
        </p:txBody>
      </p:sp>
      <p:sp>
        <p:nvSpPr>
          <p:cNvPr id="14" name="S10_SR1_1" descr="SR1 1">
            <a:extLst xmlns:a="http://schemas.openxmlformats.org/drawingml/2006/main">
              <a:ext uri="{FF2B5EF4-FFF2-40B4-BE49-F238E27FC236}">
                <a16:creationId xmlns:a16="http://schemas.microsoft.com/office/drawing/2014/main" id="{FB3207FC-AFB5-58D7-B7F3-921BA338BAD5}"/>
              </a:ext>
              <a:ext uri="urn:g6b3r1:native-source:v1">
                <g6:source xmlns:g6="urn:g6b3r1:native-source:v1">{"alt":"SR1 1","bold":false,"color":"#43595D","font_px":28,"h":66,"id":"S10_SR1_1","kind":"text","line_height_px":32.199999999999996,"reading_order":12,"text":"Table 2","w":155,"x":368,"y":355}</g6:source>
              </a:ext>
            </a:extLst>
          </p:cNvPr>
          <p:cNvSpPr>
            <a:spLocks xmlns:a="http://schemas.openxmlformats.org/drawingml/2006/main" noGrp="1"/>
          </p:cNvSpPr>
          <p:nvPr/>
        </p:nvSpPr>
        <p:spPr>
          <a:xfrm xmlns:a="http://schemas.openxmlformats.org/drawingml/2006/main">
            <a:off x="3505200" y="3381375"/>
            <a:ext cx="1476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415"/>
              </a:lnSpc>
              <a:spcBef>
                <a:spcPts val="0"/>
              </a:spcBef>
              <a:spcAft>
                <a:spcPts val="0"/>
              </a:spcAft>
              <a:defRPr sz="2100" b="0">
                <a:solidFill>
                  <a:srgbClr val="43595D"/>
                </a:solidFill>
                <a:latin typeface="Nimbus Sans"/>
                <a:ea typeface="Nimbus Sans"/>
                <a:cs typeface="Nimbus Sans"/>
              </a:defRPr>
            </a:pPr>
            <a:r>
              <a:rPr sz="2100" b="0">
                <a:solidFill>
                  <a:srgbClr val="43595D"/>
                </a:solidFill>
                <a:latin typeface="Nimbus Sans"/>
                <a:ea typeface="Nimbus Sans"/>
                <a:cs typeface="Nimbus Sans"/>
              </a:rPr>
              <a:t>Table 2</a:t>
            </a:r>
          </a:p>
        </p:txBody>
      </p:sp>
      <p:sp>
        <p:nvSpPr>
          <p:cNvPr id="15" name="S10_SR1_2" descr="SR1 2">
            <a:extLst xmlns:a="http://schemas.openxmlformats.org/drawingml/2006/main">
              <a:ext uri="{FF2B5EF4-FFF2-40B4-BE49-F238E27FC236}">
                <a16:creationId xmlns:a16="http://schemas.microsoft.com/office/drawing/2014/main" id="{F5B399B0-9838-50C3-BD0D-2347C47EFB1F}"/>
              </a:ext>
              <a:ext uri="urn:g6b3r1:native-source:v1">
                <g6:source xmlns:g6="urn:g6b3r1:native-source:v1">{"alt":"SR1 2","bold":false,"color":"#43595D","font_px":28,"h":66,"id":"S10_SR1_2","kind":"text","line_height_px":32.199999999999996,"reading_order":13,"text":"Table 3","w":155,"x":533,"y":355}</g6:source>
              </a:ext>
            </a:extLst>
          </p:cNvPr>
          <p:cNvSpPr>
            <a:spLocks xmlns:a="http://schemas.openxmlformats.org/drawingml/2006/main" noGrp="1"/>
          </p:cNvSpPr>
          <p:nvPr/>
        </p:nvSpPr>
        <p:spPr>
          <a:xfrm xmlns:a="http://schemas.openxmlformats.org/drawingml/2006/main">
            <a:off x="5076825" y="3381375"/>
            <a:ext cx="1476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415"/>
              </a:lnSpc>
              <a:spcBef>
                <a:spcPts val="0"/>
              </a:spcBef>
              <a:spcAft>
                <a:spcPts val="0"/>
              </a:spcAft>
              <a:defRPr sz="2100" b="0">
                <a:solidFill>
                  <a:srgbClr val="43595D"/>
                </a:solidFill>
                <a:latin typeface="Nimbus Sans"/>
                <a:ea typeface="Nimbus Sans"/>
                <a:cs typeface="Nimbus Sans"/>
              </a:defRPr>
            </a:pPr>
            <a:r>
              <a:rPr sz="2100" b="0">
                <a:solidFill>
                  <a:srgbClr val="43595D"/>
                </a:solidFill>
                <a:latin typeface="Nimbus Sans"/>
                <a:ea typeface="Nimbus Sans"/>
                <a:cs typeface="Nimbus Sans"/>
              </a:rPr>
              <a:t>Table 3</a:t>
            </a:r>
          </a:p>
        </p:txBody>
      </p:sp>
      <p:sp>
        <p:nvSpPr>
          <p:cNvPr id="16" name="S10_SR1_3" descr="SR1 3">
            <a:extLst xmlns:a="http://schemas.openxmlformats.org/drawingml/2006/main">
              <a:ext uri="{FF2B5EF4-FFF2-40B4-BE49-F238E27FC236}">
                <a16:creationId xmlns:a16="http://schemas.microsoft.com/office/drawing/2014/main" id="{7687382F-C26A-5716-B631-1643F588DB47}"/>
              </a:ext>
              <a:ext uri="urn:g6b3r1:native-source:v1">
                <g6:source xmlns:g6="urn:g6b3r1:native-source:v1">{"alt":"SR1 3","bold":true,"color":"#176B68","font_px":28,"h":66,"id":"S10_SR1_3","kind":"text","line_height_px":32.199999999999996,"reading_order":14,"text":"Table 2","w":155,"x":698,"y":355}</g6:source>
              </a:ext>
            </a:extLst>
          </p:cNvPr>
          <p:cNvSpPr>
            <a:spLocks xmlns:a="http://schemas.openxmlformats.org/drawingml/2006/main" noGrp="1"/>
          </p:cNvSpPr>
          <p:nvPr/>
        </p:nvSpPr>
        <p:spPr>
          <a:xfrm xmlns:a="http://schemas.openxmlformats.org/drawingml/2006/main">
            <a:off x="6648450" y="3381375"/>
            <a:ext cx="1476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415"/>
              </a:lnSpc>
              <a:spcBef>
                <a:spcPts val="0"/>
              </a:spcBef>
              <a:spcAft>
                <a:spcPts val="0"/>
              </a:spcAft>
              <a:defRPr sz="2100" b="1">
                <a:solidFill>
                  <a:srgbClr val="176B68"/>
                </a:solidFill>
                <a:latin typeface="Nimbus Sans"/>
                <a:ea typeface="Nimbus Sans"/>
                <a:cs typeface="Nimbus Sans"/>
              </a:defRPr>
            </a:pPr>
            <a:r>
              <a:rPr sz="2100" b="1">
                <a:solidFill>
                  <a:srgbClr val="176B68"/>
                </a:solidFill>
                <a:latin typeface="Nimbus Sans"/>
                <a:ea typeface="Nimbus Sans"/>
                <a:cs typeface="Nimbus Sans"/>
              </a:rPr>
              <a:t>Table 2</a:t>
            </a:r>
          </a:p>
        </p:txBody>
      </p:sp>
      <p:sp>
        <p:nvSpPr>
          <p:cNvPr id="17" name="S10_SR1_4" descr="SR1 4">
            <a:extLst xmlns:a="http://schemas.openxmlformats.org/drawingml/2006/main">
              <a:ext uri="{FF2B5EF4-FFF2-40B4-BE49-F238E27FC236}">
                <a16:creationId xmlns:a16="http://schemas.microsoft.com/office/drawing/2014/main" id="{E304745B-72FD-59AF-98AB-313E6E47C652}"/>
              </a:ext>
              <a:ext uri="urn:g6b3r1:native-source:v1">
                <g6:source xmlns:g6="urn:g6b3r1:native-source:v1">{"alt":"SR1 4","bold":true,"color":"#176B68","font_px":28,"h":66,"id":"S10_SR1_4","kind":"text","line_height_px":32.199999999999996,"reading_order":15,"text":"Table 1","w":155,"x":863,"y":355}</g6:source>
              </a:ext>
            </a:extLst>
          </p:cNvPr>
          <p:cNvSpPr>
            <a:spLocks xmlns:a="http://schemas.openxmlformats.org/drawingml/2006/main" noGrp="1"/>
          </p:cNvSpPr>
          <p:nvPr/>
        </p:nvSpPr>
        <p:spPr>
          <a:xfrm xmlns:a="http://schemas.openxmlformats.org/drawingml/2006/main">
            <a:off x="8220075" y="3381375"/>
            <a:ext cx="1476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415"/>
              </a:lnSpc>
              <a:spcBef>
                <a:spcPts val="0"/>
              </a:spcBef>
              <a:spcAft>
                <a:spcPts val="0"/>
              </a:spcAft>
              <a:defRPr sz="2100" b="1">
                <a:solidFill>
                  <a:srgbClr val="176B68"/>
                </a:solidFill>
                <a:latin typeface="Nimbus Sans"/>
                <a:ea typeface="Nimbus Sans"/>
                <a:cs typeface="Nimbus Sans"/>
              </a:defRPr>
            </a:pPr>
            <a:r>
              <a:rPr sz="2100" b="1">
                <a:solidFill>
                  <a:srgbClr val="176B68"/>
                </a:solidFill>
                <a:latin typeface="Nimbus Sans"/>
                <a:ea typeface="Nimbus Sans"/>
                <a:cs typeface="Nimbus Sans"/>
              </a:rPr>
              <a:t>Table 1</a:t>
            </a:r>
          </a:p>
        </p:txBody>
      </p:sp>
      <p:sp>
        <p:nvSpPr>
          <p:cNvPr id="18" name="S10_SR1_5" descr="SR1 5">
            <a:extLst xmlns:a="http://schemas.openxmlformats.org/drawingml/2006/main">
              <a:ext uri="{FF2B5EF4-FFF2-40B4-BE49-F238E27FC236}">
                <a16:creationId xmlns:a16="http://schemas.microsoft.com/office/drawing/2014/main" id="{974ED138-B9DF-5EF7-B14A-DF4E96FACC7F}"/>
              </a:ext>
              <a:ext uri="urn:g6b3r1:native-source:v1">
                <g6:source xmlns:g6="urn:g6b3r1:native-source:v1">{"alt":"SR1 5","bold":false,"color":"#43595D","font_px":28,"h":66,"id":"S10_SR1_5","kind":"text","line_height_px":32.199999999999996,"reading_order":16,"text":"Table 3","w":155,"x":1028,"y":355}</g6:source>
              </a:ext>
            </a:extLst>
          </p:cNvPr>
          <p:cNvSpPr>
            <a:spLocks xmlns:a="http://schemas.openxmlformats.org/drawingml/2006/main" noGrp="1"/>
          </p:cNvSpPr>
          <p:nvPr/>
        </p:nvSpPr>
        <p:spPr>
          <a:xfrm xmlns:a="http://schemas.openxmlformats.org/drawingml/2006/main">
            <a:off x="9791700" y="3381375"/>
            <a:ext cx="1476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415"/>
              </a:lnSpc>
              <a:spcBef>
                <a:spcPts val="0"/>
              </a:spcBef>
              <a:spcAft>
                <a:spcPts val="0"/>
              </a:spcAft>
              <a:defRPr sz="2100" b="0">
                <a:solidFill>
                  <a:srgbClr val="43595D"/>
                </a:solidFill>
                <a:latin typeface="Nimbus Sans"/>
                <a:ea typeface="Nimbus Sans"/>
                <a:cs typeface="Nimbus Sans"/>
              </a:defRPr>
            </a:pPr>
            <a:r>
              <a:rPr sz="2100" b="0">
                <a:solidFill>
                  <a:srgbClr val="43595D"/>
                </a:solidFill>
                <a:latin typeface="Nimbus Sans"/>
                <a:ea typeface="Nimbus Sans"/>
                <a:cs typeface="Nimbus Sans"/>
              </a:rPr>
              <a:t>Table 3</a:t>
            </a:r>
          </a:p>
        </p:txBody>
      </p:sp>
      <p:sp>
        <p:nvSpPr>
          <p:cNvPr id="19" name="S10_SR2" descr="SR2">
            <a:extLst xmlns:a="http://schemas.openxmlformats.org/drawingml/2006/main">
              <a:ext uri="{FF2B5EF4-FFF2-40B4-BE49-F238E27FC236}">
                <a16:creationId xmlns:a16="http://schemas.microsoft.com/office/drawing/2014/main" id="{F723D359-455A-5BFE-A52D-1E119B31F9DD}"/>
              </a:ext>
              <a:ext uri="urn:g6b3r1:native-source:v1">
                <g6:source xmlns:g6="urn:g6b3r1:native-source:v1">{"alt":"SR2","bold":true,"color":"#16282B","font_px":32,"h":60,"id":"S10_SR2","kind":"text","line_height_px":36.8,"reading_order":17,"text":"SR2","w":120,"x":56,"y":443}</g6:source>
              </a:ext>
            </a:extLst>
          </p:cNvPr>
          <p:cNvSpPr>
            <a:spLocks xmlns:a="http://schemas.openxmlformats.org/drawingml/2006/main" noGrp="1"/>
          </p:cNvSpPr>
          <p:nvPr/>
        </p:nvSpPr>
        <p:spPr>
          <a:xfrm xmlns:a="http://schemas.openxmlformats.org/drawingml/2006/main">
            <a:off x="533400" y="4219575"/>
            <a:ext cx="114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760"/>
              </a:lnSpc>
              <a:spcBef>
                <a:spcPts val="0"/>
              </a:spcBef>
              <a:spcAft>
                <a:spcPts val="0"/>
              </a:spcAft>
              <a:defRPr sz="2400" b="1">
                <a:solidFill>
                  <a:srgbClr val="16282B"/>
                </a:solidFill>
                <a:latin typeface="Nimbus Sans"/>
                <a:ea typeface="Nimbus Sans"/>
                <a:cs typeface="Nimbus Sans"/>
              </a:defRPr>
            </a:pPr>
            <a:r>
              <a:rPr sz="2400" b="1">
                <a:solidFill>
                  <a:srgbClr val="16282B"/>
                </a:solidFill>
                <a:latin typeface="Nimbus Sans"/>
                <a:ea typeface="Nimbus Sans"/>
                <a:cs typeface="Nimbus Sans"/>
              </a:rPr>
              <a:t>SR2</a:t>
            </a:r>
          </a:p>
        </p:txBody>
      </p:sp>
      <p:sp>
        <p:nvSpPr>
          <p:cNvPr id="20" name="S10_SR2_0" descr="SR2 0">
            <a:extLst xmlns:a="http://schemas.openxmlformats.org/drawingml/2006/main">
              <a:ext uri="{FF2B5EF4-FFF2-40B4-BE49-F238E27FC236}">
                <a16:creationId xmlns:a16="http://schemas.microsoft.com/office/drawing/2014/main" id="{824B0C13-2502-5365-A6D9-60BDB682DFB7}"/>
              </a:ext>
              <a:ext uri="urn:g6b3r1:native-source:v1">
                <g6:source xmlns:g6="urn:g6b3r1:native-source:v1">{"alt":"SR2 0","bold":false,"color":"#43595D","font_px":28,"h":66,"id":"S10_SR2_0","kind":"text","line_height_px":32.199999999999996,"reading_order":18,"text":"Table 1","w":155,"x":203,"y":443}</g6:source>
              </a:ext>
            </a:extLst>
          </p:cNvPr>
          <p:cNvSpPr>
            <a:spLocks xmlns:a="http://schemas.openxmlformats.org/drawingml/2006/main" noGrp="1"/>
          </p:cNvSpPr>
          <p:nvPr/>
        </p:nvSpPr>
        <p:spPr>
          <a:xfrm xmlns:a="http://schemas.openxmlformats.org/drawingml/2006/main">
            <a:off x="1933575" y="4219575"/>
            <a:ext cx="1476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415"/>
              </a:lnSpc>
              <a:spcBef>
                <a:spcPts val="0"/>
              </a:spcBef>
              <a:spcAft>
                <a:spcPts val="0"/>
              </a:spcAft>
              <a:defRPr sz="2100" b="0">
                <a:solidFill>
                  <a:srgbClr val="43595D"/>
                </a:solidFill>
                <a:latin typeface="Nimbus Sans"/>
                <a:ea typeface="Nimbus Sans"/>
                <a:cs typeface="Nimbus Sans"/>
              </a:defRPr>
            </a:pPr>
            <a:r>
              <a:rPr sz="2100" b="0">
                <a:solidFill>
                  <a:srgbClr val="43595D"/>
                </a:solidFill>
                <a:latin typeface="Nimbus Sans"/>
                <a:ea typeface="Nimbus Sans"/>
                <a:cs typeface="Nimbus Sans"/>
              </a:rPr>
              <a:t>Table 1</a:t>
            </a:r>
          </a:p>
        </p:txBody>
      </p:sp>
      <p:sp>
        <p:nvSpPr>
          <p:cNvPr id="21" name="S10_SR2_1" descr="SR2 1">
            <a:extLst xmlns:a="http://schemas.openxmlformats.org/drawingml/2006/main">
              <a:ext uri="{FF2B5EF4-FFF2-40B4-BE49-F238E27FC236}">
                <a16:creationId xmlns:a16="http://schemas.microsoft.com/office/drawing/2014/main" id="{B4DC391F-1F96-587A-B87F-EA5F0EC0F4EA}"/>
              </a:ext>
              <a:ext uri="urn:g6b3r1:native-source:v1">
                <g6:source xmlns:g6="urn:g6b3r1:native-source:v1">{"alt":"SR2 1","bold":false,"color":"#43595D","font_px":28,"h":66,"id":"S10_SR2_1","kind":"text","line_height_px":32.199999999999996,"reading_order":19,"text":"Table 2","w":155,"x":368,"y":443}</g6:source>
              </a:ext>
            </a:extLst>
          </p:cNvPr>
          <p:cNvSpPr>
            <a:spLocks xmlns:a="http://schemas.openxmlformats.org/drawingml/2006/main" noGrp="1"/>
          </p:cNvSpPr>
          <p:nvPr/>
        </p:nvSpPr>
        <p:spPr>
          <a:xfrm xmlns:a="http://schemas.openxmlformats.org/drawingml/2006/main">
            <a:off x="3505200" y="4219575"/>
            <a:ext cx="1476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415"/>
              </a:lnSpc>
              <a:spcBef>
                <a:spcPts val="0"/>
              </a:spcBef>
              <a:spcAft>
                <a:spcPts val="0"/>
              </a:spcAft>
              <a:defRPr sz="2100" b="0">
                <a:solidFill>
                  <a:srgbClr val="43595D"/>
                </a:solidFill>
                <a:latin typeface="Nimbus Sans"/>
                <a:ea typeface="Nimbus Sans"/>
                <a:cs typeface="Nimbus Sans"/>
              </a:defRPr>
            </a:pPr>
            <a:r>
              <a:rPr sz="2100" b="0">
                <a:solidFill>
                  <a:srgbClr val="43595D"/>
                </a:solidFill>
                <a:latin typeface="Nimbus Sans"/>
                <a:ea typeface="Nimbus Sans"/>
                <a:cs typeface="Nimbus Sans"/>
              </a:rPr>
              <a:t>Table 2</a:t>
            </a:r>
          </a:p>
        </p:txBody>
      </p:sp>
      <p:sp>
        <p:nvSpPr>
          <p:cNvPr id="22" name="S10_SR2_2" descr="SR2 2">
            <a:extLst xmlns:a="http://schemas.openxmlformats.org/drawingml/2006/main">
              <a:ext uri="{FF2B5EF4-FFF2-40B4-BE49-F238E27FC236}">
                <a16:creationId xmlns:a16="http://schemas.microsoft.com/office/drawing/2014/main" id="{4BD3723E-D8BB-57DF-AC8F-87C85FF676F7}"/>
              </a:ext>
              <a:ext uri="urn:g6b3r1:native-source:v1">
                <g6:source xmlns:g6="urn:g6b3r1:native-source:v1">{"alt":"SR2 2","bold":false,"color":"#43595D","font_px":28,"h":66,"id":"S10_SR2_2","kind":"text","line_height_px":32.199999999999996,"reading_order":20,"text":"Table 3","w":155,"x":533,"y":443}</g6:source>
              </a:ext>
            </a:extLst>
          </p:cNvPr>
          <p:cNvSpPr>
            <a:spLocks xmlns:a="http://schemas.openxmlformats.org/drawingml/2006/main" noGrp="1"/>
          </p:cNvSpPr>
          <p:nvPr/>
        </p:nvSpPr>
        <p:spPr>
          <a:xfrm xmlns:a="http://schemas.openxmlformats.org/drawingml/2006/main">
            <a:off x="5076825" y="4219575"/>
            <a:ext cx="1476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415"/>
              </a:lnSpc>
              <a:spcBef>
                <a:spcPts val="0"/>
              </a:spcBef>
              <a:spcAft>
                <a:spcPts val="0"/>
              </a:spcAft>
              <a:defRPr sz="2100" b="0">
                <a:solidFill>
                  <a:srgbClr val="43595D"/>
                </a:solidFill>
                <a:latin typeface="Nimbus Sans"/>
                <a:ea typeface="Nimbus Sans"/>
                <a:cs typeface="Nimbus Sans"/>
              </a:defRPr>
            </a:pPr>
            <a:r>
              <a:rPr sz="2100" b="0">
                <a:solidFill>
                  <a:srgbClr val="43595D"/>
                </a:solidFill>
                <a:latin typeface="Nimbus Sans"/>
                <a:ea typeface="Nimbus Sans"/>
                <a:cs typeface="Nimbus Sans"/>
              </a:rPr>
              <a:t>Table 3</a:t>
            </a:r>
          </a:p>
        </p:txBody>
      </p:sp>
      <p:sp>
        <p:nvSpPr>
          <p:cNvPr id="23" name="S10_SR2_3" descr="SR2 3">
            <a:extLst xmlns:a="http://schemas.openxmlformats.org/drawingml/2006/main">
              <a:ext uri="{FF2B5EF4-FFF2-40B4-BE49-F238E27FC236}">
                <a16:creationId xmlns:a16="http://schemas.microsoft.com/office/drawing/2014/main" id="{4D6331E5-DD68-576F-853A-52631293BA6C}"/>
              </a:ext>
              <a:ext uri="urn:g6b3r1:native-source:v1">
                <g6:source xmlns:g6="urn:g6b3r1:native-source:v1">{"alt":"SR2 3","bold":true,"color":"#176B68","font_px":28,"h":66,"id":"S10_SR2_3","kind":"text","line_height_px":32.199999999999996,"reading_order":21,"text":"Table 1","w":155,"x":698,"y":443}</g6:source>
              </a:ext>
            </a:extLst>
          </p:cNvPr>
          <p:cNvSpPr>
            <a:spLocks xmlns:a="http://schemas.openxmlformats.org/drawingml/2006/main" noGrp="1"/>
          </p:cNvSpPr>
          <p:nvPr/>
        </p:nvSpPr>
        <p:spPr>
          <a:xfrm xmlns:a="http://schemas.openxmlformats.org/drawingml/2006/main">
            <a:off x="6648450" y="4219575"/>
            <a:ext cx="1476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415"/>
              </a:lnSpc>
              <a:spcBef>
                <a:spcPts val="0"/>
              </a:spcBef>
              <a:spcAft>
                <a:spcPts val="0"/>
              </a:spcAft>
              <a:defRPr sz="2100" b="1">
                <a:solidFill>
                  <a:srgbClr val="176B68"/>
                </a:solidFill>
                <a:latin typeface="Nimbus Sans"/>
                <a:ea typeface="Nimbus Sans"/>
                <a:cs typeface="Nimbus Sans"/>
              </a:defRPr>
            </a:pPr>
            <a:r>
              <a:rPr sz="2100" b="1">
                <a:solidFill>
                  <a:srgbClr val="176B68"/>
                </a:solidFill>
                <a:latin typeface="Nimbus Sans"/>
                <a:ea typeface="Nimbus Sans"/>
                <a:cs typeface="Nimbus Sans"/>
              </a:rPr>
              <a:t>Table 1</a:t>
            </a:r>
          </a:p>
        </p:txBody>
      </p:sp>
      <p:sp>
        <p:nvSpPr>
          <p:cNvPr id="24" name="S10_SR2_4" descr="SR2 4">
            <a:extLst xmlns:a="http://schemas.openxmlformats.org/drawingml/2006/main">
              <a:ext uri="{FF2B5EF4-FFF2-40B4-BE49-F238E27FC236}">
                <a16:creationId xmlns:a16="http://schemas.microsoft.com/office/drawing/2014/main" id="{57711299-1CFB-5384-9B56-BE1AA36721A2}"/>
              </a:ext>
              <a:ext uri="urn:g6b3r1:native-source:v1">
                <g6:source xmlns:g6="urn:g6b3r1:native-source:v1">{"alt":"SR2 4","bold":true,"color":"#176B68","font_px":28,"h":66,"id":"S10_SR2_4","kind":"text","line_height_px":32.199999999999996,"reading_order":22,"text":"Table 2","w":155,"x":863,"y":443}</g6:source>
              </a:ext>
            </a:extLst>
          </p:cNvPr>
          <p:cNvSpPr>
            <a:spLocks xmlns:a="http://schemas.openxmlformats.org/drawingml/2006/main" noGrp="1"/>
          </p:cNvSpPr>
          <p:nvPr/>
        </p:nvSpPr>
        <p:spPr>
          <a:xfrm xmlns:a="http://schemas.openxmlformats.org/drawingml/2006/main">
            <a:off x="8220075" y="4219575"/>
            <a:ext cx="1476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415"/>
              </a:lnSpc>
              <a:spcBef>
                <a:spcPts val="0"/>
              </a:spcBef>
              <a:spcAft>
                <a:spcPts val="0"/>
              </a:spcAft>
              <a:defRPr sz="2100" b="1">
                <a:solidFill>
                  <a:srgbClr val="176B68"/>
                </a:solidFill>
                <a:latin typeface="Nimbus Sans"/>
                <a:ea typeface="Nimbus Sans"/>
                <a:cs typeface="Nimbus Sans"/>
              </a:defRPr>
            </a:pPr>
            <a:r>
              <a:rPr sz="2100" b="1">
                <a:solidFill>
                  <a:srgbClr val="176B68"/>
                </a:solidFill>
                <a:latin typeface="Nimbus Sans"/>
                <a:ea typeface="Nimbus Sans"/>
                <a:cs typeface="Nimbus Sans"/>
              </a:rPr>
              <a:t>Table 2</a:t>
            </a:r>
          </a:p>
        </p:txBody>
      </p:sp>
      <p:sp>
        <p:nvSpPr>
          <p:cNvPr id="25" name="S10_SR2_5" descr="SR2 5">
            <a:extLst xmlns:a="http://schemas.openxmlformats.org/drawingml/2006/main">
              <a:ext uri="{FF2B5EF4-FFF2-40B4-BE49-F238E27FC236}">
                <a16:creationId xmlns:a16="http://schemas.microsoft.com/office/drawing/2014/main" id="{951B8DA5-967A-5370-8411-FC85B4CC0193}"/>
              </a:ext>
              <a:ext uri="urn:g6b3r1:native-source:v1">
                <g6:source xmlns:g6="urn:g6b3r1:native-source:v1">{"alt":"SR2 5","bold":false,"color":"#43595D","font_px":28,"h":66,"id":"S10_SR2_5","kind":"text","line_height_px":32.199999999999996,"reading_order":23,"text":"Table 3","w":155,"x":1028,"y":443}</g6:source>
              </a:ext>
            </a:extLst>
          </p:cNvPr>
          <p:cNvSpPr>
            <a:spLocks xmlns:a="http://schemas.openxmlformats.org/drawingml/2006/main" noGrp="1"/>
          </p:cNvSpPr>
          <p:nvPr/>
        </p:nvSpPr>
        <p:spPr>
          <a:xfrm xmlns:a="http://schemas.openxmlformats.org/drawingml/2006/main">
            <a:off x="9791700" y="4219575"/>
            <a:ext cx="1476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415"/>
              </a:lnSpc>
              <a:spcBef>
                <a:spcPts val="0"/>
              </a:spcBef>
              <a:spcAft>
                <a:spcPts val="0"/>
              </a:spcAft>
              <a:defRPr sz="2100" b="0">
                <a:solidFill>
                  <a:srgbClr val="43595D"/>
                </a:solidFill>
                <a:latin typeface="Nimbus Sans"/>
                <a:ea typeface="Nimbus Sans"/>
                <a:cs typeface="Nimbus Sans"/>
              </a:defRPr>
            </a:pPr>
            <a:r>
              <a:rPr sz="2100" b="0">
                <a:solidFill>
                  <a:srgbClr val="43595D"/>
                </a:solidFill>
                <a:latin typeface="Nimbus Sans"/>
                <a:ea typeface="Nimbus Sans"/>
                <a:cs typeface="Nimbus Sans"/>
              </a:rPr>
              <a:t>Table 3</a:t>
            </a:r>
          </a:p>
        </p:txBody>
      </p:sp>
      <p:sp>
        <p:nvSpPr>
          <p:cNvPr id="26" name="S10_consume" descr="consume">
            <a:extLst xmlns:a="http://schemas.openxmlformats.org/drawingml/2006/main">
              <a:ext uri="{FF2B5EF4-FFF2-40B4-BE49-F238E27FC236}">
                <a16:creationId xmlns:a16="http://schemas.microsoft.com/office/drawing/2014/main" id="{8B1A6AC4-18CD-5339-974F-6BF6CE3254F8}"/>
              </a:ext>
              <a:ext uri="urn:g6b3r1:native-source:v1">
                <g6:source xmlns:g6="urn:g6b3r1:native-source:v1">{"alt":"consume","bold":false,"color":"#16282B","font_px":26,"h":68,"id":"S10_consume","kind":"text","line_height_px":29.9,"reading_order":24,"text":"Review material consumed by compile, solve, original validation and consume.\nSR3: VALIDATE_EXISTING, no new objective or search, same SR2 result.","w":1160,"x":56,"y":529}</g6:source>
              </a:ext>
            </a:extLst>
          </p:cNvPr>
          <p:cNvSpPr>
            <a:spLocks xmlns:a="http://schemas.openxmlformats.org/drawingml/2006/main" noGrp="1"/>
          </p:cNvSpPr>
          <p:nvPr/>
        </p:nvSpPr>
        <p:spPr>
          <a:xfrm xmlns:a="http://schemas.openxmlformats.org/drawingml/2006/main">
            <a:off x="533400" y="5038725"/>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243"/>
              </a:lnSpc>
              <a:spcBef>
                <a:spcPts val="0"/>
              </a:spcBef>
              <a:spcAft>
                <a:spcPts val="0"/>
              </a:spcAft>
              <a:defRPr sz="1950" b="0">
                <a:solidFill>
                  <a:srgbClr val="16282B"/>
                </a:solidFill>
                <a:latin typeface="Nimbus Sans"/>
                <a:ea typeface="Nimbus Sans"/>
                <a:cs typeface="Nimbus Sans"/>
              </a:defRPr>
            </a:pPr>
            <a:r>
              <a:rPr sz="1950" b="0">
                <a:solidFill>
                  <a:srgbClr val="16282B"/>
                </a:solidFill>
                <a:latin typeface="Nimbus Sans"/>
                <a:ea typeface="Nimbus Sans"/>
                <a:cs typeface="Nimbus Sans"/>
              </a:rPr>
              <a:t>Review material consumed by compile, solve, original validation and consume.</a:t>
            </a:r>
          </a:p>
          <a:p xmlns:a="http://schemas.openxmlformats.org/drawingml/2006/main">
            <a:pPr algn="l">
              <a:lnSpc>
                <a:spcPts val="2243"/>
              </a:lnSpc>
              <a:spcBef>
                <a:spcPts val="0"/>
              </a:spcBef>
              <a:spcAft>
                <a:spcPts val="0"/>
              </a:spcAft>
              <a:defRPr sz="1950" b="0">
                <a:solidFill>
                  <a:srgbClr val="16282B"/>
                </a:solidFill>
                <a:latin typeface="Nimbus Sans"/>
                <a:ea typeface="Nimbus Sans"/>
                <a:cs typeface="Nimbus Sans"/>
              </a:defRPr>
            </a:pPr>
            <a:r>
              <a:rPr sz="1950" b="0">
                <a:solidFill>
                  <a:srgbClr val="16282B"/>
                </a:solidFill>
                <a:latin typeface="Nimbus Sans"/>
                <a:ea typeface="Nimbus Sans"/>
                <a:cs typeface="Nimbus Sans"/>
              </a:rPr>
              <a:t>SR3: VALIDATE_EXISTING, no new objective or search, same SR2 result.</a:t>
            </a:r>
          </a:p>
        </p:txBody>
      </p:sp>
      <p:sp>
        <p:nvSpPr>
          <p:cNvPr id="27" name="S10_qualification" descr="qualification">
            <a:extLst xmlns:a="http://schemas.openxmlformats.org/drawingml/2006/main">
              <a:ext uri="{FF2B5EF4-FFF2-40B4-BE49-F238E27FC236}">
                <a16:creationId xmlns:a16="http://schemas.microsoft.com/office/drawing/2014/main" id="{F151FA94-AD8E-5A9B-8FEF-73B2A03B893E}"/>
              </a:ext>
              <a:ext uri="urn:g6b3r1:native-source:v1">
                <g6:source xmlns:g6="urn:g6b3r1:native-source:v1">{"alt":"qualification","bold":false,"color":"#43595D","font_px":23,"h":58,"id":"S10_qualification","kind":"text","line_height_px":26.45,"reading_order":25,"text":"Displayed table names map source codes 0/1/2 to table_1/2/3. Eight protected base conditions and MIX objective\nremain.","w":1162,"x":56,"y":596}</g6:source>
              </a:ext>
            </a:extLst>
          </p:cNvPr>
          <p:cNvSpPr>
            <a:spLocks xmlns:a="http://schemas.openxmlformats.org/drawingml/2006/main" noGrp="1"/>
          </p:cNvSpPr>
          <p:nvPr/>
        </p:nvSpPr>
        <p:spPr>
          <a:xfrm xmlns:a="http://schemas.openxmlformats.org/drawingml/2006/main">
            <a:off x="533400" y="5676900"/>
            <a:ext cx="11068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984"/>
              </a:lnSpc>
              <a:spcBef>
                <a:spcPts val="0"/>
              </a:spcBef>
              <a:spcAft>
                <a:spcPts val="0"/>
              </a:spcAft>
              <a:defRPr sz="1725" b="0">
                <a:solidFill>
                  <a:srgbClr val="43595D"/>
                </a:solidFill>
                <a:latin typeface="Nimbus Sans"/>
                <a:ea typeface="Nimbus Sans"/>
                <a:cs typeface="Nimbus Sans"/>
              </a:defRPr>
            </a:pPr>
            <a:r>
              <a:rPr sz="1725" b="0">
                <a:solidFill>
                  <a:srgbClr val="43595D"/>
                </a:solidFill>
                <a:latin typeface="Nimbus Sans"/>
                <a:ea typeface="Nimbus Sans"/>
                <a:cs typeface="Nimbus Sans"/>
              </a:rPr>
              <a:t>Displayed table names map source codes 0/1/2 to table_1/2/3. Eight protected base conditions and MIX objective</a:t>
            </a:r>
          </a:p>
          <a:p xmlns:a="http://schemas.openxmlformats.org/drawingml/2006/main">
            <a:pPr algn="l">
              <a:lnSpc>
                <a:spcPts val="1984"/>
              </a:lnSpc>
              <a:spcBef>
                <a:spcPts val="0"/>
              </a:spcBef>
              <a:spcAft>
                <a:spcPts val="0"/>
              </a:spcAft>
              <a:defRPr sz="1725" b="0">
                <a:solidFill>
                  <a:srgbClr val="43595D"/>
                </a:solidFill>
                <a:latin typeface="Nimbus Sans"/>
                <a:ea typeface="Nimbus Sans"/>
                <a:cs typeface="Nimbus Sans"/>
              </a:defRPr>
            </a:pPr>
            <a:r>
              <a:rPr sz="1725" b="0">
                <a:solidFill>
                  <a:srgbClr val="43595D"/>
                </a:solidFill>
                <a:latin typeface="Nimbus Sans"/>
                <a:ea typeface="Nimbus Sans"/>
                <a:cs typeface="Nimbus Sans"/>
              </a:rPr>
              <a:t>remain.</a:t>
            </a:r>
          </a:p>
        </p:txBody>
      </p:sp>
      <p:sp>
        <p:nvSpPr>
          <p:cNvPr id="28" name="S10_rule" descr="rule">
            <a:extLst xmlns:a="http://schemas.openxmlformats.org/drawingml/2006/main">
              <a:ext uri="{FF2B5EF4-FFF2-40B4-BE49-F238E27FC236}">
                <a16:creationId xmlns:a16="http://schemas.microsoft.com/office/drawing/2014/main" id="{6EE1E01F-0BF4-5151-8F56-33A7C8039ADB}"/>
              </a:ext>
              <a:ext uri="urn:g6b3r1:native-source:v1">
                <g6:source xmlns:g6="urn:g6b3r1:native-source:v1">{"alt":"rule","color":"#B8C8C6","h":0,"id":"S10_rule","kind":"line","reading_order":26,"stroke_width":1,"w":1162,"x":56,"y":671}</g6:source>
              </a:ext>
            </a:extLst>
          </p:cNvPr>
          <p:cNvSpPr>
            <a:spLocks xmlns:a="http://schemas.openxmlformats.org/drawingml/2006/main" noGrp="1"/>
          </p:cNvSpPr>
          <p:nvPr/>
        </p:nvSpPr>
        <p:spPr>
          <a:xfrm xmlns:a="http://schemas.openxmlformats.org/drawingml/2006/main" flipH="0" flipV="0" rot="0">
            <a:off x="533400" y="6391275"/>
            <a:ext cx="11068050" cy="0"/>
          </a:xfrm>
          <a:prstGeom xmlns:a="http://schemas.openxmlformats.org/drawingml/2006/main" prst="line">
            <a:avLst/>
          </a:prstGeom>
          <a:noFill xmlns:a="http://schemas.openxmlformats.org/drawingml/2006/main"/>
          <a:ln xmlns:a="http://schemas.openxmlformats.org/drawingml/2006/main" w="9525">
            <a:solidFill>
              <a:srgbClr val="B8C8C6"/>
            </a:solidFill>
          </a:ln>
        </p:spPr>
      </p:sp>
      <p:sp>
        <p:nvSpPr>
          <p:cNvPr id="29" name="S10_source_link" descr="source link">
            <a:hlinkClick r:id="g6b3r1Link28"/>
            <a:extLst xmlns:a="http://schemas.openxmlformats.org/drawingml/2006/main">
              <a:ext uri="{FF2B5EF4-FFF2-40B4-BE49-F238E27FC236}">
                <a16:creationId xmlns:a16="http://schemas.microsoft.com/office/drawing/2014/main" id="{740427D6-B022-541D-A2ED-BB5C986CAECC}"/>
              </a:ext>
              <a:ext uri="urn:g6b3r1:native-source:v1">
                <g6:source xmlns:g6="urn:g6b3r1:native-source:v1">{"alt":"source link","bold":false,"color":"#315E8B","font_px":18,"h":27,"id":"S10_source_link","kind":"text","line_height_px":20.7,"link_target":"../references/wedding/SOURCE_LEDGER.json","reading_order":27,"text":"S10 Source: wedding","w":560,"x":56,"y":685}</g6:source>
              </a:ext>
            </a:extLst>
          </p:cNvPr>
          <p:cNvSpPr>
            <a:spLocks xmlns:a="http://schemas.openxmlformats.org/drawingml/2006/main" noGrp="1"/>
          </p:cNvSpPr>
          <p:nvPr/>
        </p:nvSpPr>
        <p:spPr>
          <a:xfrm xmlns:a="http://schemas.openxmlformats.org/drawingml/2006/main">
            <a:off x="533400" y="6524625"/>
            <a:ext cx="5334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553"/>
              </a:lnSpc>
              <a:spcBef>
                <a:spcPts val="0"/>
              </a:spcBef>
              <a:spcAft>
                <a:spcPts val="0"/>
              </a:spcAft>
              <a:defRPr sz="1350" b="0">
                <a:solidFill>
                  <a:srgbClr val="315E8B"/>
                </a:solidFill>
                <a:latin typeface="Nimbus Sans"/>
                <a:ea typeface="Nimbus Sans"/>
                <a:cs typeface="Nimbus Sans"/>
              </a:defRPr>
            </a:pPr>
            <a:r>
              <a:rPr sz="1350" b="0">
                <a:solidFill>
                  <a:srgbClr val="315E8B"/>
                </a:solidFill>
                <a:latin typeface="Nimbus Sans"/>
                <a:ea typeface="Nimbus Sans"/>
                <a:cs typeface="Nimbus Sans"/>
              </a:rPr>
              <a:t>S10 Source: wedding</a:t>
            </a:r>
          </a:p>
        </p:txBody>
      </p:sp>
      <p:sp>
        <p:nvSpPr>
          <p:cNvPr id="30" name="S10_atlas_locator" descr="atlas locator">
            <a:hlinkClick r:id="g6b3r1Link29"/>
            <a:extLst xmlns:a="http://schemas.openxmlformats.org/drawingml/2006/main">
              <a:ext uri="{FF2B5EF4-FFF2-40B4-BE49-F238E27FC236}">
                <a16:creationId xmlns:a16="http://schemas.microsoft.com/office/drawing/2014/main" id="{C5AD74EF-F21B-500E-B366-3A6BE68DAD72}"/>
              </a:ext>
              <a:ext uri="urn:g6b3r1:native-source:v1">
                <g6:source xmlns:g6="urn:g6b3r1:native-source:v1">{"alt":"atlas locator","bold":false,"color":"#315E8B","font_px":17,"h":27,"id":"S10_atlas_locator","kind":"text","line_height_px":19.549999999999997,"link_target":"../atlas/README.html","reading_order":28,"text":"Atlas: Overview / GEO 1 2 3 4 5 6 7","w":560,"x":660,"y":685}</g6:source>
              </a:ext>
            </a:extLst>
          </p:cNvPr>
          <p:cNvSpPr>
            <a:spLocks xmlns:a="http://schemas.openxmlformats.org/drawingml/2006/main" noGrp="1"/>
          </p:cNvSpPr>
          <p:nvPr/>
        </p:nvSpPr>
        <p:spPr>
          <a:xfrm xmlns:a="http://schemas.openxmlformats.org/drawingml/2006/main">
            <a:off x="6286500" y="6524625"/>
            <a:ext cx="5334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466"/>
              </a:lnSpc>
              <a:spcBef>
                <a:spcPts val="0"/>
              </a:spcBef>
              <a:spcAft>
                <a:spcPts val="0"/>
              </a:spcAft>
              <a:defRPr sz="1275" b="0">
                <a:solidFill>
                  <a:srgbClr val="315E8B"/>
                </a:solidFill>
                <a:latin typeface="Nimbus Sans"/>
                <a:ea typeface="Nimbus Sans"/>
                <a:cs typeface="Nimbus Sans"/>
              </a:defRPr>
            </a:pPr>
            <a:r>
              <a:rPr sz="1275" b="0">
                <a:solidFill>
                  <a:srgbClr val="315E8B"/>
                </a:solidFill>
                <a:latin typeface="Nimbus Sans"/>
                <a:ea typeface="Nimbus Sans"/>
                <a:cs typeface="Nimbus Sans"/>
              </a:rPr>
              <a:t>Atlas: Overview / GEO 1 2 3 4 5 6 7</a:t>
            </a:r>
          </a:p>
        </p:txBody>
      </p:sp>
    </p:spTree>
    <p:extLst>
      <p:ext uri="{BB962C8B-B14F-4D97-AF65-F5344CB8AC3E}">
        <p14:creationId xmlns:p14="http://schemas.microsoft.com/office/powerpoint/2010/main" val="3238106331"/>
      </p:ext>
      <p:ext uri="urn:g6b3r1:native-source:v1">
        <g6:source xmlns:g6="urn:g6b3r1:native-source:v1">{"id":"S10","notes_en":"RECORDED W3  /  Request changes guests 07/08; the solver also moves 09/10\n\nReturned amendments change the seating work RECORDED W3 / Request changes guests 07/08; the solver also moves 09/10 Actual fields: REPLACE ALLOWED_TABLES, guests 07/08, tables=[table_1] Guests 01/02 03/04 05/06 07/08 09/10 11/12 SR1 Table 1 Table 2 Table 3 Table 2 Table 1 Table 3 SR2 Table 1 Table 2 Table 3 Table 1 Table 2 Table 3 Review material consumed by compile, solve, original validation and consume. SR3: VALIDATE_EXISTING, no new objective or search, same SR2 result. Displayed table names map source codes 0/1/2 to table_1/2/3. Eight protected base conditions and MIX objective remain.\n\nThis is an editorial explanation of the named recorded or conceptual scope, not a new runtime result. Follow the source references for exact fields and limitations. B5 and final publication are not performed.","notes_ru":"SR2 вернул два REPLACE ALLOWED_TABLES для гостей 07/08 на table_1. Перемещение 09/10 на table_2 является вычисленным следствием. SR3 только проверяет существующий план, не решает заново.","reading_order":["S10_title","S10_scope","S10_fields","S10_labels","S10_pair_0","S10_pair_1","S10_pair_2","S10_pair_3","S10_pair_4","S10_pair_5","S10_SR1","S10_SR1_0","S10_SR1_1","S10_SR1_2","S10_SR1_3","S10_SR1_4","S10_SR1_5","S10_SR2","S10_SR2_0","S10_SR2_1","S10_SR2_2","S10_SR2_3","S10_SR2_4","S10_SR2_5","S10_consume","S10_qualification","S10_rule","S10_source_link","S10_atlas_locator"],"relations":[],"scope":"RECORDED W3  /  Request changes guests 07/08; the solver also moves 09/10","source_refs":[{"label":"wedding","target":"../references/wedding/SOURCE_LEDGER.json"},{"label":"chapter","target":"../chapters/08_wedding.html"}],"title":"Returned amendments change the seating work"}</g6:source>
      </p:ext>
    </p:extLst>
  </p:cSld>
</p:sld>
</file>

<file path=ppt/slides/slide11.xml><?xml version="1.0" encoding="utf-8"?>
<p:sld xmlns:p="http://schemas.openxmlformats.org/presentationml/2006/main" xmlns:a="http://schemas.openxmlformats.org/drawingml/2006/main" xmlns:r="http://schemas.openxmlformats.org/officeDocument/2006/relationships">
  <p:cSld name="S11">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11_title" descr="title">
            <a:extLst xmlns:a="http://schemas.openxmlformats.org/drawingml/2006/main">
              <a:ext uri="{FF2B5EF4-FFF2-40B4-BE49-F238E27FC236}">
                <a16:creationId xmlns:a16="http://schemas.microsoft.com/office/drawing/2014/main" id="{5B2D35F0-8C7D-5726-A74F-A2BCDF64E4F8}"/>
              </a:ext>
              <a:ext uri="urn:g6b3r1:native-source:v1">
                <g6:source xmlns:g6="urn:g6b3r1:native-source:v1">{"alt":"title","bold":true,"color":"#16282B","font_px":42,"h":75,"id":"S11_title","kind":"text","line_height_px":48.3,"reading_order":0,"text":"A measured candidate becomes a checked result","w":1170,"x":54,"y":36}</g6:source>
              </a:ext>
            </a:extLst>
          </p:cNvPr>
          <p:cNvSpPr>
            <a:spLocks xmlns:a="http://schemas.openxmlformats.org/drawingml/2006/main" noGrp="1"/>
          </p:cNvSpPr>
          <p:nvPr/>
        </p:nvSpPr>
        <p:spPr>
          <a:xfrm xmlns:a="http://schemas.openxmlformats.org/drawingml/2006/main">
            <a:off x="514350" y="342900"/>
            <a:ext cx="11144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3623"/>
              </a:lnSpc>
              <a:spcBef>
                <a:spcPts val="0"/>
              </a:spcBef>
              <a:spcAft>
                <a:spcPts val="0"/>
              </a:spcAft>
              <a:defRPr sz="3150" b="1">
                <a:solidFill>
                  <a:srgbClr val="16282B"/>
                </a:solidFill>
                <a:latin typeface="Nimbus Sans"/>
                <a:ea typeface="Nimbus Sans"/>
                <a:cs typeface="Nimbus Sans"/>
              </a:defRPr>
            </a:pPr>
            <a:r>
              <a:rPr sz="3150" b="1">
                <a:solidFill>
                  <a:srgbClr val="16282B"/>
                </a:solidFill>
                <a:latin typeface="Nimbus Sans"/>
                <a:ea typeface="Nimbus Sans"/>
                <a:cs typeface="Nimbus Sans"/>
              </a:rPr>
              <a:t>A measured candidate becomes a checked result</a:t>
            </a:r>
          </a:p>
        </p:txBody>
      </p:sp>
      <p:sp>
        <p:nvSpPr>
          <p:cNvPr id="3" name="S11_scope" descr="scope">
            <a:extLst xmlns:a="http://schemas.openxmlformats.org/drawingml/2006/main">
              <a:ext uri="{FF2B5EF4-FFF2-40B4-BE49-F238E27FC236}">
                <a16:creationId xmlns:a16="http://schemas.microsoft.com/office/drawing/2014/main" id="{941AFD05-1723-553B-BEE0-24BEF8B130FF}"/>
              </a:ext>
              <a:ext uri="urn:g6b3r1:native-source:v1">
                <g6:source xmlns:g6="urn:g6b3r1:native-source:v1">{"alt":"scope","bold":false,"color":"#43595D","font_px":23,"h":54,"id":"S11_scope","kind":"text","line_height_px":26.45,"reading_order":1,"text":"RECORDED W4 KEEP, REVISION 1 / Separate from the W3 SR2 amendment","w":1160,"x":56,"y":113}</g6:source>
              </a:ext>
            </a:extLst>
          </p:cNvPr>
          <p:cNvSpPr>
            <a:spLocks xmlns:a="http://schemas.openxmlformats.org/drawingml/2006/main" noGrp="1"/>
          </p:cNvSpPr>
          <p:nvPr/>
        </p:nvSpPr>
        <p:spPr>
          <a:xfrm xmlns:a="http://schemas.openxmlformats.org/drawingml/2006/main">
            <a:off x="533400" y="1076325"/>
            <a:ext cx="1104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984"/>
              </a:lnSpc>
              <a:spcBef>
                <a:spcPts val="0"/>
              </a:spcBef>
              <a:spcAft>
                <a:spcPts val="0"/>
              </a:spcAft>
              <a:defRPr sz="1725" b="0">
                <a:solidFill>
                  <a:srgbClr val="43595D"/>
                </a:solidFill>
                <a:latin typeface="Nimbus Sans"/>
                <a:ea typeface="Nimbus Sans"/>
                <a:cs typeface="Nimbus Sans"/>
              </a:defRPr>
            </a:pPr>
            <a:r>
              <a:rPr sz="1725" b="0">
                <a:solidFill>
                  <a:srgbClr val="43595D"/>
                </a:solidFill>
                <a:latin typeface="Nimbus Sans"/>
                <a:ea typeface="Nimbus Sans"/>
                <a:cs typeface="Nimbus Sans"/>
              </a:rPr>
              <a:t>RECORDED W4 KEEP, REVISION 1 / Separate from the W3 SR2 amendment</a:t>
            </a:r>
          </a:p>
        </p:txBody>
      </p:sp>
      <p:sp>
        <p:nvSpPr>
          <p:cNvPr id="4" name="S11_measurement_0" descr="QPU: measurements[63]&#10;1000010101?">
            <a:extLst xmlns:a="http://schemas.openxmlformats.org/drawingml/2006/main">
              <a:ext uri="{FF2B5EF4-FFF2-40B4-BE49-F238E27FC236}">
                <a16:creationId xmlns:a16="http://schemas.microsoft.com/office/drawing/2014/main" id="{EE0E1FD9-D28F-505C-A644-88CA96FDF659}"/>
              </a:ext>
              <a:ext uri="urn:g6b3r1:native-source:v1">
                <g6:source xmlns:g6="urn:g6b3r1:native-source:v1">{"alt":"QPU: measurements[63]\n1000010101?","entity_id":"QPU","fill":"#EFF5F3","h":110,"id":"S11_measurement_0","kind":"rect","reading_order":2,"stroke":"#176B68","stroke_width":2,"w":225,"x":56,"y":245}</g6:source>
              </a:ext>
            </a:extLst>
          </p:cNvPr>
          <p:cNvSpPr>
            <a:spLocks xmlns:a="http://schemas.openxmlformats.org/drawingml/2006/main" noGrp="1"/>
          </p:cNvSpPr>
          <p:nvPr/>
        </p:nvSpPr>
        <p:spPr>
          <a:xfrm xmlns:a="http://schemas.openxmlformats.org/drawingml/2006/main">
            <a:off x="533400" y="2333625"/>
            <a:ext cx="2143125" cy="1047750"/>
          </a:xfrm>
          <a:prstGeom xmlns:a="http://schemas.openxmlformats.org/drawingml/2006/main" prst="rect">
            <a:avLst/>
          </a:prstGeom>
          <a:solidFill xmlns:a="http://schemas.openxmlformats.org/drawingml/2006/main">
            <a:srgbClr val="EFF5F3"/>
          </a:solidFill>
          <a:ln xmlns:a="http://schemas.openxmlformats.org/drawingml/2006/main" w="19050">
            <a:solidFill>
              <a:srgbClr val="176B68"/>
            </a:solidFill>
          </a:ln>
        </p:spPr>
      </p:sp>
      <p:sp>
        <p:nvSpPr>
          <p:cNvPr id="5" name="S11_measurement_0_label" descr="measurement 0 label">
            <a:extLst xmlns:a="http://schemas.openxmlformats.org/drawingml/2006/main">
              <a:ext uri="{FF2B5EF4-FFF2-40B4-BE49-F238E27FC236}">
                <a16:creationId xmlns:a16="http://schemas.microsoft.com/office/drawing/2014/main" id="{6005D02E-3EF0-590F-8017-7AE69BEDF3C3}"/>
              </a:ext>
              <a:ext uri="urn:g6b3r1:native-source:v1">
                <g6:source xmlns:g6="urn:g6b3r1:native-source:v1">{"alt":"measurement 0 label","bold":false,"color":"#16282B","font_px":22,"h":86,"id":"S11_measurement_0_label","kind":"text","line_height_px":25.299999999999997,"reading_order":3,"text":"measurements[63]\n[1,0,1,0,0,0,0,0,0,1]","w":199,"x":69,"y":257}</g6:source>
              </a:ext>
            </a:extLst>
          </p:cNvPr>
          <p:cNvSpPr>
            <a:spLocks xmlns:a="http://schemas.openxmlformats.org/drawingml/2006/main" noGrp="1"/>
          </p:cNvSpPr>
          <p:nvPr/>
        </p:nvSpPr>
        <p:spPr>
          <a:xfrm xmlns:a="http://schemas.openxmlformats.org/drawingml/2006/main">
            <a:off x="657225" y="2447925"/>
            <a:ext cx="18954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897"/>
              </a:lnSpc>
              <a:spcBef>
                <a:spcPts val="0"/>
              </a:spcBef>
              <a:spcAft>
                <a:spcPts val="0"/>
              </a:spcAft>
              <a:defRPr sz="1650" b="0">
                <a:solidFill>
                  <a:srgbClr val="16282B"/>
                </a:solidFill>
                <a:latin typeface="Nimbus Sans"/>
                <a:ea typeface="Nimbus Sans"/>
                <a:cs typeface="Nimbus Sans"/>
              </a:defRPr>
            </a:pPr>
            <a:r>
              <a:rPr sz="1650" b="0">
                <a:solidFill>
                  <a:srgbClr val="16282B"/>
                </a:solidFill>
                <a:latin typeface="Nimbus Sans"/>
                <a:ea typeface="Nimbus Sans"/>
                <a:cs typeface="Nimbus Sans"/>
              </a:rPr>
              <a:t>measurements[63]</a:t>
            </a:r>
          </a:p>
          <a:p xmlns:a="http://schemas.openxmlformats.org/drawingml/2006/main">
            <a:pPr algn="l">
              <a:lnSpc>
                <a:spcPts val="1897"/>
              </a:lnSpc>
              <a:spcBef>
                <a:spcPts val="0"/>
              </a:spcBef>
              <a:spcAft>
                <a:spcPts val="0"/>
              </a:spcAft>
              <a:defRPr sz="1650" b="0">
                <a:solidFill>
                  <a:srgbClr val="16282B"/>
                </a:solidFill>
                <a:latin typeface="Nimbus Sans"/>
                <a:ea typeface="Nimbus Sans"/>
                <a:cs typeface="Nimbus Sans"/>
              </a:defRPr>
            </a:pPr>
            <a:r>
              <a:rPr sz="1650" b="0">
                <a:solidFill>
                  <a:srgbClr val="16282B"/>
                </a:solidFill>
                <a:latin typeface="Nimbus Sans"/>
                <a:ea typeface="Nimbus Sans"/>
                <a:cs typeface="Nimbus Sans"/>
              </a:rPr>
              <a:t>[1,0,1,0,0,0,0,0,0,1]</a:t>
            </a:r>
          </a:p>
        </p:txBody>
      </p:sp>
      <p:sp>
        <p:nvSpPr>
          <p:cNvPr id="6" name="S11_measurement_1" descr="DECODER: Recorded order&#10;basis 517">
            <a:extLst xmlns:a="http://schemas.openxmlformats.org/drawingml/2006/main">
              <a:ext uri="{FF2B5EF4-FFF2-40B4-BE49-F238E27FC236}">
                <a16:creationId xmlns:a16="http://schemas.microsoft.com/office/drawing/2014/main" id="{4D2189E6-11FE-581B-B453-1644AB97143E}"/>
              </a:ext>
              <a:ext uri="urn:g6b3r1:native-source:v1">
                <g6:source xmlns:g6="urn:g6b3r1:native-source:v1">{"alt":"DECODER: Recorded order\nbasis 517","entity_id":"DECODER","fill":"#EFF5F3","h":110,"id":"S11_measurement_1","kind":"rect","reading_order":4,"stroke":"#176B68","stroke_width":2,"w":225,"x":370.3333333333333,"y":245}</g6:source>
              </a:ext>
            </a:extLst>
          </p:cNvPr>
          <p:cNvSpPr>
            <a:spLocks xmlns:a="http://schemas.openxmlformats.org/drawingml/2006/main" noGrp="1"/>
          </p:cNvSpPr>
          <p:nvPr/>
        </p:nvSpPr>
        <p:spPr>
          <a:xfrm xmlns:a="http://schemas.openxmlformats.org/drawingml/2006/main">
            <a:off x="3527425" y="2333625"/>
            <a:ext cx="2143125" cy="1047750"/>
          </a:xfrm>
          <a:prstGeom xmlns:a="http://schemas.openxmlformats.org/drawingml/2006/main" prst="rect">
            <a:avLst/>
          </a:prstGeom>
          <a:solidFill xmlns:a="http://schemas.openxmlformats.org/drawingml/2006/main">
            <a:srgbClr val="EFF5F3"/>
          </a:solidFill>
          <a:ln xmlns:a="http://schemas.openxmlformats.org/drawingml/2006/main" w="19050">
            <a:solidFill>
              <a:srgbClr val="176B68"/>
            </a:solidFill>
          </a:ln>
        </p:spPr>
      </p:sp>
      <p:sp>
        <p:nvSpPr>
          <p:cNvPr id="7" name="S11_measurement_1_label" descr="measurement 1 label">
            <a:extLst xmlns:a="http://schemas.openxmlformats.org/drawingml/2006/main">
              <a:ext uri="{FF2B5EF4-FFF2-40B4-BE49-F238E27FC236}">
                <a16:creationId xmlns:a16="http://schemas.microsoft.com/office/drawing/2014/main" id="{6DF0A20B-E753-5A4C-A52E-AC1339C4EC97}"/>
              </a:ext>
              <a:ext uri="urn:g6b3r1:native-source:v1">
                <g6:source xmlns:g6="urn:g6b3r1:native-source:v1">{"alt":"measurement 1 label","bold":false,"color":"#16282B","font_px":24,"h":86,"id":"S11_measurement_1_label","kind":"text","line_height_px":27.599999999999998,"reading_order":5,"text":"Recorded order\nbasis 517","w":199,"x":383.3333333333333,"y":257}</g6:source>
              </a:ext>
            </a:extLst>
          </p:cNvPr>
          <p:cNvSpPr>
            <a:spLocks xmlns:a="http://schemas.openxmlformats.org/drawingml/2006/main" noGrp="1"/>
          </p:cNvSpPr>
          <p:nvPr/>
        </p:nvSpPr>
        <p:spPr>
          <a:xfrm xmlns:a="http://schemas.openxmlformats.org/drawingml/2006/main">
            <a:off x="3651250" y="2447925"/>
            <a:ext cx="18954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Recorded order</a:t>
            </a:r>
          </a:p>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basis 517</a:t>
            </a:r>
          </a:p>
        </p:txBody>
      </p:sp>
      <p:sp>
        <p:nvSpPr>
          <p:cNvPr id="8" name="S11_measurement_2" descr="CHECKER: Original conditions&#10;all satisfied">
            <a:extLst xmlns:a="http://schemas.openxmlformats.org/drawingml/2006/main">
              <a:ext uri="{FF2B5EF4-FFF2-40B4-BE49-F238E27FC236}">
                <a16:creationId xmlns:a16="http://schemas.microsoft.com/office/drawing/2014/main" id="{05959799-6BBB-5181-91A4-41BFDB70CEE3}"/>
              </a:ext>
              <a:ext uri="urn:g6b3r1:native-source:v1">
                <g6:source xmlns:g6="urn:g6b3r1:native-source:v1">{"alt":"CHECKER: Original conditions\nall satisfied","entity_id":"CHECKER","fill":"#EFF5F3","h":110,"id":"S11_measurement_2","kind":"rect","reading_order":6,"stroke":"#176B68","stroke_width":2,"w":225,"x":684.6666666666666,"y":245}</g6:source>
              </a:ext>
            </a:extLst>
          </p:cNvPr>
          <p:cNvSpPr>
            <a:spLocks xmlns:a="http://schemas.openxmlformats.org/drawingml/2006/main" noGrp="1"/>
          </p:cNvSpPr>
          <p:nvPr/>
        </p:nvSpPr>
        <p:spPr>
          <a:xfrm xmlns:a="http://schemas.openxmlformats.org/drawingml/2006/main">
            <a:off x="6521450" y="2333625"/>
            <a:ext cx="2143125" cy="1047750"/>
          </a:xfrm>
          <a:prstGeom xmlns:a="http://schemas.openxmlformats.org/drawingml/2006/main" prst="rect">
            <a:avLst/>
          </a:prstGeom>
          <a:solidFill xmlns:a="http://schemas.openxmlformats.org/drawingml/2006/main">
            <a:srgbClr val="EFF5F3"/>
          </a:solidFill>
          <a:ln xmlns:a="http://schemas.openxmlformats.org/drawingml/2006/main" w="19050">
            <a:solidFill>
              <a:srgbClr val="176B68"/>
            </a:solidFill>
          </a:ln>
        </p:spPr>
      </p:sp>
      <p:sp>
        <p:nvSpPr>
          <p:cNvPr id="9" name="S11_measurement_2_label" descr="measurement 2 label">
            <a:extLst xmlns:a="http://schemas.openxmlformats.org/drawingml/2006/main">
              <a:ext uri="{FF2B5EF4-FFF2-40B4-BE49-F238E27FC236}">
                <a16:creationId xmlns:a16="http://schemas.microsoft.com/office/drawing/2014/main" id="{AC7FDB25-2757-5B59-AAA3-36F2E7EE9DE4}"/>
              </a:ext>
              <a:ext uri="urn:g6b3r1:native-source:v1">
                <g6:source xmlns:g6="urn:g6b3r1:native-source:v1">{"alt":"measurement 2 label","bold":false,"color":"#16282B","font_px":24,"h":86,"id":"S11_measurement_2_label","kind":"text","line_height_px":27.599999999999998,"reading_order":7,"text":"Original conditions\nall satisfied","w":199,"x":697.6666666666666,"y":257}</g6:source>
              </a:ext>
            </a:extLst>
          </p:cNvPr>
          <p:cNvSpPr>
            <a:spLocks xmlns:a="http://schemas.openxmlformats.org/drawingml/2006/main" noGrp="1"/>
          </p:cNvSpPr>
          <p:nvPr/>
        </p:nvSpPr>
        <p:spPr>
          <a:xfrm xmlns:a="http://schemas.openxmlformats.org/drawingml/2006/main">
            <a:off x="6645275" y="2447925"/>
            <a:ext cx="18954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Original conditions</a:t>
            </a:r>
          </a:p>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all satisfied</a:t>
            </a:r>
          </a:p>
        </p:txBody>
      </p:sp>
      <p:sp>
        <p:nvSpPr>
          <p:cNvPr id="10" name="S11_measurement_3" descr="CONSUMPTION: qpu_consume&#10;actual material">
            <a:extLst xmlns:a="http://schemas.openxmlformats.org/drawingml/2006/main">
              <a:ext uri="{FF2B5EF4-FFF2-40B4-BE49-F238E27FC236}">
                <a16:creationId xmlns:a16="http://schemas.microsoft.com/office/drawing/2014/main" id="{920DDA4F-7757-5DCD-B919-4C4EA229E1F5}"/>
              </a:ext>
              <a:ext uri="urn:g6b3r1:native-source:v1">
                <g6:source xmlns:g6="urn:g6b3r1:native-source:v1">{"alt":"CONSUMPTION: qpu_consume\nactual material","entity_id":"CONSUMPTION","fill":"#EFF5F3","h":110,"id":"S11_measurement_3","kind":"rect","reading_order":8,"stroke":"#176B68","stroke_width":2,"w":225,"x":999,"y":245}</g6:source>
              </a:ext>
            </a:extLst>
          </p:cNvPr>
          <p:cNvSpPr>
            <a:spLocks xmlns:a="http://schemas.openxmlformats.org/drawingml/2006/main" noGrp="1"/>
          </p:cNvSpPr>
          <p:nvPr/>
        </p:nvSpPr>
        <p:spPr>
          <a:xfrm xmlns:a="http://schemas.openxmlformats.org/drawingml/2006/main">
            <a:off x="9515475" y="2333625"/>
            <a:ext cx="2143125" cy="1047750"/>
          </a:xfrm>
          <a:prstGeom xmlns:a="http://schemas.openxmlformats.org/drawingml/2006/main" prst="rect">
            <a:avLst/>
          </a:prstGeom>
          <a:solidFill xmlns:a="http://schemas.openxmlformats.org/drawingml/2006/main">
            <a:srgbClr val="EFF5F3"/>
          </a:solidFill>
          <a:ln xmlns:a="http://schemas.openxmlformats.org/drawingml/2006/main" w="19050">
            <a:solidFill>
              <a:srgbClr val="176B68"/>
            </a:solidFill>
          </a:ln>
        </p:spPr>
      </p:sp>
      <p:sp>
        <p:nvSpPr>
          <p:cNvPr id="11" name="S11_measurement_3_label" descr="measurement 3 label">
            <a:extLst xmlns:a="http://schemas.openxmlformats.org/drawingml/2006/main">
              <a:ext uri="{FF2B5EF4-FFF2-40B4-BE49-F238E27FC236}">
                <a16:creationId xmlns:a16="http://schemas.microsoft.com/office/drawing/2014/main" id="{3684FBEC-F576-53DE-B51B-001775FA9152}"/>
              </a:ext>
              <a:ext uri="urn:g6b3r1:native-source:v1">
                <g6:source xmlns:g6="urn:g6b3r1:native-source:v1">{"alt":"measurement 3 label","bold":false,"color":"#16282B","font_px":24,"h":86,"id":"S11_measurement_3_label","kind":"text","line_height_px":27.599999999999998,"reading_order":9,"text":"qpu_consume\nactual material","w":199,"x":1012,"y":257}</g6:source>
              </a:ext>
            </a:extLst>
          </p:cNvPr>
          <p:cNvSpPr>
            <a:spLocks xmlns:a="http://schemas.openxmlformats.org/drawingml/2006/main" noGrp="1"/>
          </p:cNvSpPr>
          <p:nvPr/>
        </p:nvSpPr>
        <p:spPr>
          <a:xfrm xmlns:a="http://schemas.openxmlformats.org/drawingml/2006/main">
            <a:off x="9639300" y="2447925"/>
            <a:ext cx="18954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qpu_consume</a:t>
            </a:r>
          </a:p>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actual material</a:t>
            </a:r>
          </a:p>
        </p:txBody>
      </p:sp>
      <p:cxnSp>
        <p:nvCxnSpPr>
          <p:cNvPr id="12" name="S11_measurement_edge_0" descr="DATA: raw bits">
            <a:extLst>
              <a:ext uri="urn:g6b3r1:native-source:v1">
                <g6:source xmlns:g6="urn:g6b3r1:native-source:v1">{"alt":"DATA: raw bits","color":"#176B68","h":0,"head":"triangle","id":"S11_measurement_edge_0","kind":"arrow","reading_order":10,"relation_type":"DATA","source_id":"S11_measurement_0","stroke_width":2,"target_id":"S11_measurement_1","w":89.33333333333331,"x":281,"y":300}</g6:source>
              </a:ext>
            </a:extLst>
          </p:cNvPr>
          <p:cNvCxnSpPr>
            <a:stCxn xmlns:a="http://schemas.openxmlformats.org/drawingml/2006/main" id="4" idx="3"/>
            <a:endCxn xmlns:a="http://schemas.openxmlformats.org/drawingml/2006/main" id="6" idx="1"/>
          </p:cNvCxnSpPr>
          <p:nvPr/>
        </p:nvCxnSpPr>
        <p:spPr>
          <a:xfrm xmlns:a="http://schemas.openxmlformats.org/drawingml/2006/main" rot="0" flipH="0" flipV="0">
            <a:off x="2676525" y="2857500"/>
            <a:ext cx="850900" cy="0"/>
          </a:xfrm>
          <a:prstGeom xmlns:a="http://schemas.openxmlformats.org/drawingml/2006/main" prst="straightConnector1">
            <a:avLst/>
          </a:prstGeom>
          <a:ln xmlns:a="http://schemas.openxmlformats.org/drawingml/2006/main" w="19050">
            <a:solidFill>
              <a:srgbClr val="176B68"/>
            </a:solidFill>
            <a:tailEnd type="triangle" w="med" len="med"/>
          </a:ln>
        </p:spPr>
      </p:cxnSp>
      <p:sp>
        <p:nvSpPr>
          <p:cNvPr id="13" name="S11_measurement_edge_0_label" descr="measurement edge 0 label">
            <a:extLst xmlns:a="http://schemas.openxmlformats.org/drawingml/2006/main">
              <a:ext uri="{FF2B5EF4-FFF2-40B4-BE49-F238E27FC236}">
                <a16:creationId xmlns:a16="http://schemas.microsoft.com/office/drawing/2014/main" id="{34EBEDB3-876B-5958-A160-6F25CCF8AE0F}"/>
              </a:ext>
              <a:ext uri="urn:g6b3r1:native-source:v1">
                <g6:source xmlns:g6="urn:g6b3r1:native-source:v1">{"alt":"measurement edge 0 label","bold":false,"color":"#43595D","font_px":17,"h":78,"id":"S11_measurement_edge_0_label","kind":"text","line_height_px":19.549999999999997,"reading_order":11,"text":"raw bits","w":81.33333333333331,"x":285,"y":218}</g6:source>
              </a:ext>
            </a:extLst>
          </p:cNvPr>
          <p:cNvSpPr>
            <a:spLocks xmlns:a="http://schemas.openxmlformats.org/drawingml/2006/main" noGrp="1"/>
          </p:cNvSpPr>
          <p:nvPr/>
        </p:nvSpPr>
        <p:spPr>
          <a:xfrm xmlns:a="http://schemas.openxmlformats.org/drawingml/2006/main">
            <a:off x="2714625" y="2076450"/>
            <a:ext cx="77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466"/>
              </a:lnSpc>
              <a:spcBef>
                <a:spcPts val="0"/>
              </a:spcBef>
              <a:spcAft>
                <a:spcPts val="0"/>
              </a:spcAft>
              <a:defRPr sz="1275" b="0">
                <a:solidFill>
                  <a:srgbClr val="43595D"/>
                </a:solidFill>
                <a:latin typeface="Nimbus Sans"/>
                <a:ea typeface="Nimbus Sans"/>
                <a:cs typeface="Nimbus Sans"/>
              </a:defRPr>
            </a:pPr>
            <a:r>
              <a:rPr sz="1275" b="0">
                <a:solidFill>
                  <a:srgbClr val="43595D"/>
                </a:solidFill>
                <a:latin typeface="Nimbus Sans"/>
                <a:ea typeface="Nimbus Sans"/>
                <a:cs typeface="Nimbus Sans"/>
              </a:rPr>
              <a:t>raw bits</a:t>
            </a:r>
          </a:p>
        </p:txBody>
      </p:sp>
      <p:cxnSp>
        <p:nvCxnSpPr>
          <p:cNvPr id="14" name="S11_measurement_edge_1" descr="DATA: decoded seating">
            <a:extLst>
              <a:ext uri="urn:g6b3r1:native-source:v1">
                <g6:source xmlns:g6="urn:g6b3r1:native-source:v1">{"alt":"DATA: decoded seating","color":"#176B68","h":0,"head":"triangle","id":"S11_measurement_edge_1","kind":"arrow","reading_order":12,"relation_type":"DATA","source_id":"S11_measurement_1","stroke_width":2,"target_id":"S11_measurement_2","w":89.33333333333337,"x":595.3333333333333,"y":300}</g6:source>
              </a:ext>
            </a:extLst>
          </p:cNvPr>
          <p:cNvCxnSpPr>
            <a:stCxn xmlns:a="http://schemas.openxmlformats.org/drawingml/2006/main" id="6" idx="3"/>
            <a:endCxn xmlns:a="http://schemas.openxmlformats.org/drawingml/2006/main" id="8" idx="1"/>
          </p:cNvCxnSpPr>
          <p:nvPr/>
        </p:nvCxnSpPr>
        <p:spPr>
          <a:xfrm xmlns:a="http://schemas.openxmlformats.org/drawingml/2006/main" rot="0" flipH="0" flipV="0">
            <a:off x="5670550" y="2857500"/>
            <a:ext cx="850900" cy="0"/>
          </a:xfrm>
          <a:prstGeom xmlns:a="http://schemas.openxmlformats.org/drawingml/2006/main" prst="straightConnector1">
            <a:avLst/>
          </a:prstGeom>
          <a:ln xmlns:a="http://schemas.openxmlformats.org/drawingml/2006/main" w="19050">
            <a:solidFill>
              <a:srgbClr val="176B68"/>
            </a:solidFill>
            <a:tailEnd type="triangle" w="med" len="med"/>
          </a:ln>
        </p:spPr>
      </p:cxnSp>
      <p:sp>
        <p:nvSpPr>
          <p:cNvPr id="15" name="S11_measurement_edge_1_label" descr="measurement edge 1 label">
            <a:extLst xmlns:a="http://schemas.openxmlformats.org/drawingml/2006/main">
              <a:ext uri="{FF2B5EF4-FFF2-40B4-BE49-F238E27FC236}">
                <a16:creationId xmlns:a16="http://schemas.microsoft.com/office/drawing/2014/main" id="{5B17B3A3-FF8B-5961-A081-78EC82A49887}"/>
              </a:ext>
              <a:ext uri="urn:g6b3r1:native-source:v1">
                <g6:source xmlns:g6="urn:g6b3r1:native-source:v1">{"alt":"measurement edge 1 label","bold":false,"color":"#43595D","font_px":17,"h":78,"id":"S11_measurement_edge_1_label","kind":"text","line_height_px":19.549999999999997,"reading_order":13,"text":"decoded\nseating","w":81.33333333333337,"x":599.3333333333333,"y":218}</g6:source>
              </a:ext>
            </a:extLst>
          </p:cNvPr>
          <p:cNvSpPr>
            <a:spLocks xmlns:a="http://schemas.openxmlformats.org/drawingml/2006/main" noGrp="1"/>
          </p:cNvSpPr>
          <p:nvPr/>
        </p:nvSpPr>
        <p:spPr>
          <a:xfrm xmlns:a="http://schemas.openxmlformats.org/drawingml/2006/main">
            <a:off x="5708650" y="2076450"/>
            <a:ext cx="77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466"/>
              </a:lnSpc>
              <a:spcBef>
                <a:spcPts val="0"/>
              </a:spcBef>
              <a:spcAft>
                <a:spcPts val="0"/>
              </a:spcAft>
              <a:defRPr sz="1275" b="0">
                <a:solidFill>
                  <a:srgbClr val="43595D"/>
                </a:solidFill>
                <a:latin typeface="Nimbus Sans"/>
                <a:ea typeface="Nimbus Sans"/>
                <a:cs typeface="Nimbus Sans"/>
              </a:defRPr>
            </a:pPr>
            <a:r>
              <a:rPr sz="1275" b="0">
                <a:solidFill>
                  <a:srgbClr val="43595D"/>
                </a:solidFill>
                <a:latin typeface="Nimbus Sans"/>
                <a:ea typeface="Nimbus Sans"/>
                <a:cs typeface="Nimbus Sans"/>
              </a:rPr>
              <a:t>decoded</a:t>
            </a:r>
          </a:p>
          <a:p xmlns:a="http://schemas.openxmlformats.org/drawingml/2006/main">
            <a:pPr algn="l">
              <a:lnSpc>
                <a:spcPts val="1466"/>
              </a:lnSpc>
              <a:spcBef>
                <a:spcPts val="0"/>
              </a:spcBef>
              <a:spcAft>
                <a:spcPts val="0"/>
              </a:spcAft>
              <a:defRPr sz="1275" b="0">
                <a:solidFill>
                  <a:srgbClr val="43595D"/>
                </a:solidFill>
                <a:latin typeface="Nimbus Sans"/>
                <a:ea typeface="Nimbus Sans"/>
                <a:cs typeface="Nimbus Sans"/>
              </a:defRPr>
            </a:pPr>
            <a:r>
              <a:rPr sz="1275" b="0">
                <a:solidFill>
                  <a:srgbClr val="43595D"/>
                </a:solidFill>
                <a:latin typeface="Nimbus Sans"/>
                <a:ea typeface="Nimbus Sans"/>
                <a:cs typeface="Nimbus Sans"/>
              </a:rPr>
              <a:t>seating</a:t>
            </a:r>
          </a:p>
        </p:txBody>
      </p:sp>
      <p:cxnSp>
        <p:nvCxnSpPr>
          <p:cNvPr id="16" name="S11_measurement_edge_2" descr="DATA: checked result">
            <a:extLst>
              <a:ext uri="urn:g6b3r1:native-source:v1">
                <g6:source xmlns:g6="urn:g6b3r1:native-source:v1">{"alt":"DATA: checked result","color":"#176B68","h":0,"head":"triangle","id":"S11_measurement_edge_2","kind":"arrow","reading_order":14,"relation_type":"DATA","source_id":"S11_measurement_2","stroke_width":2,"target_id":"S11_measurement_3","w":89.33333333333337,"x":909.6666666666666,"y":300}</g6:source>
              </a:ext>
            </a:extLst>
          </p:cNvPr>
          <p:cNvCxnSpPr>
            <a:stCxn xmlns:a="http://schemas.openxmlformats.org/drawingml/2006/main" id="8" idx="3"/>
            <a:endCxn xmlns:a="http://schemas.openxmlformats.org/drawingml/2006/main" id="10" idx="1"/>
          </p:cNvCxnSpPr>
          <p:nvPr/>
        </p:nvCxnSpPr>
        <p:spPr>
          <a:xfrm xmlns:a="http://schemas.openxmlformats.org/drawingml/2006/main" rot="0" flipH="0" flipV="0">
            <a:off x="8664575" y="2857500"/>
            <a:ext cx="850900" cy="0"/>
          </a:xfrm>
          <a:prstGeom xmlns:a="http://schemas.openxmlformats.org/drawingml/2006/main" prst="straightConnector1">
            <a:avLst/>
          </a:prstGeom>
          <a:ln xmlns:a="http://schemas.openxmlformats.org/drawingml/2006/main" w="19050">
            <a:solidFill>
              <a:srgbClr val="176B68"/>
            </a:solidFill>
            <a:tailEnd type="triangle" w="med" len="med"/>
          </a:ln>
        </p:spPr>
      </p:cxnSp>
      <p:sp>
        <p:nvSpPr>
          <p:cNvPr id="17" name="S11_measurement_edge_2_label" descr="measurement edge 2 label">
            <a:extLst xmlns:a="http://schemas.openxmlformats.org/drawingml/2006/main">
              <a:ext uri="{FF2B5EF4-FFF2-40B4-BE49-F238E27FC236}">
                <a16:creationId xmlns:a16="http://schemas.microsoft.com/office/drawing/2014/main" id="{63C3637B-E0C3-5BBC-A098-83F8EF45BDC6}"/>
              </a:ext>
              <a:ext uri="urn:g6b3r1:native-source:v1">
                <g6:source xmlns:g6="urn:g6b3r1:native-source:v1">{"alt":"measurement edge 2 label","bold":false,"color":"#43595D","font_px":17,"h":78,"id":"S11_measurement_edge_2_label","kind":"text","line_height_px":19.549999999999997,"reading_order":15,"text":"checked\nresult","w":81.33333333333337,"x":913.6666666666666,"y":218}</g6:source>
              </a:ext>
            </a:extLst>
          </p:cNvPr>
          <p:cNvSpPr>
            <a:spLocks xmlns:a="http://schemas.openxmlformats.org/drawingml/2006/main" noGrp="1"/>
          </p:cNvSpPr>
          <p:nvPr/>
        </p:nvSpPr>
        <p:spPr>
          <a:xfrm xmlns:a="http://schemas.openxmlformats.org/drawingml/2006/main">
            <a:off x="8702675" y="2076450"/>
            <a:ext cx="77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466"/>
              </a:lnSpc>
              <a:spcBef>
                <a:spcPts val="0"/>
              </a:spcBef>
              <a:spcAft>
                <a:spcPts val="0"/>
              </a:spcAft>
              <a:defRPr sz="1275" b="0">
                <a:solidFill>
                  <a:srgbClr val="43595D"/>
                </a:solidFill>
                <a:latin typeface="Nimbus Sans"/>
                <a:ea typeface="Nimbus Sans"/>
                <a:cs typeface="Nimbus Sans"/>
              </a:defRPr>
            </a:pPr>
            <a:r>
              <a:rPr sz="1275" b="0">
                <a:solidFill>
                  <a:srgbClr val="43595D"/>
                </a:solidFill>
                <a:latin typeface="Nimbus Sans"/>
                <a:ea typeface="Nimbus Sans"/>
                <a:cs typeface="Nimbus Sans"/>
              </a:rPr>
              <a:t>checked</a:t>
            </a:r>
          </a:p>
          <a:p xmlns:a="http://schemas.openxmlformats.org/drawingml/2006/main">
            <a:pPr algn="l">
              <a:lnSpc>
                <a:spcPts val="1466"/>
              </a:lnSpc>
              <a:spcBef>
                <a:spcPts val="0"/>
              </a:spcBef>
              <a:spcAft>
                <a:spcPts val="0"/>
              </a:spcAft>
              <a:defRPr sz="1275" b="0">
                <a:solidFill>
                  <a:srgbClr val="43595D"/>
                </a:solidFill>
                <a:latin typeface="Nimbus Sans"/>
                <a:ea typeface="Nimbus Sans"/>
                <a:cs typeface="Nimbus Sans"/>
              </a:defRPr>
            </a:pPr>
            <a:r>
              <a:rPr sz="1275" b="0">
                <a:solidFill>
                  <a:srgbClr val="43595D"/>
                </a:solidFill>
                <a:latin typeface="Nimbus Sans"/>
                <a:ea typeface="Nimbus Sans"/>
                <a:cs typeface="Nimbus Sans"/>
              </a:rPr>
              <a:t>result</a:t>
            </a:r>
          </a:p>
        </p:txBody>
      </p:sp>
      <p:sp>
        <p:nvSpPr>
          <p:cNvPr id="18" name="S11_decode" descr="decode">
            <a:extLst xmlns:a="http://schemas.openxmlformats.org/drawingml/2006/main">
              <a:ext uri="{FF2B5EF4-FFF2-40B4-BE49-F238E27FC236}">
                <a16:creationId xmlns:a16="http://schemas.microsoft.com/office/drawing/2014/main" id="{8C98DC24-1FC7-59ED-BC19-CE6C1CB93A8C}"/>
              </a:ext>
              <a:ext uri="urn:g6b3r1:native-source:v1">
                <g6:source xmlns:g6="urn:g6b3r1:native-source:v1">{"alt":"decode","bold":false,"color":"#16282B","font_px":29,"h":94,"id":"S11_decode","kind":"text","line_height_px":33.349999999999994,"reading_order":16,"text":"q0 and q2 and q9 are 1: 1 + 4 + 512 = 517\nSeating [1,1,1,1,0,0,0,0,2,2,2,2], hard penalty 0, objective 0","w":1165,"x":56,"y":391}</g6:source>
              </a:ext>
            </a:extLst>
          </p:cNvPr>
          <p:cNvSpPr>
            <a:spLocks xmlns:a="http://schemas.openxmlformats.org/drawingml/2006/main" noGrp="1"/>
          </p:cNvSpPr>
          <p:nvPr/>
        </p:nvSpPr>
        <p:spPr>
          <a:xfrm xmlns:a="http://schemas.openxmlformats.org/drawingml/2006/main">
            <a:off x="533400" y="3724275"/>
            <a:ext cx="110966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501"/>
              </a:lnSpc>
              <a:spcBef>
                <a:spcPts val="0"/>
              </a:spcBef>
              <a:spcAft>
                <a:spcPts val="0"/>
              </a:spcAft>
              <a:defRPr sz="2175" b="0">
                <a:solidFill>
                  <a:srgbClr val="16282B"/>
                </a:solidFill>
                <a:latin typeface="Nimbus Sans"/>
                <a:ea typeface="Nimbus Sans"/>
                <a:cs typeface="Nimbus Sans"/>
              </a:defRPr>
            </a:pPr>
            <a:r>
              <a:rPr sz="2175" b="0">
                <a:solidFill>
                  <a:srgbClr val="16282B"/>
                </a:solidFill>
                <a:latin typeface="Nimbus Sans"/>
                <a:ea typeface="Nimbus Sans"/>
                <a:cs typeface="Nimbus Sans"/>
              </a:rPr>
              <a:t>q0 and q2 and q9 are 1: 1 + 4 + 512 = 517</a:t>
            </a:r>
          </a:p>
          <a:p xmlns:a="http://schemas.openxmlformats.org/drawingml/2006/main">
            <a:pPr algn="l">
              <a:lnSpc>
                <a:spcPts val="2501"/>
              </a:lnSpc>
              <a:spcBef>
                <a:spcPts val="0"/>
              </a:spcBef>
              <a:spcAft>
                <a:spcPts val="0"/>
              </a:spcAft>
              <a:defRPr sz="2175" b="0">
                <a:solidFill>
                  <a:srgbClr val="16282B"/>
                </a:solidFill>
                <a:latin typeface="Nimbus Sans"/>
                <a:ea typeface="Nimbus Sans"/>
                <a:cs typeface="Nimbus Sans"/>
              </a:defRPr>
            </a:pPr>
            <a:r>
              <a:rPr sz="2175" b="0">
                <a:solidFill>
                  <a:srgbClr val="16282B"/>
                </a:solidFill>
                <a:latin typeface="Nimbus Sans"/>
                <a:ea typeface="Nimbus Sans"/>
                <a:cs typeface="Nimbus Sans"/>
              </a:rPr>
              <a:t>Seating [1,1,1,1,0,0,0,0,2,2,2,2], hard penalty 0, objective 0</a:t>
            </a:r>
          </a:p>
        </p:txBody>
      </p:sp>
      <p:sp>
        <p:nvSpPr>
          <p:cNvPr id="19" name="S11_count" descr="count">
            <a:extLst xmlns:a="http://schemas.openxmlformats.org/drawingml/2006/main">
              <a:ext uri="{FF2B5EF4-FFF2-40B4-BE49-F238E27FC236}">
                <a16:creationId xmlns:a16="http://schemas.microsoft.com/office/drawing/2014/main" id="{DEEBF31D-8722-5941-87EC-30E87792610A}"/>
              </a:ext>
              <a:ext uri="urn:g6b3r1:native-source:v1">
                <g6:source xmlns:g6="urn:g6b3r1:native-source:v1">{"alt":"count","bold":false,"color":"#16282B","font_px":28,"h":82,"id":"S11_count","kind":"text","line_height_px":32.199999999999996,"reading_order":17,"text":"33 valid / 1000 measured candidates. No local repair.\nSeparate Root save decision records a 520-byte JSON write.","w":1165,"x":56,"y":505}</g6:source>
              </a:ext>
            </a:extLst>
          </p:cNvPr>
          <p:cNvSpPr>
            <a:spLocks xmlns:a="http://schemas.openxmlformats.org/drawingml/2006/main" noGrp="1"/>
          </p:cNvSpPr>
          <p:nvPr/>
        </p:nvSpPr>
        <p:spPr>
          <a:xfrm xmlns:a="http://schemas.openxmlformats.org/drawingml/2006/main">
            <a:off x="533400" y="4810125"/>
            <a:ext cx="11096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415"/>
              </a:lnSpc>
              <a:spcBef>
                <a:spcPts val="0"/>
              </a:spcBef>
              <a:spcAft>
                <a:spcPts val="0"/>
              </a:spcAft>
              <a:defRPr sz="2100" b="0">
                <a:solidFill>
                  <a:srgbClr val="16282B"/>
                </a:solidFill>
                <a:latin typeface="Nimbus Sans"/>
                <a:ea typeface="Nimbus Sans"/>
                <a:cs typeface="Nimbus Sans"/>
              </a:defRPr>
            </a:pPr>
            <a:r>
              <a:rPr sz="2100" b="0">
                <a:solidFill>
                  <a:srgbClr val="16282B"/>
                </a:solidFill>
                <a:latin typeface="Nimbus Sans"/>
                <a:ea typeface="Nimbus Sans"/>
                <a:cs typeface="Nimbus Sans"/>
              </a:rPr>
              <a:t>33 valid / 1000 measured candidates. No local repair.</a:t>
            </a:r>
          </a:p>
          <a:p xmlns:a="http://schemas.openxmlformats.org/drawingml/2006/main">
            <a:pPr algn="l">
              <a:lnSpc>
                <a:spcPts val="2415"/>
              </a:lnSpc>
              <a:spcBef>
                <a:spcPts val="0"/>
              </a:spcBef>
              <a:spcAft>
                <a:spcPts val="0"/>
              </a:spcAft>
              <a:defRPr sz="2100" b="0">
                <a:solidFill>
                  <a:srgbClr val="16282B"/>
                </a:solidFill>
                <a:latin typeface="Nimbus Sans"/>
                <a:ea typeface="Nimbus Sans"/>
                <a:cs typeface="Nimbus Sans"/>
              </a:defRPr>
            </a:pPr>
            <a:r>
              <a:rPr sz="2100" b="0">
                <a:solidFill>
                  <a:srgbClr val="16282B"/>
                </a:solidFill>
                <a:latin typeface="Nimbus Sans"/>
                <a:ea typeface="Nimbus Sans"/>
                <a:cs typeface="Nimbus Sans"/>
              </a:rPr>
              <a:t>Separate Root save decision records a 520-byte JSON write.</a:t>
            </a:r>
          </a:p>
        </p:txBody>
      </p:sp>
      <p:sp>
        <p:nvSpPr>
          <p:cNvPr id="20" name="S11_qualification" descr="qualification">
            <a:extLst xmlns:a="http://schemas.openxmlformats.org/drawingml/2006/main">
              <a:ext uri="{FF2B5EF4-FFF2-40B4-BE49-F238E27FC236}">
                <a16:creationId xmlns:a16="http://schemas.microsoft.com/office/drawing/2014/main" id="{03242B68-4669-5C55-852C-2E94737D1E11}"/>
              </a:ext>
              <a:ext uri="urn:g6b3r1:native-source:v1">
                <g6:source xmlns:g6="urn:g6b3r1:native-source:v1">{"alt":"qualification","bold":false,"color":"#43595D","font_px":23,"h":58,"id":"S11_qualification","kind":"text","line_height_px":26.45,"reading_order":18,"text":"10-qubit up-to-four-local representation, not the 36-indicator QUBO. No quantum advantage or\nhardware-noise-rate claim.","w":1162,"x":56,"y":596}</g6:source>
              </a:ext>
            </a:extLst>
          </p:cNvPr>
          <p:cNvSpPr>
            <a:spLocks xmlns:a="http://schemas.openxmlformats.org/drawingml/2006/main" noGrp="1"/>
          </p:cNvSpPr>
          <p:nvPr/>
        </p:nvSpPr>
        <p:spPr>
          <a:xfrm xmlns:a="http://schemas.openxmlformats.org/drawingml/2006/main">
            <a:off x="533400" y="5676900"/>
            <a:ext cx="11068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984"/>
              </a:lnSpc>
              <a:spcBef>
                <a:spcPts val="0"/>
              </a:spcBef>
              <a:spcAft>
                <a:spcPts val="0"/>
              </a:spcAft>
              <a:defRPr sz="1725" b="0">
                <a:solidFill>
                  <a:srgbClr val="43595D"/>
                </a:solidFill>
                <a:latin typeface="Nimbus Sans"/>
                <a:ea typeface="Nimbus Sans"/>
                <a:cs typeface="Nimbus Sans"/>
              </a:defRPr>
            </a:pPr>
            <a:r>
              <a:rPr sz="1725" b="0">
                <a:solidFill>
                  <a:srgbClr val="43595D"/>
                </a:solidFill>
                <a:latin typeface="Nimbus Sans"/>
                <a:ea typeface="Nimbus Sans"/>
                <a:cs typeface="Nimbus Sans"/>
              </a:rPr>
              <a:t>10-qubit up-to-four-local representation, not the 36-indicator QUBO. No quantum advantage or</a:t>
            </a:r>
          </a:p>
          <a:p xmlns:a="http://schemas.openxmlformats.org/drawingml/2006/main">
            <a:pPr algn="l">
              <a:lnSpc>
                <a:spcPts val="1984"/>
              </a:lnSpc>
              <a:spcBef>
                <a:spcPts val="0"/>
              </a:spcBef>
              <a:spcAft>
                <a:spcPts val="0"/>
              </a:spcAft>
              <a:defRPr sz="1725" b="0">
                <a:solidFill>
                  <a:srgbClr val="43595D"/>
                </a:solidFill>
                <a:latin typeface="Nimbus Sans"/>
                <a:ea typeface="Nimbus Sans"/>
                <a:cs typeface="Nimbus Sans"/>
              </a:defRPr>
            </a:pPr>
            <a:r>
              <a:rPr sz="1725" b="0">
                <a:solidFill>
                  <a:srgbClr val="43595D"/>
                </a:solidFill>
                <a:latin typeface="Nimbus Sans"/>
                <a:ea typeface="Nimbus Sans"/>
                <a:cs typeface="Nimbus Sans"/>
              </a:rPr>
              <a:t>hardware-noise-rate claim.</a:t>
            </a:r>
          </a:p>
        </p:txBody>
      </p:sp>
      <p:sp>
        <p:nvSpPr>
          <p:cNvPr id="21" name="S11_rule" descr="rule">
            <a:extLst xmlns:a="http://schemas.openxmlformats.org/drawingml/2006/main">
              <a:ext uri="{FF2B5EF4-FFF2-40B4-BE49-F238E27FC236}">
                <a16:creationId xmlns:a16="http://schemas.microsoft.com/office/drawing/2014/main" id="{CFE4C6D4-977F-590B-A496-E4A760C8F66F}"/>
              </a:ext>
              <a:ext uri="urn:g6b3r1:native-source:v1">
                <g6:source xmlns:g6="urn:g6b3r1:native-source:v1">{"alt":"rule","color":"#B8C8C6","h":0,"id":"S11_rule","kind":"line","reading_order":19,"stroke_width":1,"w":1162,"x":56,"y":671}</g6:source>
              </a:ext>
            </a:extLst>
          </p:cNvPr>
          <p:cNvSpPr>
            <a:spLocks xmlns:a="http://schemas.openxmlformats.org/drawingml/2006/main" noGrp="1"/>
          </p:cNvSpPr>
          <p:nvPr/>
        </p:nvSpPr>
        <p:spPr>
          <a:xfrm xmlns:a="http://schemas.openxmlformats.org/drawingml/2006/main" flipH="0" flipV="0" rot="0">
            <a:off x="533400" y="6391275"/>
            <a:ext cx="11068050" cy="0"/>
          </a:xfrm>
          <a:prstGeom xmlns:a="http://schemas.openxmlformats.org/drawingml/2006/main" prst="line">
            <a:avLst/>
          </a:prstGeom>
          <a:noFill xmlns:a="http://schemas.openxmlformats.org/drawingml/2006/main"/>
          <a:ln xmlns:a="http://schemas.openxmlformats.org/drawingml/2006/main" w="9525">
            <a:solidFill>
              <a:srgbClr val="B8C8C6"/>
            </a:solidFill>
          </a:ln>
        </p:spPr>
      </p:sp>
      <p:sp>
        <p:nvSpPr>
          <p:cNvPr id="22" name="S11_source_link" descr="source link">
            <a:hlinkClick r:id="g6b3r1Link21"/>
            <a:extLst xmlns:a="http://schemas.openxmlformats.org/drawingml/2006/main">
              <a:ext uri="{FF2B5EF4-FFF2-40B4-BE49-F238E27FC236}">
                <a16:creationId xmlns:a16="http://schemas.microsoft.com/office/drawing/2014/main" id="{372FEBD4-BDBA-5B78-8409-4EA58E4C4E04}"/>
              </a:ext>
              <a:ext uri="urn:g6b3r1:native-source:v1">
                <g6:source xmlns:g6="urn:g6b3r1:native-source:v1">{"alt":"source link","bold":false,"color":"#315E8B","font_px":18,"h":27,"id":"S11_source_link","kind":"text","line_height_px":20.7,"link_target":"../references/wedding/SOURCE_LEDGER.json","reading_order":20,"text":"S11 Source: wedding","w":560,"x":56,"y":685}</g6:source>
              </a:ext>
            </a:extLst>
          </p:cNvPr>
          <p:cNvSpPr>
            <a:spLocks xmlns:a="http://schemas.openxmlformats.org/drawingml/2006/main" noGrp="1"/>
          </p:cNvSpPr>
          <p:nvPr/>
        </p:nvSpPr>
        <p:spPr>
          <a:xfrm xmlns:a="http://schemas.openxmlformats.org/drawingml/2006/main">
            <a:off x="533400" y="6524625"/>
            <a:ext cx="5334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553"/>
              </a:lnSpc>
              <a:spcBef>
                <a:spcPts val="0"/>
              </a:spcBef>
              <a:spcAft>
                <a:spcPts val="0"/>
              </a:spcAft>
              <a:defRPr sz="1350" b="0">
                <a:solidFill>
                  <a:srgbClr val="315E8B"/>
                </a:solidFill>
                <a:latin typeface="Nimbus Sans"/>
                <a:ea typeface="Nimbus Sans"/>
                <a:cs typeface="Nimbus Sans"/>
              </a:defRPr>
            </a:pPr>
            <a:r>
              <a:rPr sz="1350" b="0">
                <a:solidFill>
                  <a:srgbClr val="315E8B"/>
                </a:solidFill>
                <a:latin typeface="Nimbus Sans"/>
                <a:ea typeface="Nimbus Sans"/>
                <a:cs typeface="Nimbus Sans"/>
              </a:rPr>
              <a:t>S11 Source: wedding</a:t>
            </a:r>
          </a:p>
        </p:txBody>
      </p:sp>
      <p:sp>
        <p:nvSpPr>
          <p:cNvPr id="23" name="S11_atlas_locator" descr="atlas locator">
            <a:hlinkClick r:id="g6b3r1Link22"/>
            <a:extLst xmlns:a="http://schemas.openxmlformats.org/drawingml/2006/main">
              <a:ext uri="{FF2B5EF4-FFF2-40B4-BE49-F238E27FC236}">
                <a16:creationId xmlns:a16="http://schemas.microsoft.com/office/drawing/2014/main" id="{03B22376-047A-5C3B-92C2-916D4ED73F7B}"/>
              </a:ext>
              <a:ext uri="urn:g6b3r1:native-source:v1">
                <g6:source xmlns:g6="urn:g6b3r1:native-source:v1">{"alt":"atlas locator","bold":false,"color":"#315E8B","font_px":17,"h":27,"id":"S11_atlas_locator","kind":"text","line_height_px":19.549999999999997,"link_target":"../atlas/README.html","reading_order":21,"text":"Atlas: Overview / GEO 1 2 3 4 5 6 7","w":560,"x":660,"y":685}</g6:source>
              </a:ext>
            </a:extLst>
          </p:cNvPr>
          <p:cNvSpPr>
            <a:spLocks xmlns:a="http://schemas.openxmlformats.org/drawingml/2006/main" noGrp="1"/>
          </p:cNvSpPr>
          <p:nvPr/>
        </p:nvSpPr>
        <p:spPr>
          <a:xfrm xmlns:a="http://schemas.openxmlformats.org/drawingml/2006/main">
            <a:off x="6286500" y="6524625"/>
            <a:ext cx="5334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466"/>
              </a:lnSpc>
              <a:spcBef>
                <a:spcPts val="0"/>
              </a:spcBef>
              <a:spcAft>
                <a:spcPts val="0"/>
              </a:spcAft>
              <a:defRPr sz="1275" b="0">
                <a:solidFill>
                  <a:srgbClr val="315E8B"/>
                </a:solidFill>
                <a:latin typeface="Nimbus Sans"/>
                <a:ea typeface="Nimbus Sans"/>
                <a:cs typeface="Nimbus Sans"/>
              </a:defRPr>
            </a:pPr>
            <a:r>
              <a:rPr sz="1275" b="0">
                <a:solidFill>
                  <a:srgbClr val="315E8B"/>
                </a:solidFill>
                <a:latin typeface="Nimbus Sans"/>
                <a:ea typeface="Nimbus Sans"/>
                <a:cs typeface="Nimbus Sans"/>
              </a:rPr>
              <a:t>Atlas: Overview / GEO 1 2 3 4 5 6 7</a:t>
            </a:r>
          </a:p>
        </p:txBody>
      </p:sp>
    </p:spTree>
    <p:extLst>
      <p:ext uri="{BB962C8B-B14F-4D97-AF65-F5344CB8AC3E}">
        <p14:creationId xmlns:p14="http://schemas.microsoft.com/office/powerpoint/2010/main" val="2531100303"/>
      </p:ext>
      <p:ext uri="urn:g6b3r1:native-source:v1">
        <g6:source xmlns:g6="urn:g6b3r1:native-source:v1">{"id":"S11","notes_en":"RECORDED W4 KEEP, REVISION 1  /  Separate from the W3 SR2 amendment\n\nA measured candidate becomes a checked result RECORDED W4 KEEP, REVISION 1 / Separate from the W3 SR2 amendment measurements[63] [1,0,1,0,0,0,0,0,0,1] Recorded order basis 517 Original conditions all satisfied qpu_consume actual material raw bits decoded seating checked result q0 and q2 and q9 are 1: 1 + 4 + 512 = 517 Seating [1,1,1,1,0,0,0,0,2,2,2,2], hard penalty 0, objective 0 33 valid / 1000 measured candidates. No local repair. Separate Root save decision records a 520-byte JSON write. 10-qubit up-to-four-local representation, not the 36-indicator QUBO. No quantum advantage or hardware-noise-rate claim.\n\nThis is an editorial explanation of the named recorded or conceptual scope, not a new runtime result. Follow the source references for exact fields and limitations. B5 and final publication are not performed.","notes_ru":"Строка measurements[63] имеет нулевую индексацию. Порядок measuredQubits даёт 1+4+512=517. Проверка исходных условий и qpu_consume предшествуют отдельному сохранению. 33 из 1000 являются допустимыми кандидатами, не оценкой аппаратного шума.","reading_order":["S11_title","S11_scope","S11_measurement_0","S11_measurement_0_label","S11_measurement_1","S11_measurement_1_label","S11_measurement_2","S11_measurement_2_label","S11_measurement_3","S11_measurement_3_label","S11_measurement_edge_0","S11_measurement_edge_0_label","S11_measurement_edge_1","S11_measurement_edge_1_label","S11_measurement_edge_2","S11_measurement_edge_2_label","S11_decode","S11_count","S11_qualification","S11_rule","S11_source_link","S11_atlas_locator"],"relations":[{"id":"S11_measurement_edge_0","item":"raw bits","relation":"DATA","source":"QPU","source_object":"S11_measurement_0","target":"DECODER","target_object":"S11_measurement_1"},{"id":"S11_measurement_edge_1","item":"decoded seating","relation":"DATA","source":"DECODER","source_object":"S11_measurement_1","target":"CHECKER","target_object":"S11_measurement_2"},{"id":"S11_measurement_edge_2","item":"checked result","relation":"DATA","source":"CHECKER","source_object":"S11_measurement_2","target":"CONSUMPTION","target_object":"S11_measurement_3"}],"scope":"RECORDED W4 KEEP, REVISION 1  /  Separate from the W3 SR2 amendment","source_refs":[{"label":"wedding","target":"../references/wedding/SOURCE_LEDGER.json"},{"label":"chapter","target":"../chapters/08_wedding.html"}],"title":"A measured candidate becomes a checked result"}</g6:source>
      </p:ext>
    </p:extLst>
  </p:cSld>
</p:sld>
</file>

<file path=ppt/slides/slide12.xml><?xml version="1.0" encoding="utf-8"?>
<p:sld xmlns:p="http://schemas.openxmlformats.org/presentationml/2006/main" xmlns:a="http://schemas.openxmlformats.org/drawingml/2006/main" xmlns:r="http://schemas.openxmlformats.org/officeDocument/2006/relationships">
  <p:cSld name="S12">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12_title" descr="title">
            <a:extLst xmlns:a="http://schemas.openxmlformats.org/drawingml/2006/main">
              <a:ext uri="{FF2B5EF4-FFF2-40B4-BE49-F238E27FC236}">
                <a16:creationId xmlns:a16="http://schemas.microsoft.com/office/drawing/2014/main" id="{DEF928A7-1DA9-584A-B13C-289B5334129D}"/>
              </a:ext>
              <a:ext uri="urn:g6b3r1:native-source:v1">
                <g6:source xmlns:g6="urn:g6b3r1:native-source:v1">{"alt":"title","bold":true,"color":"#16282B","font_px":42,"h":75,"id":"S12_title","kind":"text","line_height_px":48.3,"reading_order":0,"text":"The photo result survives a media change","w":1170,"x":54,"y":36}</g6:source>
              </a:ext>
            </a:extLst>
          </p:cNvPr>
          <p:cNvSpPr>
            <a:spLocks xmlns:a="http://schemas.openxmlformats.org/drawingml/2006/main" noGrp="1"/>
          </p:cNvSpPr>
          <p:nvPr/>
        </p:nvSpPr>
        <p:spPr>
          <a:xfrm xmlns:a="http://schemas.openxmlformats.org/drawingml/2006/main">
            <a:off x="514350" y="342900"/>
            <a:ext cx="11144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3623"/>
              </a:lnSpc>
              <a:spcBef>
                <a:spcPts val="0"/>
              </a:spcBef>
              <a:spcAft>
                <a:spcPts val="0"/>
              </a:spcAft>
              <a:defRPr sz="3150" b="1">
                <a:solidFill>
                  <a:srgbClr val="16282B"/>
                </a:solidFill>
                <a:latin typeface="Nimbus Sans"/>
                <a:ea typeface="Nimbus Sans"/>
                <a:cs typeface="Nimbus Sans"/>
              </a:defRPr>
            </a:pPr>
            <a:r>
              <a:rPr sz="3150" b="1">
                <a:solidFill>
                  <a:srgbClr val="16282B"/>
                </a:solidFill>
                <a:latin typeface="Nimbus Sans"/>
                <a:ea typeface="Nimbus Sans"/>
                <a:cs typeface="Nimbus Sans"/>
              </a:rPr>
              <a:t>The photo result survives a media change</a:t>
            </a:r>
          </a:p>
        </p:txBody>
      </p:sp>
      <p:sp>
        <p:nvSpPr>
          <p:cNvPr id="3" name="S12_scope" descr="scope">
            <a:extLst xmlns:a="http://schemas.openxmlformats.org/drawingml/2006/main">
              <a:ext uri="{FF2B5EF4-FFF2-40B4-BE49-F238E27FC236}">
                <a16:creationId xmlns:a16="http://schemas.microsoft.com/office/drawing/2014/main" id="{A7A307E3-DC20-59A3-89F4-5BABFEEA26C9}"/>
              </a:ext>
              <a:ext uri="urn:g6b3r1:native-source:v1">
                <g6:source xmlns:g6="urn:g6b3r1:native-source:v1">{"alt":"scope","bold":false,"color":"#43595D","font_px":23,"h":54,"id":"S12_scope","kind":"text","line_height_px":26.45,"reading_order":1,"text":"RECORDED EWS3R2 PRINCIPAL LANE / Separate clocks below, no receipt-controlled cleanup","w":1160,"x":56,"y":113}</g6:source>
              </a:ext>
            </a:extLst>
          </p:cNvPr>
          <p:cNvSpPr>
            <a:spLocks xmlns:a="http://schemas.openxmlformats.org/drawingml/2006/main" noGrp="1"/>
          </p:cNvSpPr>
          <p:nvPr/>
        </p:nvSpPr>
        <p:spPr>
          <a:xfrm xmlns:a="http://schemas.openxmlformats.org/drawingml/2006/main">
            <a:off x="533400" y="1076325"/>
            <a:ext cx="1104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984"/>
              </a:lnSpc>
              <a:spcBef>
                <a:spcPts val="0"/>
              </a:spcBef>
              <a:spcAft>
                <a:spcPts val="0"/>
              </a:spcAft>
              <a:defRPr sz="1725" b="0">
                <a:solidFill>
                  <a:srgbClr val="43595D"/>
                </a:solidFill>
                <a:latin typeface="Nimbus Sans"/>
                <a:ea typeface="Nimbus Sans"/>
                <a:cs typeface="Nimbus Sans"/>
              </a:defRPr>
            </a:pPr>
            <a:r>
              <a:rPr sz="1725" b="0">
                <a:solidFill>
                  <a:srgbClr val="43595D"/>
                </a:solidFill>
                <a:latin typeface="Nimbus Sans"/>
                <a:ea typeface="Nimbus Sans"/>
                <a:cs typeface="Nimbus Sans"/>
              </a:rPr>
              <a:t>RECORDED EWS3R2 PRINCIPAL LANE / Separate clocks below, no receipt-controlled cleanup</a:t>
            </a:r>
          </a:p>
        </p:txBody>
      </p:sp>
      <p:sp>
        <p:nvSpPr>
          <p:cNvPr id="4" name="S12_media_0" descr="ENV: Audio loss&#10;return code -9">
            <a:extLst xmlns:a="http://schemas.openxmlformats.org/drawingml/2006/main">
              <a:ext uri="{FF2B5EF4-FFF2-40B4-BE49-F238E27FC236}">
                <a16:creationId xmlns:a16="http://schemas.microsoft.com/office/drawing/2014/main" id="{4A7FE9EB-BF8F-5EDB-BD27-B4C10B0124FF}"/>
              </a:ext>
              <a:ext uri="urn:g6b3r1:native-source:v1">
                <g6:source xmlns:g6="urn:g6b3r1:native-source:v1">{"alt":"ENV: Audio loss\nreturn code -9","entity_id":"ENV","fill":"#EFF5F3","h":110,"id":"S12_media_0","kind":"rect","reading_order":2,"stroke":"#176B68","stroke_width":2,"w":290,"x":56,"y":214}</g6:source>
              </a:ext>
            </a:extLst>
          </p:cNvPr>
          <p:cNvSpPr>
            <a:spLocks xmlns:a="http://schemas.openxmlformats.org/drawingml/2006/main" noGrp="1"/>
          </p:cNvSpPr>
          <p:nvPr/>
        </p:nvSpPr>
        <p:spPr>
          <a:xfrm xmlns:a="http://schemas.openxmlformats.org/drawingml/2006/main">
            <a:off x="533400" y="2038350"/>
            <a:ext cx="2762250" cy="1047750"/>
          </a:xfrm>
          <a:prstGeom xmlns:a="http://schemas.openxmlformats.org/drawingml/2006/main" prst="rect">
            <a:avLst/>
          </a:prstGeom>
          <a:solidFill xmlns:a="http://schemas.openxmlformats.org/drawingml/2006/main">
            <a:srgbClr val="EFF5F3"/>
          </a:solidFill>
          <a:ln xmlns:a="http://schemas.openxmlformats.org/drawingml/2006/main" w="19050">
            <a:solidFill>
              <a:srgbClr val="176B68"/>
            </a:solidFill>
          </a:ln>
        </p:spPr>
      </p:sp>
      <p:sp>
        <p:nvSpPr>
          <p:cNvPr id="5" name="S12_media_0_label" descr="media 0 label">
            <a:extLst xmlns:a="http://schemas.openxmlformats.org/drawingml/2006/main">
              <a:ext uri="{FF2B5EF4-FFF2-40B4-BE49-F238E27FC236}">
                <a16:creationId xmlns:a16="http://schemas.microsoft.com/office/drawing/2014/main" id="{13579BC5-831B-5B3F-8C67-773AE52705DD}"/>
              </a:ext>
              <a:ext uri="urn:g6b3r1:native-source:v1">
                <g6:source xmlns:g6="urn:g6b3r1:native-source:v1">{"alt":"media 0 label","bold":false,"color":"#16282B","font_px":24,"h":86,"id":"S12_media_0_label","kind":"text","line_height_px":27.599999999999998,"reading_order":3,"text":"Audio loss\nreturn code -9","w":264,"x":69,"y":226}</g6:source>
              </a:ext>
            </a:extLst>
          </p:cNvPr>
          <p:cNvSpPr>
            <a:spLocks xmlns:a="http://schemas.openxmlformats.org/drawingml/2006/main" noGrp="1"/>
          </p:cNvSpPr>
          <p:nvPr/>
        </p:nvSpPr>
        <p:spPr>
          <a:xfrm xmlns:a="http://schemas.openxmlformats.org/drawingml/2006/main">
            <a:off x="657225" y="2152650"/>
            <a:ext cx="25146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Audio loss</a:t>
            </a:r>
          </a:p>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return code -9</a:t>
            </a:r>
          </a:p>
        </p:txBody>
      </p:sp>
      <p:sp>
        <p:nvSpPr>
          <p:cNvPr id="6" name="S12_media_1" descr="CURRENTNESS: Old packet refused&#10;fresh observation">
            <a:extLst xmlns:a="http://schemas.openxmlformats.org/drawingml/2006/main">
              <a:ext uri="{FF2B5EF4-FFF2-40B4-BE49-F238E27FC236}">
                <a16:creationId xmlns:a16="http://schemas.microsoft.com/office/drawing/2014/main" id="{320740AE-CC80-5325-B459-6848CE02AE25}"/>
              </a:ext>
              <a:ext uri="urn:g6b3r1:native-source:v1">
                <g6:source xmlns:g6="urn:g6b3r1:native-source:v1">{"alt":"CURRENTNESS: Old packet refused\nfresh observation","entity_id":"CURRENTNESS","fill":"#EFF5F3","h":110,"id":"S12_media_1","kind":"rect","reading_order":4,"stroke":"#176B68","stroke_width":2,"w":290,"x":495,"y":214}</g6:source>
              </a:ext>
            </a:extLst>
          </p:cNvPr>
          <p:cNvSpPr>
            <a:spLocks xmlns:a="http://schemas.openxmlformats.org/drawingml/2006/main" noGrp="1"/>
          </p:cNvSpPr>
          <p:nvPr/>
        </p:nvSpPr>
        <p:spPr>
          <a:xfrm xmlns:a="http://schemas.openxmlformats.org/drawingml/2006/main">
            <a:off x="4714875" y="2038350"/>
            <a:ext cx="2762250" cy="1047750"/>
          </a:xfrm>
          <a:prstGeom xmlns:a="http://schemas.openxmlformats.org/drawingml/2006/main" prst="rect">
            <a:avLst/>
          </a:prstGeom>
          <a:solidFill xmlns:a="http://schemas.openxmlformats.org/drawingml/2006/main">
            <a:srgbClr val="EFF5F3"/>
          </a:solidFill>
          <a:ln xmlns:a="http://schemas.openxmlformats.org/drawingml/2006/main" w="19050">
            <a:solidFill>
              <a:srgbClr val="176B68"/>
            </a:solidFill>
          </a:ln>
        </p:spPr>
      </p:sp>
      <p:sp>
        <p:nvSpPr>
          <p:cNvPr id="7" name="S12_media_1_label" descr="media 1 label">
            <a:extLst xmlns:a="http://schemas.openxmlformats.org/drawingml/2006/main">
              <a:ext uri="{FF2B5EF4-FFF2-40B4-BE49-F238E27FC236}">
                <a16:creationId xmlns:a16="http://schemas.microsoft.com/office/drawing/2014/main" id="{BDDE7724-A510-58A9-ADCC-B1B4146199D4}"/>
              </a:ext>
              <a:ext uri="urn:g6b3r1:native-source:v1">
                <g6:source xmlns:g6="urn:g6b3r1:native-source:v1">{"alt":"media 1 label","bold":false,"color":"#16282B","font_px":24,"h":86,"id":"S12_media_1_label","kind":"text","line_height_px":27.599999999999998,"reading_order":5,"text":"Old packet refused\nfresh observation","w":264,"x":508,"y":226}</g6:source>
              </a:ext>
            </a:extLst>
          </p:cNvPr>
          <p:cNvSpPr>
            <a:spLocks xmlns:a="http://schemas.openxmlformats.org/drawingml/2006/main" noGrp="1"/>
          </p:cNvSpPr>
          <p:nvPr/>
        </p:nvSpPr>
        <p:spPr>
          <a:xfrm xmlns:a="http://schemas.openxmlformats.org/drawingml/2006/main">
            <a:off x="4838700" y="2152650"/>
            <a:ext cx="25146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Old packet refused</a:t>
            </a:r>
          </a:p>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fresh observation</a:t>
            </a:r>
          </a:p>
        </p:txBody>
      </p:sp>
      <p:sp>
        <p:nvSpPr>
          <p:cNvPr id="8" name="S12_media_2" descr="WORK: Affected media&#10;4 to 16 frames">
            <a:extLst xmlns:a="http://schemas.openxmlformats.org/drawingml/2006/main">
              <a:ext uri="{FF2B5EF4-FFF2-40B4-BE49-F238E27FC236}">
                <a16:creationId xmlns:a16="http://schemas.microsoft.com/office/drawing/2014/main" id="{3E0321B6-1BF9-5520-A12A-B230DF8E7478}"/>
              </a:ext>
              <a:ext uri="urn:g6b3r1:native-source:v1">
                <g6:source xmlns:g6="urn:g6b3r1:native-source:v1">{"alt":"WORK: Affected media\n4 to 16 frames","entity_id":"WORK","fill":"#EFF5F3","h":110,"id":"S12_media_2","kind":"rect","reading_order":6,"stroke":"#176B68","stroke_width":2,"w":290,"x":934,"y":214}</g6:source>
              </a:ext>
            </a:extLst>
          </p:cNvPr>
          <p:cNvSpPr>
            <a:spLocks xmlns:a="http://schemas.openxmlformats.org/drawingml/2006/main" noGrp="1"/>
          </p:cNvSpPr>
          <p:nvPr/>
        </p:nvSpPr>
        <p:spPr>
          <a:xfrm xmlns:a="http://schemas.openxmlformats.org/drawingml/2006/main">
            <a:off x="8896350" y="2038350"/>
            <a:ext cx="2762250" cy="1047750"/>
          </a:xfrm>
          <a:prstGeom xmlns:a="http://schemas.openxmlformats.org/drawingml/2006/main" prst="rect">
            <a:avLst/>
          </a:prstGeom>
          <a:solidFill xmlns:a="http://schemas.openxmlformats.org/drawingml/2006/main">
            <a:srgbClr val="EFF5F3"/>
          </a:solidFill>
          <a:ln xmlns:a="http://schemas.openxmlformats.org/drawingml/2006/main" w="19050">
            <a:solidFill>
              <a:srgbClr val="176B68"/>
            </a:solidFill>
          </a:ln>
        </p:spPr>
      </p:sp>
      <p:sp>
        <p:nvSpPr>
          <p:cNvPr id="9" name="S12_media_2_label" descr="media 2 label">
            <a:extLst xmlns:a="http://schemas.openxmlformats.org/drawingml/2006/main">
              <a:ext uri="{FF2B5EF4-FFF2-40B4-BE49-F238E27FC236}">
                <a16:creationId xmlns:a16="http://schemas.microsoft.com/office/drawing/2014/main" id="{F19ACBE4-9F3C-57F4-B2FB-A43A8C81B058}"/>
              </a:ext>
              <a:ext uri="urn:g6b3r1:native-source:v1">
                <g6:source xmlns:g6="urn:g6b3r1:native-source:v1">{"alt":"media 2 label","bold":false,"color":"#16282B","font_px":24,"h":86,"id":"S12_media_2_label","kind":"text","line_height_px":27.599999999999998,"reading_order":7,"text":"Affected media\n4 to 16 frames","w":264,"x":947,"y":226}</g6:source>
              </a:ext>
            </a:extLst>
          </p:cNvPr>
          <p:cNvSpPr>
            <a:spLocks xmlns:a="http://schemas.openxmlformats.org/drawingml/2006/main" noGrp="1"/>
          </p:cNvSpPr>
          <p:nvPr/>
        </p:nvSpPr>
        <p:spPr>
          <a:xfrm xmlns:a="http://schemas.openxmlformats.org/drawingml/2006/main">
            <a:off x="9020175" y="2152650"/>
            <a:ext cx="25146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Affected media</a:t>
            </a:r>
          </a:p>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4 to 16 frames</a:t>
            </a:r>
          </a:p>
        </p:txBody>
      </p:sp>
      <p:cxnSp>
        <p:nvCxnSpPr>
          <p:cNvPr id="10" name="S12_media_edge_0" descr="DATA: changed-source data">
            <a:extLst>
              <a:ext uri="urn:g6b3r1:native-source:v1">
                <g6:source xmlns:g6="urn:g6b3r1:native-source:v1">{"alt":"DATA: changed-source data","color":"#176B68","h":0,"head":"triangle","id":"S12_media_edge_0","kind":"arrow","reading_order":8,"relation_type":"DATA","source_id":"S12_media_0","stroke_width":2,"target_id":"S12_media_1","w":149,"x":346,"y":269}</g6:source>
              </a:ext>
            </a:extLst>
          </p:cNvPr>
          <p:cNvCxnSpPr>
            <a:stCxn xmlns:a="http://schemas.openxmlformats.org/drawingml/2006/main" id="4" idx="3"/>
            <a:endCxn xmlns:a="http://schemas.openxmlformats.org/drawingml/2006/main" id="6" idx="1"/>
          </p:cNvCxnSpPr>
          <p:nvPr/>
        </p:nvCxnSpPr>
        <p:spPr>
          <a:xfrm xmlns:a="http://schemas.openxmlformats.org/drawingml/2006/main" rot="0" flipH="0" flipV="0">
            <a:off x="3295650" y="2562225"/>
            <a:ext cx="1419225" cy="0"/>
          </a:xfrm>
          <a:prstGeom xmlns:a="http://schemas.openxmlformats.org/drawingml/2006/main" prst="straightConnector1">
            <a:avLst/>
          </a:prstGeom>
          <a:ln xmlns:a="http://schemas.openxmlformats.org/drawingml/2006/main" w="19050">
            <a:solidFill>
              <a:srgbClr val="176B68"/>
            </a:solidFill>
            <a:tailEnd type="triangle" w="med" len="med"/>
          </a:ln>
        </p:spPr>
      </p:cxnSp>
      <p:sp>
        <p:nvSpPr>
          <p:cNvPr id="11" name="S12_media_edge_0_label" descr="media edge 0 label">
            <a:extLst xmlns:a="http://schemas.openxmlformats.org/drawingml/2006/main">
              <a:ext uri="{FF2B5EF4-FFF2-40B4-BE49-F238E27FC236}">
                <a16:creationId xmlns:a16="http://schemas.microsoft.com/office/drawing/2014/main" id="{CA5197E3-8D13-5BAE-BE41-C458D9D32F04}"/>
              </a:ext>
              <a:ext uri="urn:g6b3r1:native-source:v1">
                <g6:source xmlns:g6="urn:g6b3r1:native-source:v1">{"alt":"media edge 0 label","bold":false,"color":"#43595D","font_px":17,"h":78,"id":"S12_media_edge_0_label","kind":"text","line_height_px":19.549999999999997,"reading_order":9,"text":"changed-source\ndata","w":141,"x":350,"y":187}</g6:source>
              </a:ext>
            </a:extLst>
          </p:cNvPr>
          <p:cNvSpPr>
            <a:spLocks xmlns:a="http://schemas.openxmlformats.org/drawingml/2006/main" noGrp="1"/>
          </p:cNvSpPr>
          <p:nvPr/>
        </p:nvSpPr>
        <p:spPr>
          <a:xfrm xmlns:a="http://schemas.openxmlformats.org/drawingml/2006/main">
            <a:off x="3333750" y="1781175"/>
            <a:ext cx="13430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466"/>
              </a:lnSpc>
              <a:spcBef>
                <a:spcPts val="0"/>
              </a:spcBef>
              <a:spcAft>
                <a:spcPts val="0"/>
              </a:spcAft>
              <a:defRPr sz="1275" b="0">
                <a:solidFill>
                  <a:srgbClr val="43595D"/>
                </a:solidFill>
                <a:latin typeface="Nimbus Sans"/>
                <a:ea typeface="Nimbus Sans"/>
                <a:cs typeface="Nimbus Sans"/>
              </a:defRPr>
            </a:pPr>
            <a:r>
              <a:rPr sz="1275" b="0">
                <a:solidFill>
                  <a:srgbClr val="43595D"/>
                </a:solidFill>
                <a:latin typeface="Nimbus Sans"/>
                <a:ea typeface="Nimbus Sans"/>
                <a:cs typeface="Nimbus Sans"/>
              </a:rPr>
              <a:t>changed-source</a:t>
            </a:r>
          </a:p>
          <a:p xmlns:a="http://schemas.openxmlformats.org/drawingml/2006/main">
            <a:pPr algn="l">
              <a:lnSpc>
                <a:spcPts val="1466"/>
              </a:lnSpc>
              <a:spcBef>
                <a:spcPts val="0"/>
              </a:spcBef>
              <a:spcAft>
                <a:spcPts val="0"/>
              </a:spcAft>
              <a:defRPr sz="1275" b="0">
                <a:solidFill>
                  <a:srgbClr val="43595D"/>
                </a:solidFill>
                <a:latin typeface="Nimbus Sans"/>
                <a:ea typeface="Nimbus Sans"/>
                <a:cs typeface="Nimbus Sans"/>
              </a:defRPr>
            </a:pPr>
            <a:r>
              <a:rPr sz="1275" b="0">
                <a:solidFill>
                  <a:srgbClr val="43595D"/>
                </a:solidFill>
                <a:latin typeface="Nimbus Sans"/>
                <a:ea typeface="Nimbus Sans"/>
                <a:cs typeface="Nimbus Sans"/>
              </a:rPr>
              <a:t>data</a:t>
            </a:r>
          </a:p>
        </p:txBody>
      </p:sp>
      <p:cxnSp>
        <p:nvCxnSpPr>
          <p:cNvPr id="12" name="S12_media_edge_1" descr="DATA: new current basis">
            <a:extLst>
              <a:ext uri="urn:g6b3r1:native-source:v1">
                <g6:source xmlns:g6="urn:g6b3r1:native-source:v1">{"alt":"DATA: new current basis","color":"#176B68","h":0,"head":"triangle","id":"S12_media_edge_1","kind":"arrow","reading_order":10,"relation_type":"DATA","source_id":"S12_media_1","stroke_width":2,"target_id":"S12_media_2","w":149,"x":785,"y":269}</g6:source>
              </a:ext>
            </a:extLst>
          </p:cNvPr>
          <p:cNvCxnSpPr>
            <a:stCxn xmlns:a="http://schemas.openxmlformats.org/drawingml/2006/main" id="6" idx="3"/>
            <a:endCxn xmlns:a="http://schemas.openxmlformats.org/drawingml/2006/main" id="8" idx="1"/>
          </p:cNvCxnSpPr>
          <p:nvPr/>
        </p:nvCxnSpPr>
        <p:spPr>
          <a:xfrm xmlns:a="http://schemas.openxmlformats.org/drawingml/2006/main" rot="0" flipH="0" flipV="0">
            <a:off x="7477125" y="2562225"/>
            <a:ext cx="1419225" cy="0"/>
          </a:xfrm>
          <a:prstGeom xmlns:a="http://schemas.openxmlformats.org/drawingml/2006/main" prst="straightConnector1">
            <a:avLst/>
          </a:prstGeom>
          <a:ln xmlns:a="http://schemas.openxmlformats.org/drawingml/2006/main" w="19050">
            <a:solidFill>
              <a:srgbClr val="176B68"/>
            </a:solidFill>
            <a:tailEnd type="triangle" w="med" len="med"/>
          </a:ln>
        </p:spPr>
      </p:cxnSp>
      <p:sp>
        <p:nvSpPr>
          <p:cNvPr id="13" name="S12_media_edge_1_label" descr="media edge 1 label">
            <a:extLst xmlns:a="http://schemas.openxmlformats.org/drawingml/2006/main">
              <a:ext uri="{FF2B5EF4-FFF2-40B4-BE49-F238E27FC236}">
                <a16:creationId xmlns:a16="http://schemas.microsoft.com/office/drawing/2014/main" id="{4FBF92BB-112C-524B-BCF9-3AB5CDD7F4EE}"/>
              </a:ext>
              <a:ext uri="urn:g6b3r1:native-source:v1">
                <g6:source xmlns:g6="urn:g6b3r1:native-source:v1">{"alt":"media edge 1 label","bold":false,"color":"#43595D","font_px":17,"h":78,"id":"S12_media_edge_1_label","kind":"text","line_height_px":19.549999999999997,"reading_order":11,"text":"new current basis","w":141,"x":789,"y":187}</g6:source>
              </a:ext>
            </a:extLst>
          </p:cNvPr>
          <p:cNvSpPr>
            <a:spLocks xmlns:a="http://schemas.openxmlformats.org/drawingml/2006/main" noGrp="1"/>
          </p:cNvSpPr>
          <p:nvPr/>
        </p:nvSpPr>
        <p:spPr>
          <a:xfrm xmlns:a="http://schemas.openxmlformats.org/drawingml/2006/main">
            <a:off x="7515225" y="1781175"/>
            <a:ext cx="13430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466"/>
              </a:lnSpc>
              <a:spcBef>
                <a:spcPts val="0"/>
              </a:spcBef>
              <a:spcAft>
                <a:spcPts val="0"/>
              </a:spcAft>
              <a:defRPr sz="1275" b="0">
                <a:solidFill>
                  <a:srgbClr val="43595D"/>
                </a:solidFill>
                <a:latin typeface="Nimbus Sans"/>
                <a:ea typeface="Nimbus Sans"/>
                <a:cs typeface="Nimbus Sans"/>
              </a:defRPr>
            </a:pPr>
            <a:r>
              <a:rPr sz="1275" b="0">
                <a:solidFill>
                  <a:srgbClr val="43595D"/>
                </a:solidFill>
                <a:latin typeface="Nimbus Sans"/>
                <a:ea typeface="Nimbus Sans"/>
                <a:cs typeface="Nimbus Sans"/>
              </a:rPr>
              <a:t>new current basis</a:t>
            </a:r>
          </a:p>
        </p:txBody>
      </p:sp>
      <p:sp>
        <p:nvSpPr>
          <p:cNvPr id="14" name="S12_photo" descr="photo">
            <a:extLst xmlns:a="http://schemas.openxmlformats.org/drawingml/2006/main">
              <a:ext uri="{FF2B5EF4-FFF2-40B4-BE49-F238E27FC236}">
                <a16:creationId xmlns:a16="http://schemas.microsoft.com/office/drawing/2014/main" id="{68B6ACAC-DDB7-5640-B6E1-22B706C538ED}"/>
              </a:ext>
              <a:ext uri="urn:g6b3r1:native-source:v1">
                <g6:source xmlns:g6="urn:g6b3r1:native-source:v1">{"alt":"photo","bold":false,"color":"#16282B","font_px":26,"h":52,"id":"S12_photo","kind":"text","line_height_px":29.9,"reading_order":12,"text":"RETAINED PHOTO Same state and preview SHA. Producer count remains 3.","w":1160,"x":56,"y":335}</g6:source>
              </a:ext>
            </a:extLst>
          </p:cNvPr>
          <p:cNvSpPr>
            <a:spLocks xmlns:a="http://schemas.openxmlformats.org/drawingml/2006/main" noGrp="1"/>
          </p:cNvSpPr>
          <p:nvPr/>
        </p:nvSpPr>
        <p:spPr>
          <a:xfrm xmlns:a="http://schemas.openxmlformats.org/drawingml/2006/main">
            <a:off x="533400" y="319087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243"/>
              </a:lnSpc>
              <a:spcBef>
                <a:spcPts val="0"/>
              </a:spcBef>
              <a:spcAft>
                <a:spcPts val="0"/>
              </a:spcAft>
              <a:defRPr sz="1950" b="0">
                <a:solidFill>
                  <a:srgbClr val="16282B"/>
                </a:solidFill>
                <a:latin typeface="Nimbus Sans"/>
                <a:ea typeface="Nimbus Sans"/>
                <a:cs typeface="Nimbus Sans"/>
              </a:defRPr>
            </a:pPr>
            <a:r>
              <a:rPr sz="1950" b="0">
                <a:solidFill>
                  <a:srgbClr val="16282B"/>
                </a:solidFill>
                <a:latin typeface="Nimbus Sans"/>
                <a:ea typeface="Nimbus Sans"/>
                <a:cs typeface="Nimbus Sans"/>
              </a:rPr>
              <a:t>RETAINED PHOTO Same state and preview SHA. Producer count remains 3.</a:t>
            </a:r>
          </a:p>
        </p:txBody>
      </p:sp>
      <p:sp>
        <p:nvSpPr>
          <p:cNvPr id="15" name="S12_save_0" descr="ROOT: Separate save&#10;decision / packet">
            <a:extLst xmlns:a="http://schemas.openxmlformats.org/drawingml/2006/main">
              <a:ext uri="{FF2B5EF4-FFF2-40B4-BE49-F238E27FC236}">
                <a16:creationId xmlns:a16="http://schemas.microsoft.com/office/drawing/2014/main" id="{B68DF58F-0B03-57D6-A50F-B138648FA3B1}"/>
              </a:ext>
              <a:ext uri="urn:g6b3r1:native-source:v1">
                <g6:source xmlns:g6="urn:g6b3r1:native-source:v1">{"alt":"ROOT: Separate save\ndecision / packet","entity_id":"ROOT","fill":"#EFF5F3","h":110,"id":"S12_save_0","kind":"rect","reading_order":13,"stroke":"#176B68","stroke_width":2,"w":290,"x":56,"y":424}</g6:source>
              </a:ext>
            </a:extLst>
          </p:cNvPr>
          <p:cNvSpPr>
            <a:spLocks xmlns:a="http://schemas.openxmlformats.org/drawingml/2006/main" noGrp="1"/>
          </p:cNvSpPr>
          <p:nvPr/>
        </p:nvSpPr>
        <p:spPr>
          <a:xfrm xmlns:a="http://schemas.openxmlformats.org/drawingml/2006/main">
            <a:off x="533400" y="4038600"/>
            <a:ext cx="2762250" cy="1047750"/>
          </a:xfrm>
          <a:prstGeom xmlns:a="http://schemas.openxmlformats.org/drawingml/2006/main" prst="rect">
            <a:avLst/>
          </a:prstGeom>
          <a:solidFill xmlns:a="http://schemas.openxmlformats.org/drawingml/2006/main">
            <a:srgbClr val="EFF5F3"/>
          </a:solidFill>
          <a:ln xmlns:a="http://schemas.openxmlformats.org/drawingml/2006/main" w="19050">
            <a:solidFill>
              <a:srgbClr val="176B68"/>
            </a:solidFill>
          </a:ln>
        </p:spPr>
      </p:sp>
      <p:sp>
        <p:nvSpPr>
          <p:cNvPr id="16" name="S12_save_0_label" descr="save 0 label">
            <a:extLst xmlns:a="http://schemas.openxmlformats.org/drawingml/2006/main">
              <a:ext uri="{FF2B5EF4-FFF2-40B4-BE49-F238E27FC236}">
                <a16:creationId xmlns:a16="http://schemas.microsoft.com/office/drawing/2014/main" id="{905F4783-2738-575C-B453-A1489CF8C646}"/>
              </a:ext>
              <a:ext uri="urn:g6b3r1:native-source:v1">
                <g6:source xmlns:g6="urn:g6b3r1:native-source:v1">{"alt":"save 0 label","bold":false,"color":"#16282B","font_px":24,"h":86,"id":"S12_save_0_label","kind":"text","line_height_px":27.599999999999998,"reading_order":14,"text":"Separate save\ndecision / packet","w":264,"x":69,"y":436}</g6:source>
              </a:ext>
            </a:extLst>
          </p:cNvPr>
          <p:cNvSpPr>
            <a:spLocks xmlns:a="http://schemas.openxmlformats.org/drawingml/2006/main" noGrp="1"/>
          </p:cNvSpPr>
          <p:nvPr/>
        </p:nvSpPr>
        <p:spPr>
          <a:xfrm xmlns:a="http://schemas.openxmlformats.org/drawingml/2006/main">
            <a:off x="657225" y="4152900"/>
            <a:ext cx="25146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Separate save</a:t>
            </a:r>
          </a:p>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decision / packet</a:t>
            </a:r>
          </a:p>
        </p:txBody>
      </p:sp>
      <p:sp>
        <p:nvSpPr>
          <p:cNvPr id="17" name="S12_save_1" descr="EXECUTOR: Actual write&#10;250-byte sidecar">
            <a:extLst xmlns:a="http://schemas.openxmlformats.org/drawingml/2006/main">
              <a:ext uri="{FF2B5EF4-FFF2-40B4-BE49-F238E27FC236}">
                <a16:creationId xmlns:a16="http://schemas.microsoft.com/office/drawing/2014/main" id="{76D9C5EC-E695-5A3B-8F72-CF50DC329105}"/>
              </a:ext>
              <a:ext uri="urn:g6b3r1:native-source:v1">
                <g6:source xmlns:g6="urn:g6b3r1:native-source:v1">{"alt":"EXECUTOR: Actual write\n250-byte sidecar","entity_id":"EXECUTOR","fill":"#EFF5F3","h":110,"id":"S12_save_1","kind":"rect","reading_order":15,"stroke":"#176B68","stroke_width":2,"w":290,"x":495,"y":424}</g6:source>
              </a:ext>
            </a:extLst>
          </p:cNvPr>
          <p:cNvSpPr>
            <a:spLocks xmlns:a="http://schemas.openxmlformats.org/drawingml/2006/main" noGrp="1"/>
          </p:cNvSpPr>
          <p:nvPr/>
        </p:nvSpPr>
        <p:spPr>
          <a:xfrm xmlns:a="http://schemas.openxmlformats.org/drawingml/2006/main">
            <a:off x="4714875" y="4038600"/>
            <a:ext cx="2762250" cy="1047750"/>
          </a:xfrm>
          <a:prstGeom xmlns:a="http://schemas.openxmlformats.org/drawingml/2006/main" prst="rect">
            <a:avLst/>
          </a:prstGeom>
          <a:solidFill xmlns:a="http://schemas.openxmlformats.org/drawingml/2006/main">
            <a:srgbClr val="EFF5F3"/>
          </a:solidFill>
          <a:ln xmlns:a="http://schemas.openxmlformats.org/drawingml/2006/main" w="19050">
            <a:solidFill>
              <a:srgbClr val="176B68"/>
            </a:solidFill>
          </a:ln>
        </p:spPr>
      </p:sp>
      <p:sp>
        <p:nvSpPr>
          <p:cNvPr id="18" name="S12_save_1_label" descr="save 1 label">
            <a:extLst xmlns:a="http://schemas.openxmlformats.org/drawingml/2006/main">
              <a:ext uri="{FF2B5EF4-FFF2-40B4-BE49-F238E27FC236}">
                <a16:creationId xmlns:a16="http://schemas.microsoft.com/office/drawing/2014/main" id="{0BB1AB21-F9C4-5341-A7AB-7837CE112F98}"/>
              </a:ext>
              <a:ext uri="urn:g6b3r1:native-source:v1">
                <g6:source xmlns:g6="urn:g6b3r1:native-source:v1">{"alt":"save 1 label","bold":false,"color":"#16282B","font_px":24,"h":86,"id":"S12_save_1_label","kind":"text","line_height_px":27.599999999999998,"reading_order":16,"text":"Actual write\n250-byte sidecar","w":264,"x":508,"y":436}</g6:source>
              </a:ext>
            </a:extLst>
          </p:cNvPr>
          <p:cNvSpPr>
            <a:spLocks xmlns:a="http://schemas.openxmlformats.org/drawingml/2006/main" noGrp="1"/>
          </p:cNvSpPr>
          <p:nvPr/>
        </p:nvSpPr>
        <p:spPr>
          <a:xfrm xmlns:a="http://schemas.openxmlformats.org/drawingml/2006/main">
            <a:off x="4838700" y="4152900"/>
            <a:ext cx="25146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Actual write</a:t>
            </a:r>
          </a:p>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250-byte sidecar</a:t>
            </a:r>
          </a:p>
        </p:txBody>
      </p:sp>
      <p:sp>
        <p:nvSpPr>
          <p:cNvPr id="19" name="S12_save_2" descr="RECEIPT: Write receipt&#10;evidence">
            <a:extLst xmlns:a="http://schemas.openxmlformats.org/drawingml/2006/main">
              <a:ext uri="{FF2B5EF4-FFF2-40B4-BE49-F238E27FC236}">
                <a16:creationId xmlns:a16="http://schemas.microsoft.com/office/drawing/2014/main" id="{4315A8EB-76F1-55A7-A4DE-5A6743423314}"/>
              </a:ext>
              <a:ext uri="urn:g6b3r1:native-source:v1">
                <g6:source xmlns:g6="urn:g6b3r1:native-source:v1">{"alt":"RECEIPT: Write receipt\nevidence","entity_id":"RECEIPT","fill":"#EFF5F3","h":110,"id":"S12_save_2","kind":"rect","reading_order":17,"stroke":"#176B68","stroke_width":2,"w":290,"x":934,"y":424}</g6:source>
              </a:ext>
            </a:extLst>
          </p:cNvPr>
          <p:cNvSpPr>
            <a:spLocks xmlns:a="http://schemas.openxmlformats.org/drawingml/2006/main" noGrp="1"/>
          </p:cNvSpPr>
          <p:nvPr/>
        </p:nvSpPr>
        <p:spPr>
          <a:xfrm xmlns:a="http://schemas.openxmlformats.org/drawingml/2006/main">
            <a:off x="8896350" y="4038600"/>
            <a:ext cx="2762250" cy="1047750"/>
          </a:xfrm>
          <a:prstGeom xmlns:a="http://schemas.openxmlformats.org/drawingml/2006/main" prst="rect">
            <a:avLst/>
          </a:prstGeom>
          <a:solidFill xmlns:a="http://schemas.openxmlformats.org/drawingml/2006/main">
            <a:srgbClr val="EFF5F3"/>
          </a:solidFill>
          <a:ln xmlns:a="http://schemas.openxmlformats.org/drawingml/2006/main" w="19050">
            <a:solidFill>
              <a:srgbClr val="176B68"/>
            </a:solidFill>
          </a:ln>
        </p:spPr>
      </p:sp>
      <p:sp>
        <p:nvSpPr>
          <p:cNvPr id="20" name="S12_save_2_label" descr="save 2 label">
            <a:extLst xmlns:a="http://schemas.openxmlformats.org/drawingml/2006/main">
              <a:ext uri="{FF2B5EF4-FFF2-40B4-BE49-F238E27FC236}">
                <a16:creationId xmlns:a16="http://schemas.microsoft.com/office/drawing/2014/main" id="{EFE250C4-A2BB-5E0B-BC20-1F87F8E74C41}"/>
              </a:ext>
              <a:ext uri="urn:g6b3r1:native-source:v1">
                <g6:source xmlns:g6="urn:g6b3r1:native-source:v1">{"alt":"save 2 label","bold":false,"color":"#16282B","font_px":24,"h":86,"id":"S12_save_2_label","kind":"text","line_height_px":27.599999999999998,"reading_order":18,"text":"Write receipt\nevidence","w":264,"x":947,"y":436}</g6:source>
              </a:ext>
            </a:extLst>
          </p:cNvPr>
          <p:cNvSpPr>
            <a:spLocks xmlns:a="http://schemas.openxmlformats.org/drawingml/2006/main" noGrp="1"/>
          </p:cNvSpPr>
          <p:nvPr/>
        </p:nvSpPr>
        <p:spPr>
          <a:xfrm xmlns:a="http://schemas.openxmlformats.org/drawingml/2006/main">
            <a:off x="9020175" y="4152900"/>
            <a:ext cx="25146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Write receipt</a:t>
            </a:r>
          </a:p>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evidence</a:t>
            </a:r>
          </a:p>
        </p:txBody>
      </p:sp>
      <p:cxnSp>
        <p:nvCxnSpPr>
          <p:cNvPr id="21" name="S12_save_edge_0" descr="PERMISSION: bound bytes">
            <a:extLst>
              <a:ext uri="urn:g6b3r1:native-source:v1">
                <g6:source xmlns:g6="urn:g6b3r1:native-source:v1">{"alt":"PERMISSION: bound bytes","color":"#A13D32","h":0,"head":"triangle","id":"S12_save_edge_0","kind":"arrow","reading_order":19,"relation_type":"PERMISSION","source_id":"S12_save_0","stroke_width":2,"target_id":"S12_save_1","w":149,"x":346,"y":479}</g6:source>
              </a:ext>
            </a:extLst>
          </p:cNvPr>
          <p:cNvCxnSpPr>
            <a:stCxn xmlns:a="http://schemas.openxmlformats.org/drawingml/2006/main" id="15" idx="3"/>
            <a:endCxn xmlns:a="http://schemas.openxmlformats.org/drawingml/2006/main" id="17" idx="1"/>
          </p:cNvCxnSpPr>
          <p:nvPr/>
        </p:nvCxnSpPr>
        <p:spPr>
          <a:xfrm xmlns:a="http://schemas.openxmlformats.org/drawingml/2006/main" rot="0" flipH="0" flipV="0">
            <a:off x="3295650" y="4562475"/>
            <a:ext cx="1419225" cy="0"/>
          </a:xfrm>
          <a:prstGeom xmlns:a="http://schemas.openxmlformats.org/drawingml/2006/main" prst="straightConnector1">
            <a:avLst/>
          </a:prstGeom>
          <a:ln xmlns:a="http://schemas.openxmlformats.org/drawingml/2006/main" w="19050">
            <a:solidFill>
              <a:srgbClr val="A13D32"/>
            </a:solidFill>
            <a:tailEnd type="triangle" w="med" len="med"/>
          </a:ln>
        </p:spPr>
      </p:cxnSp>
      <p:sp>
        <p:nvSpPr>
          <p:cNvPr id="22" name="S12_save_edge_0_label" descr="save edge 0 label">
            <a:extLst xmlns:a="http://schemas.openxmlformats.org/drawingml/2006/main">
              <a:ext uri="{FF2B5EF4-FFF2-40B4-BE49-F238E27FC236}">
                <a16:creationId xmlns:a16="http://schemas.microsoft.com/office/drawing/2014/main" id="{60F9FADC-7C9F-5F55-AAE1-11ECA2ABAEB0}"/>
              </a:ext>
              <a:ext uri="urn:g6b3r1:native-source:v1">
                <g6:source xmlns:g6="urn:g6b3r1:native-source:v1">{"alt":"save edge 0 label","bold":false,"color":"#43595D","font_px":17,"h":78,"id":"S12_save_edge_0_label","kind":"text","line_height_px":19.549999999999997,"reading_order":20,"text":"bound bytes","w":141,"x":350,"y":397}</g6:source>
              </a:ext>
            </a:extLst>
          </p:cNvPr>
          <p:cNvSpPr>
            <a:spLocks xmlns:a="http://schemas.openxmlformats.org/drawingml/2006/main" noGrp="1"/>
          </p:cNvSpPr>
          <p:nvPr/>
        </p:nvSpPr>
        <p:spPr>
          <a:xfrm xmlns:a="http://schemas.openxmlformats.org/drawingml/2006/main">
            <a:off x="3333750" y="3781425"/>
            <a:ext cx="13430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466"/>
              </a:lnSpc>
              <a:spcBef>
                <a:spcPts val="0"/>
              </a:spcBef>
              <a:spcAft>
                <a:spcPts val="0"/>
              </a:spcAft>
              <a:defRPr sz="1275" b="0">
                <a:solidFill>
                  <a:srgbClr val="43595D"/>
                </a:solidFill>
                <a:latin typeface="Nimbus Sans"/>
                <a:ea typeface="Nimbus Sans"/>
                <a:cs typeface="Nimbus Sans"/>
              </a:defRPr>
            </a:pPr>
            <a:r>
              <a:rPr sz="1275" b="0">
                <a:solidFill>
                  <a:srgbClr val="43595D"/>
                </a:solidFill>
                <a:latin typeface="Nimbus Sans"/>
                <a:ea typeface="Nimbus Sans"/>
                <a:cs typeface="Nimbus Sans"/>
              </a:rPr>
              <a:t>bound bytes</a:t>
            </a:r>
          </a:p>
        </p:txBody>
      </p:sp>
      <p:cxnSp>
        <p:nvCxnSpPr>
          <p:cNvPr id="23" name="S12_save_edge_1" descr="DATA: completed result">
            <a:extLst>
              <a:ext uri="urn:g6b3r1:native-source:v1">
                <g6:source xmlns:g6="urn:g6b3r1:native-source:v1">{"alt":"DATA: completed result","color":"#176B68","h":0,"head":"triangle","id":"S12_save_edge_1","kind":"arrow","reading_order":21,"relation_type":"DATA","source_id":"S12_save_1","stroke_width":2,"target_id":"S12_save_2","w":149,"x":785,"y":479}</g6:source>
              </a:ext>
            </a:extLst>
          </p:cNvPr>
          <p:cNvCxnSpPr>
            <a:stCxn xmlns:a="http://schemas.openxmlformats.org/drawingml/2006/main" id="17" idx="3"/>
            <a:endCxn xmlns:a="http://schemas.openxmlformats.org/drawingml/2006/main" id="19" idx="1"/>
          </p:cNvCxnSpPr>
          <p:nvPr/>
        </p:nvCxnSpPr>
        <p:spPr>
          <a:xfrm xmlns:a="http://schemas.openxmlformats.org/drawingml/2006/main" rot="0" flipH="0" flipV="0">
            <a:off x="7477125" y="4562475"/>
            <a:ext cx="1419225" cy="0"/>
          </a:xfrm>
          <a:prstGeom xmlns:a="http://schemas.openxmlformats.org/drawingml/2006/main" prst="straightConnector1">
            <a:avLst/>
          </a:prstGeom>
          <a:ln xmlns:a="http://schemas.openxmlformats.org/drawingml/2006/main" w="19050">
            <a:solidFill>
              <a:srgbClr val="176B68"/>
            </a:solidFill>
            <a:tailEnd type="triangle" w="med" len="med"/>
          </a:ln>
        </p:spPr>
      </p:cxnSp>
      <p:sp>
        <p:nvSpPr>
          <p:cNvPr id="24" name="S12_save_edge_1_label" descr="save edge 1 label">
            <a:extLst xmlns:a="http://schemas.openxmlformats.org/drawingml/2006/main">
              <a:ext uri="{FF2B5EF4-FFF2-40B4-BE49-F238E27FC236}">
                <a16:creationId xmlns:a16="http://schemas.microsoft.com/office/drawing/2014/main" id="{1BF01DE6-F2C2-5364-8361-480507A0BBD7}"/>
              </a:ext>
              <a:ext uri="urn:g6b3r1:native-source:v1">
                <g6:source xmlns:g6="urn:g6b3r1:native-source:v1">{"alt":"save edge 1 label","bold":false,"color":"#43595D","font_px":17,"h":78,"id":"S12_save_edge_1_label","kind":"text","line_height_px":19.549999999999997,"reading_order":22,"text":"completed result","w":141,"x":789,"y":397}</g6:source>
              </a:ext>
            </a:extLst>
          </p:cNvPr>
          <p:cNvSpPr>
            <a:spLocks xmlns:a="http://schemas.openxmlformats.org/drawingml/2006/main" noGrp="1"/>
          </p:cNvSpPr>
          <p:nvPr/>
        </p:nvSpPr>
        <p:spPr>
          <a:xfrm xmlns:a="http://schemas.openxmlformats.org/drawingml/2006/main">
            <a:off x="7515225" y="3781425"/>
            <a:ext cx="13430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466"/>
              </a:lnSpc>
              <a:spcBef>
                <a:spcPts val="0"/>
              </a:spcBef>
              <a:spcAft>
                <a:spcPts val="0"/>
              </a:spcAft>
              <a:defRPr sz="1275" b="0">
                <a:solidFill>
                  <a:srgbClr val="43595D"/>
                </a:solidFill>
                <a:latin typeface="Nimbus Sans"/>
                <a:ea typeface="Nimbus Sans"/>
                <a:cs typeface="Nimbus Sans"/>
              </a:defRPr>
            </a:pPr>
            <a:r>
              <a:rPr sz="1275" b="0">
                <a:solidFill>
                  <a:srgbClr val="43595D"/>
                </a:solidFill>
                <a:latin typeface="Nimbus Sans"/>
                <a:ea typeface="Nimbus Sans"/>
                <a:cs typeface="Nimbus Sans"/>
              </a:rPr>
              <a:t>completed result</a:t>
            </a:r>
          </a:p>
        </p:txBody>
      </p:sp>
      <p:sp>
        <p:nvSpPr>
          <p:cNvPr id="25" name="S12_cleanup" descr="cleanup">
            <a:extLst xmlns:a="http://schemas.openxmlformats.org/drawingml/2006/main">
              <a:ext uri="{FF2B5EF4-FFF2-40B4-BE49-F238E27FC236}">
                <a16:creationId xmlns:a16="http://schemas.microsoft.com/office/drawing/2014/main" id="{CAA35166-94EC-57ED-A2A9-174A25CBE56C}"/>
              </a:ext>
              <a:ext uri="urn:g6b3r1:native-source:v1">
                <g6:source xmlns:g6="urn:g6b3r1:native-source:v1">{"alt":"cleanup","bold":false,"color":"#16282B","font_px":21,"h":56,"id":"S12_cleanup","kind":"text","line_height_px":24.15,"reading_order":23,"text":"RESOURCE END: owner-lifecycle cleanup. Audio ALREADY_EXITED, no graceful receipt.\nHISTORICAL EWS3: separate summary, later SUMMARY_ONLY descent and fresh Root review.","w":1160,"x":56,"y":540}</g6:source>
              </a:ext>
            </a:extLst>
          </p:cNvPr>
          <p:cNvSpPr>
            <a:spLocks xmlns:a="http://schemas.openxmlformats.org/drawingml/2006/main" noGrp="1"/>
          </p:cNvSpPr>
          <p:nvPr/>
        </p:nvSpPr>
        <p:spPr>
          <a:xfrm xmlns:a="http://schemas.openxmlformats.org/drawingml/2006/main">
            <a:off x="533400" y="514350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811"/>
              </a:lnSpc>
              <a:spcBef>
                <a:spcPts val="0"/>
              </a:spcBef>
              <a:spcAft>
                <a:spcPts val="0"/>
              </a:spcAft>
              <a:defRPr sz="1575" b="0">
                <a:solidFill>
                  <a:srgbClr val="16282B"/>
                </a:solidFill>
                <a:latin typeface="Nimbus Sans"/>
                <a:ea typeface="Nimbus Sans"/>
                <a:cs typeface="Nimbus Sans"/>
              </a:defRPr>
            </a:pPr>
            <a:r>
              <a:rPr sz="1575" b="0">
                <a:solidFill>
                  <a:srgbClr val="16282B"/>
                </a:solidFill>
                <a:latin typeface="Nimbus Sans"/>
                <a:ea typeface="Nimbus Sans"/>
                <a:cs typeface="Nimbus Sans"/>
              </a:rPr>
              <a:t>RESOURCE END: owner-lifecycle cleanup. Audio ALREADY_EXITED, no graceful receipt.</a:t>
            </a:r>
          </a:p>
          <a:p xmlns:a="http://schemas.openxmlformats.org/drawingml/2006/main">
            <a:pPr algn="l">
              <a:lnSpc>
                <a:spcPts val="1811"/>
              </a:lnSpc>
              <a:spcBef>
                <a:spcPts val="0"/>
              </a:spcBef>
              <a:spcAft>
                <a:spcPts val="0"/>
              </a:spcAft>
              <a:defRPr sz="1575" b="0">
                <a:solidFill>
                  <a:srgbClr val="16282B"/>
                </a:solidFill>
                <a:latin typeface="Nimbus Sans"/>
                <a:ea typeface="Nimbus Sans"/>
                <a:cs typeface="Nimbus Sans"/>
              </a:defRPr>
            </a:pPr>
            <a:r>
              <a:rPr sz="1575" b="0">
                <a:solidFill>
                  <a:srgbClr val="16282B"/>
                </a:solidFill>
                <a:latin typeface="Nimbus Sans"/>
                <a:ea typeface="Nimbus Sans"/>
                <a:cs typeface="Nimbus Sans"/>
              </a:rPr>
              <a:t>HISTORICAL EWS3: separate summary, later SUMMARY_ONLY descent and fresh Root review.</a:t>
            </a:r>
          </a:p>
        </p:txBody>
      </p:sp>
      <p:sp>
        <p:nvSpPr>
          <p:cNvPr id="26" name="S12_qualification" descr="qualification">
            <a:extLst xmlns:a="http://schemas.openxmlformats.org/drawingml/2006/main">
              <a:ext uri="{FF2B5EF4-FFF2-40B4-BE49-F238E27FC236}">
                <a16:creationId xmlns:a16="http://schemas.microsoft.com/office/drawing/2014/main" id="{59DDF710-11FF-5C5B-BFD3-3EAF374D09DE}"/>
              </a:ext>
              <a:ext uri="urn:g6b3r1:native-source:v1">
                <g6:source xmlns:g6="urn:g6b3r1:native-source:v1">{"alt":"qualification","bold":false,"color":"#43595D","font_px":23,"h":58,"id":"S12_qualification","kind":"text","line_height_px":26.45,"reading_order":24,"text":"Save precedes recorded closure chronologically. The receipt does not command cleanup or authorize another\nwrite.","w":1162,"x":56,"y":596}</g6:source>
              </a:ext>
            </a:extLst>
          </p:cNvPr>
          <p:cNvSpPr>
            <a:spLocks xmlns:a="http://schemas.openxmlformats.org/drawingml/2006/main" noGrp="1"/>
          </p:cNvSpPr>
          <p:nvPr/>
        </p:nvSpPr>
        <p:spPr>
          <a:xfrm xmlns:a="http://schemas.openxmlformats.org/drawingml/2006/main">
            <a:off x="533400" y="5676900"/>
            <a:ext cx="11068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984"/>
              </a:lnSpc>
              <a:spcBef>
                <a:spcPts val="0"/>
              </a:spcBef>
              <a:spcAft>
                <a:spcPts val="0"/>
              </a:spcAft>
              <a:defRPr sz="1725" b="0">
                <a:solidFill>
                  <a:srgbClr val="43595D"/>
                </a:solidFill>
                <a:latin typeface="Nimbus Sans"/>
                <a:ea typeface="Nimbus Sans"/>
                <a:cs typeface="Nimbus Sans"/>
              </a:defRPr>
            </a:pPr>
            <a:r>
              <a:rPr sz="1725" b="0">
                <a:solidFill>
                  <a:srgbClr val="43595D"/>
                </a:solidFill>
                <a:latin typeface="Nimbus Sans"/>
                <a:ea typeface="Nimbus Sans"/>
                <a:cs typeface="Nimbus Sans"/>
              </a:rPr>
              <a:t>Save precedes recorded closure chronologically. The receipt does not command cleanup or authorize another</a:t>
            </a:r>
          </a:p>
          <a:p xmlns:a="http://schemas.openxmlformats.org/drawingml/2006/main">
            <a:pPr algn="l">
              <a:lnSpc>
                <a:spcPts val="1984"/>
              </a:lnSpc>
              <a:spcBef>
                <a:spcPts val="0"/>
              </a:spcBef>
              <a:spcAft>
                <a:spcPts val="0"/>
              </a:spcAft>
              <a:defRPr sz="1725" b="0">
                <a:solidFill>
                  <a:srgbClr val="43595D"/>
                </a:solidFill>
                <a:latin typeface="Nimbus Sans"/>
                <a:ea typeface="Nimbus Sans"/>
                <a:cs typeface="Nimbus Sans"/>
              </a:defRPr>
            </a:pPr>
            <a:r>
              <a:rPr sz="1725" b="0">
                <a:solidFill>
                  <a:srgbClr val="43595D"/>
                </a:solidFill>
                <a:latin typeface="Nimbus Sans"/>
                <a:ea typeface="Nimbus Sans"/>
                <a:cs typeface="Nimbus Sans"/>
              </a:rPr>
              <a:t>write.</a:t>
            </a:r>
          </a:p>
        </p:txBody>
      </p:sp>
      <p:sp>
        <p:nvSpPr>
          <p:cNvPr id="27" name="S12_rule" descr="rule">
            <a:extLst xmlns:a="http://schemas.openxmlformats.org/drawingml/2006/main">
              <a:ext uri="{FF2B5EF4-FFF2-40B4-BE49-F238E27FC236}">
                <a16:creationId xmlns:a16="http://schemas.microsoft.com/office/drawing/2014/main" id="{EE1498B3-2702-5CA7-A2B1-BA2C7F2840CF}"/>
              </a:ext>
              <a:ext uri="urn:g6b3r1:native-source:v1">
                <g6:source xmlns:g6="urn:g6b3r1:native-source:v1">{"alt":"rule","color":"#B8C8C6","h":0,"id":"S12_rule","kind":"line","reading_order":25,"stroke_width":1,"w":1162,"x":56,"y":671}</g6:source>
              </a:ext>
            </a:extLst>
          </p:cNvPr>
          <p:cNvSpPr>
            <a:spLocks xmlns:a="http://schemas.openxmlformats.org/drawingml/2006/main" noGrp="1"/>
          </p:cNvSpPr>
          <p:nvPr/>
        </p:nvSpPr>
        <p:spPr>
          <a:xfrm xmlns:a="http://schemas.openxmlformats.org/drawingml/2006/main" flipH="0" flipV="0" rot="0">
            <a:off x="533400" y="6391275"/>
            <a:ext cx="11068050" cy="0"/>
          </a:xfrm>
          <a:prstGeom xmlns:a="http://schemas.openxmlformats.org/drawingml/2006/main" prst="line">
            <a:avLst/>
          </a:prstGeom>
          <a:noFill xmlns:a="http://schemas.openxmlformats.org/drawingml/2006/main"/>
          <a:ln xmlns:a="http://schemas.openxmlformats.org/drawingml/2006/main" w="9525">
            <a:solidFill>
              <a:srgbClr val="B8C8C6"/>
            </a:solidFill>
          </a:ln>
        </p:spPr>
      </p:sp>
      <p:sp>
        <p:nvSpPr>
          <p:cNvPr id="28" name="S12_source_link" descr="source link">
            <a:hlinkClick r:id="g6b3r1Link27"/>
            <a:extLst xmlns:a="http://schemas.openxmlformats.org/drawingml/2006/main">
              <a:ext uri="{FF2B5EF4-FFF2-40B4-BE49-F238E27FC236}">
                <a16:creationId xmlns:a16="http://schemas.microsoft.com/office/drawing/2014/main" id="{B0349417-2469-5F1F-9F90-AADB77BB0EE6}"/>
              </a:ext>
              <a:ext uri="urn:g6b3r1:native-source:v1">
                <g6:source xmlns:g6="urn:g6b3r1:native-source:v1">{"alt":"source link","bold":false,"color":"#315E8B","font_px":18,"h":27,"id":"S12_source_link","kind":"text","line_height_px":20.7,"link_target":"../references/ews/source_ledger.json","reading_order":26,"text":"S12 Source: ews","w":560,"x":56,"y":685}</g6:source>
              </a:ext>
            </a:extLst>
          </p:cNvPr>
          <p:cNvSpPr>
            <a:spLocks xmlns:a="http://schemas.openxmlformats.org/drawingml/2006/main" noGrp="1"/>
          </p:cNvSpPr>
          <p:nvPr/>
        </p:nvSpPr>
        <p:spPr>
          <a:xfrm xmlns:a="http://schemas.openxmlformats.org/drawingml/2006/main">
            <a:off x="533400" y="6524625"/>
            <a:ext cx="5334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553"/>
              </a:lnSpc>
              <a:spcBef>
                <a:spcPts val="0"/>
              </a:spcBef>
              <a:spcAft>
                <a:spcPts val="0"/>
              </a:spcAft>
              <a:defRPr sz="1350" b="0">
                <a:solidFill>
                  <a:srgbClr val="315E8B"/>
                </a:solidFill>
                <a:latin typeface="Nimbus Sans"/>
                <a:ea typeface="Nimbus Sans"/>
                <a:cs typeface="Nimbus Sans"/>
              </a:defRPr>
            </a:pPr>
            <a:r>
              <a:rPr sz="1350" b="0">
                <a:solidFill>
                  <a:srgbClr val="315E8B"/>
                </a:solidFill>
                <a:latin typeface="Nimbus Sans"/>
                <a:ea typeface="Nimbus Sans"/>
                <a:cs typeface="Nimbus Sans"/>
              </a:rPr>
              <a:t>S12 Source: ews</a:t>
            </a:r>
          </a:p>
        </p:txBody>
      </p:sp>
      <p:sp>
        <p:nvSpPr>
          <p:cNvPr id="29" name="S12_atlas_locator" descr="atlas locator">
            <a:hlinkClick r:id="g6b3r1Link28"/>
            <a:extLst xmlns:a="http://schemas.openxmlformats.org/drawingml/2006/main">
              <a:ext uri="{FF2B5EF4-FFF2-40B4-BE49-F238E27FC236}">
                <a16:creationId xmlns:a16="http://schemas.microsoft.com/office/drawing/2014/main" id="{66B48AFB-536B-50B1-8B1D-86FA37DC3E8C}"/>
              </a:ext>
              <a:ext uri="urn:g6b3r1:native-source:v1">
                <g6:source xmlns:g6="urn:g6b3r1:native-source:v1">{"alt":"atlas locator","bold":false,"color":"#315E8B","font_px":17,"h":27,"id":"S12_atlas_locator","kind":"text","line_height_px":19.549999999999997,"link_target":"../atlas/README.html","reading_order":27,"text":"Atlas: Overview / GEO 1 2 3 4 5 6 7","w":560,"x":660,"y":685}</g6:source>
              </a:ext>
            </a:extLst>
          </p:cNvPr>
          <p:cNvSpPr>
            <a:spLocks xmlns:a="http://schemas.openxmlformats.org/drawingml/2006/main" noGrp="1"/>
          </p:cNvSpPr>
          <p:nvPr/>
        </p:nvSpPr>
        <p:spPr>
          <a:xfrm xmlns:a="http://schemas.openxmlformats.org/drawingml/2006/main">
            <a:off x="6286500" y="6524625"/>
            <a:ext cx="5334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466"/>
              </a:lnSpc>
              <a:spcBef>
                <a:spcPts val="0"/>
              </a:spcBef>
              <a:spcAft>
                <a:spcPts val="0"/>
              </a:spcAft>
              <a:defRPr sz="1275" b="0">
                <a:solidFill>
                  <a:srgbClr val="315E8B"/>
                </a:solidFill>
                <a:latin typeface="Nimbus Sans"/>
                <a:ea typeface="Nimbus Sans"/>
                <a:cs typeface="Nimbus Sans"/>
              </a:defRPr>
            </a:pPr>
            <a:r>
              <a:rPr sz="1275" b="0">
                <a:solidFill>
                  <a:srgbClr val="315E8B"/>
                </a:solidFill>
                <a:latin typeface="Nimbus Sans"/>
                <a:ea typeface="Nimbus Sans"/>
                <a:cs typeface="Nimbus Sans"/>
              </a:rPr>
              <a:t>Atlas: Overview / GEO 1 2 3 4 5 6 7</a:t>
            </a:r>
          </a:p>
        </p:txBody>
      </p:sp>
    </p:spTree>
    <p:extLst>
      <p:ext uri="{BB962C8B-B14F-4D97-AF65-F5344CB8AC3E}">
        <p14:creationId xmlns:p14="http://schemas.microsoft.com/office/powerpoint/2010/main" val="326698388"/>
      </p:ext>
      <p:ext uri="urn:g6b3r1:native-source:v1">
        <g6:source xmlns:g6="urn:g6b3r1:native-source:v1">{"id":"S12","notes_en":"RECORDED EWS3R2 PRINCIPAL LANE  /  Separate clocks below, no receipt-controlled cleanup\n\nThe photo result survives a media change RECORDED EWS3R2 PRINCIPAL LANE / Separate clocks below, no receipt-controlled cleanup Audio loss return code -9 Old packet refused fresh observation Affected media 4 to 16 frames changed-source data new current basis RETAINED PHOTO Same state and preview SHA. Producer count remains 3. Separate save decision / packet Actual write 250-byte sidecar Write receipt evidence bound bytes completed result RESOURCE END: owner-lifecycle cleanup. Audio ALREADY_EXITED, no graceful receipt. HISTORICAL EWS3: separate summary, later SUMMARY_ONLY descent and fresh Root review. Save precedes recorded closure chronologically. The receipt does not command cleanup or authorize another write.\n\nThis is an editorial explanation of the named recorded or conceptual scope, not a new runtime result. Follow the source references for exact fields and limitations. B5 and final publication are not performed.","notes_ru":"Основной EWS: аудио завершается с -9, старый пакет не допускается, новые наблюдения позволяют продолжить медиа. Фото сохраняется. Сохранение и уборка ресурсов имеют разные основания.","reading_order":["S12_title","S12_scope","S12_media_0","S12_media_0_label","S12_media_1","S12_media_1_label","S12_media_2","S12_media_2_label","S12_media_edge_0","S12_media_edge_0_label","S12_media_edge_1","S12_media_edge_1_label","S12_photo","S12_save_0","S12_save_0_label","S12_save_1","S12_save_1_label","S12_save_2","S12_save_2_label","S12_save_edge_0","S12_save_edge_0_label","S12_save_edge_1","S12_save_edge_1_label","S12_cleanup","S12_qualification","S12_rule","S12_source_link","S12_atlas_locator"],"relations":[{"id":"S12_media_edge_0","item":"changed-source data","relation":"DATA","source":"ENV","source_object":"S12_media_0","target":"CURRENTNESS","target_object":"S12_media_1"},{"id":"S12_media_edge_1","item":"new current basis","relation":"DATA","source":"CURRENTNESS","source_object":"S12_media_1","target":"WORK","target_object":"S12_media_2"},{"id":"S12_save_edge_0","item":"bound bytes","relation":"PERMISSION","source":"ROOT","source_object":"S12_save_0","target":"EXECUTOR","target_object":"S12_save_1"},{"id":"S12_save_edge_1","item":"completed result","relation":"DATA","source":"EXECUTOR","source_object":"S12_save_1","target":"RECEIPT","target_object":"S12_save_2"}],"scope":"RECORDED EWS3R2 PRINCIPAL LANE  /  Separate clocks below, no receipt-controlled cleanup","source_refs":[{"label":"ews","target":"../references/ews/source_ledger.json"},{"label":"chapter","target":"../chapters/09_workspace.html"}],"title":"The photo result survives a media change"}</g6:source>
      </p:ext>
    </p:extLst>
  </p:cSld>
</p:sld>
</file>

<file path=ppt/slides/slide13.xml><?xml version="1.0" encoding="utf-8"?>
<p:sld xmlns:p="http://schemas.openxmlformats.org/presentationml/2006/main" xmlns:a="http://schemas.openxmlformats.org/drawingml/2006/main" xmlns:r="http://schemas.openxmlformats.org/officeDocument/2006/relationships">
  <p:cSld name="S13">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13_title" descr="title">
            <a:extLst xmlns:a="http://schemas.openxmlformats.org/drawingml/2006/main">
              <a:ext uri="{FF2B5EF4-FFF2-40B4-BE49-F238E27FC236}">
                <a16:creationId xmlns:a16="http://schemas.microsoft.com/office/drawing/2014/main" id="{82C6EC63-161E-57F3-8C03-AC935B5D84C9}"/>
              </a:ext>
              <a:ext uri="urn:g6b3r1:native-source:v1">
                <g6:source xmlns:g6="urn:g6b3r1:native-source:v1">{"alt":"title","bold":true,"color":"#16282B","font_px":42,"h":75,"id":"S13_title","kind":"text","line_height_px":48.3,"reading_order":0,"text":"Different cases expose different relations","w":1170,"x":54,"y":36}</g6:source>
              </a:ext>
            </a:extLst>
          </p:cNvPr>
          <p:cNvSpPr>
            <a:spLocks xmlns:a="http://schemas.openxmlformats.org/drawingml/2006/main" noGrp="1"/>
          </p:cNvSpPr>
          <p:nvPr/>
        </p:nvSpPr>
        <p:spPr>
          <a:xfrm xmlns:a="http://schemas.openxmlformats.org/drawingml/2006/main">
            <a:off x="514350" y="342900"/>
            <a:ext cx="11144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3623"/>
              </a:lnSpc>
              <a:spcBef>
                <a:spcPts val="0"/>
              </a:spcBef>
              <a:spcAft>
                <a:spcPts val="0"/>
              </a:spcAft>
              <a:defRPr sz="3150" b="1">
                <a:solidFill>
                  <a:srgbClr val="16282B"/>
                </a:solidFill>
                <a:latin typeface="Nimbus Sans"/>
                <a:ea typeface="Nimbus Sans"/>
                <a:cs typeface="Nimbus Sans"/>
              </a:defRPr>
            </a:pPr>
            <a:r>
              <a:rPr sz="3150" b="1">
                <a:solidFill>
                  <a:srgbClr val="16282B"/>
                </a:solidFill>
                <a:latin typeface="Nimbus Sans"/>
                <a:ea typeface="Nimbus Sans"/>
                <a:cs typeface="Nimbus Sans"/>
              </a:rPr>
              <a:t>Different cases expose different relations</a:t>
            </a:r>
          </a:p>
        </p:txBody>
      </p:sp>
      <p:sp>
        <p:nvSpPr>
          <p:cNvPr id="3" name="S13_scope" descr="scope">
            <a:extLst xmlns:a="http://schemas.openxmlformats.org/drawingml/2006/main">
              <a:ext uri="{FF2B5EF4-FFF2-40B4-BE49-F238E27FC236}">
                <a16:creationId xmlns:a16="http://schemas.microsoft.com/office/drawing/2014/main" id="{B5E09AA7-F0EB-54BB-A4DA-DBF97F57831F}"/>
              </a:ext>
              <a:ext uri="urn:g6b3r1:native-source:v1">
                <g6:source xmlns:g6="urn:g6b3r1:native-source:v1">{"alt":"scope","bold":false,"color":"#43595D","font_px":23,"h":54,"id":"S13_scope","kind":"text","line_height_px":26.45,"reading_order":1,"text":"SELECTED MATRIX CELLS / Ten cases, ten relations in the linked full matrix","w":1160,"x":56,"y":113}</g6:source>
              </a:ext>
            </a:extLst>
          </p:cNvPr>
          <p:cNvSpPr>
            <a:spLocks xmlns:a="http://schemas.openxmlformats.org/drawingml/2006/main" noGrp="1"/>
          </p:cNvSpPr>
          <p:nvPr/>
        </p:nvSpPr>
        <p:spPr>
          <a:xfrm xmlns:a="http://schemas.openxmlformats.org/drawingml/2006/main">
            <a:off x="533400" y="1076325"/>
            <a:ext cx="1104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984"/>
              </a:lnSpc>
              <a:spcBef>
                <a:spcPts val="0"/>
              </a:spcBef>
              <a:spcAft>
                <a:spcPts val="0"/>
              </a:spcAft>
              <a:defRPr sz="1725" b="0">
                <a:solidFill>
                  <a:srgbClr val="43595D"/>
                </a:solidFill>
                <a:latin typeface="Nimbus Sans"/>
                <a:ea typeface="Nimbus Sans"/>
                <a:cs typeface="Nimbus Sans"/>
              </a:defRPr>
            </a:pPr>
            <a:r>
              <a:rPr sz="1725" b="0">
                <a:solidFill>
                  <a:srgbClr val="43595D"/>
                </a:solidFill>
                <a:latin typeface="Nimbus Sans"/>
                <a:ea typeface="Nimbus Sans"/>
                <a:cs typeface="Nimbus Sans"/>
              </a:rPr>
              <a:t>SELECTED MATRIX CELLS / Ten cases, ten relations in the linked full matrix</a:t>
            </a:r>
          </a:p>
        </p:txBody>
      </p:sp>
      <p:sp>
        <p:nvSpPr>
          <p:cNvPr id="4" name="S13_case0" descr="case0">
            <a:extLst xmlns:a="http://schemas.openxmlformats.org/drawingml/2006/main">
              <a:ext uri="{FF2B5EF4-FFF2-40B4-BE49-F238E27FC236}">
                <a16:creationId xmlns:a16="http://schemas.microsoft.com/office/drawing/2014/main" id="{E6CAA483-8DBE-59B5-A8CF-DA3B2F07637B}"/>
              </a:ext>
              <a:ext uri="urn:g6b3r1:native-source:v1">
                <g6:source xmlns:g6="urn:g6b3r1:native-source:v1">{"alt":"case0","bold":true,"color":"#16282B","font_px":27,"h":58,"id":"S13_case0","kind":"text","line_height_px":31.049999999999997,"reading_order":2,"text":"Wedding","w":210,"x":56,"y":204}</g6:source>
              </a:ext>
            </a:extLst>
          </p:cNvPr>
          <p:cNvSpPr>
            <a:spLocks xmlns:a="http://schemas.openxmlformats.org/drawingml/2006/main" noGrp="1"/>
          </p:cNvSpPr>
          <p:nvPr/>
        </p:nvSpPr>
        <p:spPr>
          <a:xfrm xmlns:a="http://schemas.openxmlformats.org/drawingml/2006/main">
            <a:off x="533400" y="1943100"/>
            <a:ext cx="200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329"/>
              </a:lnSpc>
              <a:spcBef>
                <a:spcPts val="0"/>
              </a:spcBef>
              <a:spcAft>
                <a:spcPts val="0"/>
              </a:spcAft>
              <a:defRPr sz="2025" b="1">
                <a:solidFill>
                  <a:srgbClr val="16282B"/>
                </a:solidFill>
                <a:latin typeface="Nimbus Sans"/>
                <a:ea typeface="Nimbus Sans"/>
                <a:cs typeface="Nimbus Sans"/>
              </a:defRPr>
            </a:pPr>
            <a:r>
              <a:rPr sz="2025" b="1">
                <a:solidFill>
                  <a:srgbClr val="16282B"/>
                </a:solidFill>
                <a:latin typeface="Nimbus Sans"/>
                <a:ea typeface="Nimbus Sans"/>
                <a:cs typeface="Nimbus Sans"/>
              </a:rPr>
              <a:t>Wedding</a:t>
            </a:r>
          </a:p>
        </p:txBody>
      </p:sp>
      <p:sp>
        <p:nvSpPr>
          <p:cNvPr id="5" name="S13_relation0" descr="relation0">
            <a:extLst xmlns:a="http://schemas.openxmlformats.org/drawingml/2006/main">
              <a:ext uri="{FF2B5EF4-FFF2-40B4-BE49-F238E27FC236}">
                <a16:creationId xmlns:a16="http://schemas.microsoft.com/office/drawing/2014/main" id="{3FF30248-BC3E-5515-A2E9-B3EB9890B479}"/>
              </a:ext>
              <a:ext uri="urn:g6b3r1:native-source:v1">
                <g6:source xmlns:g6="urn:g6b3r1:native-source:v1">{"alt":"relation0","bold":false,"color":"#176B68","font_px":25,"h":58,"id":"S13_relation0","kind":"text","line_height_px":28.749999999999996,"reading_order":3,"text":"Returned semantics","w":345,"x":285,"y":204}</g6:source>
              </a:ext>
            </a:extLst>
          </p:cNvPr>
          <p:cNvSpPr>
            <a:spLocks xmlns:a="http://schemas.openxmlformats.org/drawingml/2006/main" noGrp="1"/>
          </p:cNvSpPr>
          <p:nvPr/>
        </p:nvSpPr>
        <p:spPr>
          <a:xfrm xmlns:a="http://schemas.openxmlformats.org/drawingml/2006/main">
            <a:off x="2714625" y="1943100"/>
            <a:ext cx="3286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156"/>
              </a:lnSpc>
              <a:spcBef>
                <a:spcPts val="0"/>
              </a:spcBef>
              <a:spcAft>
                <a:spcPts val="0"/>
              </a:spcAft>
              <a:defRPr sz="1875" b="0">
                <a:solidFill>
                  <a:srgbClr val="176B68"/>
                </a:solidFill>
                <a:latin typeface="Nimbus Sans"/>
                <a:ea typeface="Nimbus Sans"/>
                <a:cs typeface="Nimbus Sans"/>
              </a:defRPr>
            </a:pPr>
            <a:r>
              <a:rPr sz="1875" b="0">
                <a:solidFill>
                  <a:srgbClr val="176B68"/>
                </a:solidFill>
                <a:latin typeface="Nimbus Sans"/>
                <a:ea typeface="Nimbus Sans"/>
                <a:cs typeface="Nimbus Sans"/>
              </a:rPr>
              <a:t>Returned semantics</a:t>
            </a:r>
          </a:p>
        </p:txBody>
      </p:sp>
      <p:sp>
        <p:nvSpPr>
          <p:cNvPr id="6" name="S13_value0" descr="value0">
            <a:extLst xmlns:a="http://schemas.openxmlformats.org/drawingml/2006/main">
              <a:ext uri="{FF2B5EF4-FFF2-40B4-BE49-F238E27FC236}">
                <a16:creationId xmlns:a16="http://schemas.microsoft.com/office/drawing/2014/main" id="{0492B036-CCEA-5683-90E5-C55713FEC240}"/>
              </a:ext>
              <a:ext uri="urn:g6b3r1:native-source:v1">
                <g6:source xmlns:g6="urn:g6b3r1:native-source:v1">{"alt":"value0","bold":false,"color":"#16282B","font_px":25,"h":60,"id":"S13_value0","kind":"text","line_height_px":28.749999999999996,"reading_order":4,"text":"Typed amendment changes consumed Work","w":560,"x":650,"y":204}</g6:source>
              </a:ext>
            </a:extLst>
          </p:cNvPr>
          <p:cNvSpPr>
            <a:spLocks xmlns:a="http://schemas.openxmlformats.org/drawingml/2006/main" noGrp="1"/>
          </p:cNvSpPr>
          <p:nvPr/>
        </p:nvSpPr>
        <p:spPr>
          <a:xfrm xmlns:a="http://schemas.openxmlformats.org/drawingml/2006/main">
            <a:off x="6191250" y="1943100"/>
            <a:ext cx="5334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156"/>
              </a:lnSpc>
              <a:spcBef>
                <a:spcPts val="0"/>
              </a:spcBef>
              <a:spcAft>
                <a:spcPts val="0"/>
              </a:spcAft>
              <a:defRPr sz="1875" b="0">
                <a:solidFill>
                  <a:srgbClr val="16282B"/>
                </a:solidFill>
                <a:latin typeface="Nimbus Sans"/>
                <a:ea typeface="Nimbus Sans"/>
                <a:cs typeface="Nimbus Sans"/>
              </a:defRPr>
            </a:pPr>
            <a:r>
              <a:rPr sz="1875" b="0">
                <a:solidFill>
                  <a:srgbClr val="16282B"/>
                </a:solidFill>
                <a:latin typeface="Nimbus Sans"/>
                <a:ea typeface="Nimbus Sans"/>
                <a:cs typeface="Nimbus Sans"/>
              </a:rPr>
              <a:t>Typed amendment changes consumed Work</a:t>
            </a:r>
          </a:p>
        </p:txBody>
      </p:sp>
      <p:sp>
        <p:nvSpPr>
          <p:cNvPr id="7" name="S13_case1" descr="case1">
            <a:extLst xmlns:a="http://schemas.openxmlformats.org/drawingml/2006/main">
              <a:ext uri="{FF2B5EF4-FFF2-40B4-BE49-F238E27FC236}">
                <a16:creationId xmlns:a16="http://schemas.microsoft.com/office/drawing/2014/main" id="{2C8E95EF-B93E-5A94-9912-3325D8ABED09}"/>
              </a:ext>
              <a:ext uri="urn:g6b3r1:native-source:v1">
                <g6:source xmlns:g6="urn:g6b3r1:native-source:v1">{"alt":"case1","bold":true,"color":"#16282B","font_px":27,"h":58,"id":"S13_case1","kind":"text","line_height_px":31.049999999999997,"reading_order":5,"text":"EWS","w":210,"x":56,"y":275}</g6:source>
              </a:ext>
            </a:extLst>
          </p:cNvPr>
          <p:cNvSpPr>
            <a:spLocks xmlns:a="http://schemas.openxmlformats.org/drawingml/2006/main" noGrp="1"/>
          </p:cNvSpPr>
          <p:nvPr/>
        </p:nvSpPr>
        <p:spPr>
          <a:xfrm xmlns:a="http://schemas.openxmlformats.org/drawingml/2006/main">
            <a:off x="533400" y="2619375"/>
            <a:ext cx="200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329"/>
              </a:lnSpc>
              <a:spcBef>
                <a:spcPts val="0"/>
              </a:spcBef>
              <a:spcAft>
                <a:spcPts val="0"/>
              </a:spcAft>
              <a:defRPr sz="2025" b="1">
                <a:solidFill>
                  <a:srgbClr val="16282B"/>
                </a:solidFill>
                <a:latin typeface="Nimbus Sans"/>
                <a:ea typeface="Nimbus Sans"/>
                <a:cs typeface="Nimbus Sans"/>
              </a:defRPr>
            </a:pPr>
            <a:r>
              <a:rPr sz="2025" b="1">
                <a:solidFill>
                  <a:srgbClr val="16282B"/>
                </a:solidFill>
                <a:latin typeface="Nimbus Sans"/>
                <a:ea typeface="Nimbus Sans"/>
                <a:cs typeface="Nimbus Sans"/>
              </a:rPr>
              <a:t>EWS</a:t>
            </a:r>
          </a:p>
        </p:txBody>
      </p:sp>
      <p:sp>
        <p:nvSpPr>
          <p:cNvPr id="8" name="S13_relation1" descr="relation1">
            <a:extLst xmlns:a="http://schemas.openxmlformats.org/drawingml/2006/main">
              <a:ext uri="{FF2B5EF4-FFF2-40B4-BE49-F238E27FC236}">
                <a16:creationId xmlns:a16="http://schemas.microsoft.com/office/drawing/2014/main" id="{B6A3EA19-01B7-52E1-B58F-486B3464E9F6}"/>
              </a:ext>
              <a:ext uri="urn:g6b3r1:native-source:v1">
                <g6:source xmlns:g6="urn:g6b3r1:native-source:v1">{"alt":"relation1","bold":false,"color":"#176B68","font_px":25,"h":58,"id":"S13_relation1","kind":"text","line_height_px":28.749999999999996,"reading_order":6,"text":"Selective continuity","w":345,"x":285,"y":275}</g6:source>
              </a:ext>
            </a:extLst>
          </p:cNvPr>
          <p:cNvSpPr>
            <a:spLocks xmlns:a="http://schemas.openxmlformats.org/drawingml/2006/main" noGrp="1"/>
          </p:cNvSpPr>
          <p:nvPr/>
        </p:nvSpPr>
        <p:spPr>
          <a:xfrm xmlns:a="http://schemas.openxmlformats.org/drawingml/2006/main">
            <a:off x="2714625" y="2619375"/>
            <a:ext cx="3286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156"/>
              </a:lnSpc>
              <a:spcBef>
                <a:spcPts val="0"/>
              </a:spcBef>
              <a:spcAft>
                <a:spcPts val="0"/>
              </a:spcAft>
              <a:defRPr sz="1875" b="0">
                <a:solidFill>
                  <a:srgbClr val="176B68"/>
                </a:solidFill>
                <a:latin typeface="Nimbus Sans"/>
                <a:ea typeface="Nimbus Sans"/>
                <a:cs typeface="Nimbus Sans"/>
              </a:defRPr>
            </a:pPr>
            <a:r>
              <a:rPr sz="1875" b="0">
                <a:solidFill>
                  <a:srgbClr val="176B68"/>
                </a:solidFill>
                <a:latin typeface="Nimbus Sans"/>
                <a:ea typeface="Nimbus Sans"/>
                <a:cs typeface="Nimbus Sans"/>
              </a:rPr>
              <a:t>Selective continuity</a:t>
            </a:r>
          </a:p>
        </p:txBody>
      </p:sp>
      <p:sp>
        <p:nvSpPr>
          <p:cNvPr id="9" name="S13_value1" descr="value1">
            <a:extLst xmlns:a="http://schemas.openxmlformats.org/drawingml/2006/main">
              <a:ext uri="{FF2B5EF4-FFF2-40B4-BE49-F238E27FC236}">
                <a16:creationId xmlns:a16="http://schemas.microsoft.com/office/drawing/2014/main" id="{E4A2E8D6-44FF-5DCE-89B9-9C88DD6A85D2}"/>
              </a:ext>
              <a:ext uri="urn:g6b3r1:native-source:v1">
                <g6:source xmlns:g6="urn:g6b3r1:native-source:v1">{"alt":"value1","bold":false,"color":"#16282B","font_px":25,"h":60,"id":"S13_value1","kind":"text","line_height_px":28.749999999999996,"reading_order":7,"text":"Media changes; photo bytes remain","w":560,"x":650,"y":275}</g6:source>
              </a:ext>
            </a:extLst>
          </p:cNvPr>
          <p:cNvSpPr>
            <a:spLocks xmlns:a="http://schemas.openxmlformats.org/drawingml/2006/main" noGrp="1"/>
          </p:cNvSpPr>
          <p:nvPr/>
        </p:nvSpPr>
        <p:spPr>
          <a:xfrm xmlns:a="http://schemas.openxmlformats.org/drawingml/2006/main">
            <a:off x="6191250" y="2619375"/>
            <a:ext cx="5334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156"/>
              </a:lnSpc>
              <a:spcBef>
                <a:spcPts val="0"/>
              </a:spcBef>
              <a:spcAft>
                <a:spcPts val="0"/>
              </a:spcAft>
              <a:defRPr sz="1875" b="0">
                <a:solidFill>
                  <a:srgbClr val="16282B"/>
                </a:solidFill>
                <a:latin typeface="Nimbus Sans"/>
                <a:ea typeface="Nimbus Sans"/>
                <a:cs typeface="Nimbus Sans"/>
              </a:defRPr>
            </a:pPr>
            <a:r>
              <a:rPr sz="1875" b="0">
                <a:solidFill>
                  <a:srgbClr val="16282B"/>
                </a:solidFill>
                <a:latin typeface="Nimbus Sans"/>
                <a:ea typeface="Nimbus Sans"/>
                <a:cs typeface="Nimbus Sans"/>
              </a:rPr>
              <a:t>Media changes; photo bytes remain</a:t>
            </a:r>
          </a:p>
        </p:txBody>
      </p:sp>
      <p:sp>
        <p:nvSpPr>
          <p:cNvPr id="10" name="S13_case2" descr="case2">
            <a:extLst xmlns:a="http://schemas.openxmlformats.org/drawingml/2006/main">
              <a:ext uri="{FF2B5EF4-FFF2-40B4-BE49-F238E27FC236}">
                <a16:creationId xmlns:a16="http://schemas.microsoft.com/office/drawing/2014/main" id="{4EE12129-05EB-53F0-85DC-5F8D42129FF7}"/>
              </a:ext>
              <a:ext uri="urn:g6b3r1:native-source:v1">
                <g6:source xmlns:g6="urn:g6b3r1:native-source:v1">{"alt":"case2","bold":true,"color":"#16282B","font_px":27,"h":58,"id":"S13_case2","kind":"text","line_height_px":31.049999999999997,"reading_order":8,"text":"Football","w":210,"x":56,"y":346}</g6:source>
              </a:ext>
            </a:extLst>
          </p:cNvPr>
          <p:cNvSpPr>
            <a:spLocks xmlns:a="http://schemas.openxmlformats.org/drawingml/2006/main" noGrp="1"/>
          </p:cNvSpPr>
          <p:nvPr/>
        </p:nvSpPr>
        <p:spPr>
          <a:xfrm xmlns:a="http://schemas.openxmlformats.org/drawingml/2006/main">
            <a:off x="533400" y="3295650"/>
            <a:ext cx="200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329"/>
              </a:lnSpc>
              <a:spcBef>
                <a:spcPts val="0"/>
              </a:spcBef>
              <a:spcAft>
                <a:spcPts val="0"/>
              </a:spcAft>
              <a:defRPr sz="2025" b="1">
                <a:solidFill>
                  <a:srgbClr val="16282B"/>
                </a:solidFill>
                <a:latin typeface="Nimbus Sans"/>
                <a:ea typeface="Nimbus Sans"/>
                <a:cs typeface="Nimbus Sans"/>
              </a:defRPr>
            </a:pPr>
            <a:r>
              <a:rPr sz="2025" b="1">
                <a:solidFill>
                  <a:srgbClr val="16282B"/>
                </a:solidFill>
                <a:latin typeface="Nimbus Sans"/>
                <a:ea typeface="Nimbus Sans"/>
                <a:cs typeface="Nimbus Sans"/>
              </a:rPr>
              <a:t>Football</a:t>
            </a:r>
          </a:p>
        </p:txBody>
      </p:sp>
      <p:sp>
        <p:nvSpPr>
          <p:cNvPr id="11" name="S13_relation2" descr="relation2">
            <a:extLst xmlns:a="http://schemas.openxmlformats.org/drawingml/2006/main">
              <a:ext uri="{FF2B5EF4-FFF2-40B4-BE49-F238E27FC236}">
                <a16:creationId xmlns:a16="http://schemas.microsoft.com/office/drawing/2014/main" id="{50E04080-FE15-54D1-82BB-DFC1B01BE2F4}"/>
              </a:ext>
              <a:ext uri="urn:g6b3r1:native-source:v1">
                <g6:source xmlns:g6="urn:g6b3r1:native-source:v1">{"alt":"relation2","bold":false,"color":"#176B68","font_px":25,"h":58,"id":"S13_relation2","kind":"text","line_height_px":28.749999999999996,"reading_order":9,"text":"Independent owners","w":345,"x":285,"y":346}</g6:source>
              </a:ext>
            </a:extLst>
          </p:cNvPr>
          <p:cNvSpPr>
            <a:spLocks xmlns:a="http://schemas.openxmlformats.org/drawingml/2006/main" noGrp="1"/>
          </p:cNvSpPr>
          <p:nvPr/>
        </p:nvSpPr>
        <p:spPr>
          <a:xfrm xmlns:a="http://schemas.openxmlformats.org/drawingml/2006/main">
            <a:off x="2714625" y="3295650"/>
            <a:ext cx="3286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156"/>
              </a:lnSpc>
              <a:spcBef>
                <a:spcPts val="0"/>
              </a:spcBef>
              <a:spcAft>
                <a:spcPts val="0"/>
              </a:spcAft>
              <a:defRPr sz="1875" b="0">
                <a:solidFill>
                  <a:srgbClr val="176B68"/>
                </a:solidFill>
                <a:latin typeface="Nimbus Sans"/>
                <a:ea typeface="Nimbus Sans"/>
                <a:cs typeface="Nimbus Sans"/>
              </a:defRPr>
            </a:pPr>
            <a:r>
              <a:rPr sz="1875" b="0">
                <a:solidFill>
                  <a:srgbClr val="176B68"/>
                </a:solidFill>
                <a:latin typeface="Nimbus Sans"/>
                <a:ea typeface="Nimbus Sans"/>
                <a:cs typeface="Nimbus Sans"/>
              </a:rPr>
              <a:t>Independent owners</a:t>
            </a:r>
          </a:p>
        </p:txBody>
      </p:sp>
      <p:sp>
        <p:nvSpPr>
          <p:cNvPr id="12" name="S13_value2" descr="value2">
            <a:extLst xmlns:a="http://schemas.openxmlformats.org/drawingml/2006/main">
              <a:ext uri="{FF2B5EF4-FFF2-40B4-BE49-F238E27FC236}">
                <a16:creationId xmlns:a16="http://schemas.microsoft.com/office/drawing/2014/main" id="{18543A2F-3217-5BE9-8CAE-7F43E60951B8}"/>
              </a:ext>
              <a:ext uri="urn:g6b3r1:native-source:v1">
                <g6:source xmlns:g6="urn:g6b3r1:native-source:v1">{"alt":"value2","bold":false,"color":"#16282B","font_px":25,"h":60,"id":"S13_value2","kind":"text","line_height_px":28.749999999999996,"reading_order":10,"text":"Checked offer is input, not BOOK permission","w":560,"x":650,"y":346}</g6:source>
              </a:ext>
            </a:extLst>
          </p:cNvPr>
          <p:cNvSpPr>
            <a:spLocks xmlns:a="http://schemas.openxmlformats.org/drawingml/2006/main" noGrp="1"/>
          </p:cNvSpPr>
          <p:nvPr/>
        </p:nvSpPr>
        <p:spPr>
          <a:xfrm xmlns:a="http://schemas.openxmlformats.org/drawingml/2006/main">
            <a:off x="6191250" y="3295650"/>
            <a:ext cx="5334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156"/>
              </a:lnSpc>
              <a:spcBef>
                <a:spcPts val="0"/>
              </a:spcBef>
              <a:spcAft>
                <a:spcPts val="0"/>
              </a:spcAft>
              <a:defRPr sz="1875" b="0">
                <a:solidFill>
                  <a:srgbClr val="16282B"/>
                </a:solidFill>
                <a:latin typeface="Nimbus Sans"/>
                <a:ea typeface="Nimbus Sans"/>
                <a:cs typeface="Nimbus Sans"/>
              </a:defRPr>
            </a:pPr>
            <a:r>
              <a:rPr sz="1875" b="0">
                <a:solidFill>
                  <a:srgbClr val="16282B"/>
                </a:solidFill>
                <a:latin typeface="Nimbus Sans"/>
                <a:ea typeface="Nimbus Sans"/>
                <a:cs typeface="Nimbus Sans"/>
              </a:rPr>
              <a:t>Checked offer is input, not BOOK permission</a:t>
            </a:r>
          </a:p>
        </p:txBody>
      </p:sp>
      <p:sp>
        <p:nvSpPr>
          <p:cNvPr id="13" name="S13_case3" descr="case3">
            <a:extLst xmlns:a="http://schemas.openxmlformats.org/drawingml/2006/main">
              <a:ext uri="{FF2B5EF4-FFF2-40B4-BE49-F238E27FC236}">
                <a16:creationId xmlns:a16="http://schemas.microsoft.com/office/drawing/2014/main" id="{8F658FCE-85D4-54BB-875F-8416ABE049BE}"/>
              </a:ext>
              <a:ext uri="urn:g6b3r1:native-source:v1">
                <g6:source xmlns:g6="urn:g6b3r1:native-source:v1">{"alt":"case3","bold":true,"color":"#16282B","font_px":27,"h":58,"id":"S13_case3","kind":"text","line_height_px":31.049999999999997,"reading_order":11,"text":"G3 / G4","w":210,"x":56,"y":417}</g6:source>
              </a:ext>
            </a:extLst>
          </p:cNvPr>
          <p:cNvSpPr>
            <a:spLocks xmlns:a="http://schemas.openxmlformats.org/drawingml/2006/main" noGrp="1"/>
          </p:cNvSpPr>
          <p:nvPr/>
        </p:nvSpPr>
        <p:spPr>
          <a:xfrm xmlns:a="http://schemas.openxmlformats.org/drawingml/2006/main">
            <a:off x="533400" y="3971925"/>
            <a:ext cx="200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329"/>
              </a:lnSpc>
              <a:spcBef>
                <a:spcPts val="0"/>
              </a:spcBef>
              <a:spcAft>
                <a:spcPts val="0"/>
              </a:spcAft>
              <a:defRPr sz="2025" b="1">
                <a:solidFill>
                  <a:srgbClr val="16282B"/>
                </a:solidFill>
                <a:latin typeface="Nimbus Sans"/>
                <a:ea typeface="Nimbus Sans"/>
                <a:cs typeface="Nimbus Sans"/>
              </a:defRPr>
            </a:pPr>
            <a:r>
              <a:rPr sz="2025" b="1">
                <a:solidFill>
                  <a:srgbClr val="16282B"/>
                </a:solidFill>
                <a:latin typeface="Nimbus Sans"/>
                <a:ea typeface="Nimbus Sans"/>
                <a:cs typeface="Nimbus Sans"/>
              </a:rPr>
              <a:t>G3 / G4</a:t>
            </a:r>
          </a:p>
        </p:txBody>
      </p:sp>
      <p:sp>
        <p:nvSpPr>
          <p:cNvPr id="14" name="S13_relation3" descr="relation3">
            <a:extLst xmlns:a="http://schemas.openxmlformats.org/drawingml/2006/main">
              <a:ext uri="{FF2B5EF4-FFF2-40B4-BE49-F238E27FC236}">
                <a16:creationId xmlns:a16="http://schemas.microsoft.com/office/drawing/2014/main" id="{2214A3D0-1D8A-5B1F-B504-BDBE1D4D433B}"/>
              </a:ext>
              <a:ext uri="urn:g6b3r1:native-source:v1">
                <g6:source xmlns:g6="urn:g6b3r1:native-source:v1">{"alt":"relation3","bold":false,"color":"#176B68","font_px":25,"h":58,"id":"S13_relation3","kind":"text","line_height_px":28.749999999999996,"reading_order":12,"text":"Experience and expenditure","w":345,"x":285,"y":417}</g6:source>
              </a:ext>
            </a:extLst>
          </p:cNvPr>
          <p:cNvSpPr>
            <a:spLocks xmlns:a="http://schemas.openxmlformats.org/drawingml/2006/main" noGrp="1"/>
          </p:cNvSpPr>
          <p:nvPr/>
        </p:nvSpPr>
        <p:spPr>
          <a:xfrm xmlns:a="http://schemas.openxmlformats.org/drawingml/2006/main">
            <a:off x="2714625" y="3971925"/>
            <a:ext cx="3286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156"/>
              </a:lnSpc>
              <a:spcBef>
                <a:spcPts val="0"/>
              </a:spcBef>
              <a:spcAft>
                <a:spcPts val="0"/>
              </a:spcAft>
              <a:defRPr sz="1875" b="0">
                <a:solidFill>
                  <a:srgbClr val="176B68"/>
                </a:solidFill>
                <a:latin typeface="Nimbus Sans"/>
                <a:ea typeface="Nimbus Sans"/>
                <a:cs typeface="Nimbus Sans"/>
              </a:defRPr>
            </a:pPr>
            <a:r>
              <a:rPr sz="1875" b="0">
                <a:solidFill>
                  <a:srgbClr val="176B68"/>
                </a:solidFill>
                <a:latin typeface="Nimbus Sans"/>
                <a:ea typeface="Nimbus Sans"/>
                <a:cs typeface="Nimbus Sans"/>
              </a:rPr>
              <a:t>Experience and expenditure</a:t>
            </a:r>
          </a:p>
        </p:txBody>
      </p:sp>
      <p:sp>
        <p:nvSpPr>
          <p:cNvPr id="15" name="S13_value3" descr="value3">
            <a:extLst xmlns:a="http://schemas.openxmlformats.org/drawingml/2006/main">
              <a:ext uri="{FF2B5EF4-FFF2-40B4-BE49-F238E27FC236}">
                <a16:creationId xmlns:a16="http://schemas.microsoft.com/office/drawing/2014/main" id="{72D950ED-315B-50AA-B981-A8E15F3B9972}"/>
              </a:ext>
              <a:ext uri="urn:g6b3r1:native-source:v1">
                <g6:source xmlns:g6="urn:g6b3r1:native-source:v1">{"alt":"value3","bold":false,"color":"#16282B","font_px":25,"h":60,"id":"S13_value3","kind":"text","line_height_px":28.749999999999996,"reading_order":13,"text":"Current eligible history changes allocation","w":560,"x":650,"y":417}</g6:source>
              </a:ext>
            </a:extLst>
          </p:cNvPr>
          <p:cNvSpPr>
            <a:spLocks xmlns:a="http://schemas.openxmlformats.org/drawingml/2006/main" noGrp="1"/>
          </p:cNvSpPr>
          <p:nvPr/>
        </p:nvSpPr>
        <p:spPr>
          <a:xfrm xmlns:a="http://schemas.openxmlformats.org/drawingml/2006/main">
            <a:off x="6191250" y="3971925"/>
            <a:ext cx="5334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156"/>
              </a:lnSpc>
              <a:spcBef>
                <a:spcPts val="0"/>
              </a:spcBef>
              <a:spcAft>
                <a:spcPts val="0"/>
              </a:spcAft>
              <a:defRPr sz="1875" b="0">
                <a:solidFill>
                  <a:srgbClr val="16282B"/>
                </a:solidFill>
                <a:latin typeface="Nimbus Sans"/>
                <a:ea typeface="Nimbus Sans"/>
                <a:cs typeface="Nimbus Sans"/>
              </a:defRPr>
            </a:pPr>
            <a:r>
              <a:rPr sz="1875" b="0">
                <a:solidFill>
                  <a:srgbClr val="16282B"/>
                </a:solidFill>
                <a:latin typeface="Nimbus Sans"/>
                <a:ea typeface="Nimbus Sans"/>
                <a:cs typeface="Nimbus Sans"/>
              </a:rPr>
              <a:t>Current eligible history changes allocation</a:t>
            </a:r>
          </a:p>
        </p:txBody>
      </p:sp>
      <p:sp>
        <p:nvSpPr>
          <p:cNvPr id="16" name="S13_case4" descr="case4">
            <a:extLst xmlns:a="http://schemas.openxmlformats.org/drawingml/2006/main">
              <a:ext uri="{FF2B5EF4-FFF2-40B4-BE49-F238E27FC236}">
                <a16:creationId xmlns:a16="http://schemas.microsoft.com/office/drawing/2014/main" id="{BA2655B0-FC34-5415-963C-C1248AA4E0B1}"/>
              </a:ext>
              <a:ext uri="urn:g6b3r1:native-source:v1">
                <g6:source xmlns:g6="urn:g6b3r1:native-source:v1">{"alt":"case4","bold":true,"color":"#16282B","font_px":27,"h":58,"id":"S13_case4","kind":"text","line_height_px":31.049999999999997,"reading_order":14,"text":"Authoring","w":210,"x":56,"y":488}</g6:source>
              </a:ext>
            </a:extLst>
          </p:cNvPr>
          <p:cNvSpPr>
            <a:spLocks xmlns:a="http://schemas.openxmlformats.org/drawingml/2006/main" noGrp="1"/>
          </p:cNvSpPr>
          <p:nvPr/>
        </p:nvSpPr>
        <p:spPr>
          <a:xfrm xmlns:a="http://schemas.openxmlformats.org/drawingml/2006/main">
            <a:off x="533400" y="4648200"/>
            <a:ext cx="200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329"/>
              </a:lnSpc>
              <a:spcBef>
                <a:spcPts val="0"/>
              </a:spcBef>
              <a:spcAft>
                <a:spcPts val="0"/>
              </a:spcAft>
              <a:defRPr sz="2025" b="1">
                <a:solidFill>
                  <a:srgbClr val="16282B"/>
                </a:solidFill>
                <a:latin typeface="Nimbus Sans"/>
                <a:ea typeface="Nimbus Sans"/>
                <a:cs typeface="Nimbus Sans"/>
              </a:defRPr>
            </a:pPr>
            <a:r>
              <a:rPr sz="2025" b="1">
                <a:solidFill>
                  <a:srgbClr val="16282B"/>
                </a:solidFill>
                <a:latin typeface="Nimbus Sans"/>
                <a:ea typeface="Nimbus Sans"/>
                <a:cs typeface="Nimbus Sans"/>
              </a:rPr>
              <a:t>Authoring</a:t>
            </a:r>
          </a:p>
        </p:txBody>
      </p:sp>
      <p:sp>
        <p:nvSpPr>
          <p:cNvPr id="17" name="S13_relation4" descr="relation4">
            <a:extLst xmlns:a="http://schemas.openxmlformats.org/drawingml/2006/main">
              <a:ext uri="{FF2B5EF4-FFF2-40B4-BE49-F238E27FC236}">
                <a16:creationId xmlns:a16="http://schemas.microsoft.com/office/drawing/2014/main" id="{FB335033-0A95-5091-82C9-0BAE753CB225}"/>
              </a:ext>
              <a:ext uri="urn:g6b3r1:native-source:v1">
                <g6:source xmlns:g6="urn:g6b3r1:native-source:v1">{"alt":"relation4","bold":false,"color":"#176B68","font_px":25,"h":58,"id":"S13_relation4","kind":"text","line_height_px":28.749999999999996,"reading_order":15,"text":"Creation and admission","w":345,"x":285,"y":488}</g6:source>
              </a:ext>
            </a:extLst>
          </p:cNvPr>
          <p:cNvSpPr>
            <a:spLocks xmlns:a="http://schemas.openxmlformats.org/drawingml/2006/main" noGrp="1"/>
          </p:cNvSpPr>
          <p:nvPr/>
        </p:nvSpPr>
        <p:spPr>
          <a:xfrm xmlns:a="http://schemas.openxmlformats.org/drawingml/2006/main">
            <a:off x="2714625" y="4648200"/>
            <a:ext cx="3286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156"/>
              </a:lnSpc>
              <a:spcBef>
                <a:spcPts val="0"/>
              </a:spcBef>
              <a:spcAft>
                <a:spcPts val="0"/>
              </a:spcAft>
              <a:defRPr sz="1875" b="0">
                <a:solidFill>
                  <a:srgbClr val="176B68"/>
                </a:solidFill>
                <a:latin typeface="Nimbus Sans"/>
                <a:ea typeface="Nimbus Sans"/>
                <a:cs typeface="Nimbus Sans"/>
              </a:defRPr>
            </a:pPr>
            <a:r>
              <a:rPr sz="1875" b="0">
                <a:solidFill>
                  <a:srgbClr val="176B68"/>
                </a:solidFill>
                <a:latin typeface="Nimbus Sans"/>
                <a:ea typeface="Nimbus Sans"/>
                <a:cs typeface="Nimbus Sans"/>
              </a:rPr>
              <a:t>Creation and admission</a:t>
            </a:r>
          </a:p>
        </p:txBody>
      </p:sp>
      <p:sp>
        <p:nvSpPr>
          <p:cNvPr id="18" name="S13_value4" descr="value4">
            <a:extLst xmlns:a="http://schemas.openxmlformats.org/drawingml/2006/main">
              <a:ext uri="{FF2B5EF4-FFF2-40B4-BE49-F238E27FC236}">
                <a16:creationId xmlns:a16="http://schemas.microsoft.com/office/drawing/2014/main" id="{5C2A314E-A669-5874-B74E-D0637A548F35}"/>
              </a:ext>
              <a:ext uri="urn:g6b3r1:native-source:v1">
                <g6:source xmlns:g6="urn:g6b3r1:native-source:v1">{"alt":"value4","bold":false,"color":"#16282B","font_px":25,"h":60,"id":"S13_value4","kind":"text","line_height_px":28.749999999999996,"reading_order":16,"text":"Exam evidence precedes owner source operation","w":560,"x":650,"y":488}</g6:source>
              </a:ext>
            </a:extLst>
          </p:cNvPr>
          <p:cNvSpPr>
            <a:spLocks xmlns:a="http://schemas.openxmlformats.org/drawingml/2006/main" noGrp="1"/>
          </p:cNvSpPr>
          <p:nvPr/>
        </p:nvSpPr>
        <p:spPr>
          <a:xfrm xmlns:a="http://schemas.openxmlformats.org/drawingml/2006/main">
            <a:off x="6191250" y="4648200"/>
            <a:ext cx="5334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156"/>
              </a:lnSpc>
              <a:spcBef>
                <a:spcPts val="0"/>
              </a:spcBef>
              <a:spcAft>
                <a:spcPts val="0"/>
              </a:spcAft>
              <a:defRPr sz="1875" b="0">
                <a:solidFill>
                  <a:srgbClr val="16282B"/>
                </a:solidFill>
                <a:latin typeface="Nimbus Sans"/>
                <a:ea typeface="Nimbus Sans"/>
                <a:cs typeface="Nimbus Sans"/>
              </a:defRPr>
            </a:pPr>
            <a:r>
              <a:rPr sz="1875" b="0">
                <a:solidFill>
                  <a:srgbClr val="16282B"/>
                </a:solidFill>
                <a:latin typeface="Nimbus Sans"/>
                <a:ea typeface="Nimbus Sans"/>
                <a:cs typeface="Nimbus Sans"/>
              </a:rPr>
              <a:t>Exam evidence precedes owner source operation</a:t>
            </a:r>
          </a:p>
        </p:txBody>
      </p:sp>
      <p:sp>
        <p:nvSpPr>
          <p:cNvPr id="19" name="S13_qualification" descr="qualification">
            <a:extLst xmlns:a="http://schemas.openxmlformats.org/drawingml/2006/main">
              <a:ext uri="{FF2B5EF4-FFF2-40B4-BE49-F238E27FC236}">
                <a16:creationId xmlns:a16="http://schemas.microsoft.com/office/drawing/2014/main" id="{D38C56FD-98BB-5227-AB0F-633819BDB938}"/>
              </a:ext>
              <a:ext uri="urn:g6b3r1:native-source:v1">
                <g6:source xmlns:g6="urn:g6b3r1:native-source:v1">{"alt":"qualification","bold":false,"color":"#43595D","font_px":23,"h":58,"id":"S13_qualification","kind":"text","line_height_px":26.45,"reading_order":17,"text":"Each cell carries its own source, selector, method and limit. Related examples did not execute as one composite\ntransaction.","w":1162,"x":56,"y":596}</g6:source>
              </a:ext>
            </a:extLst>
          </p:cNvPr>
          <p:cNvSpPr>
            <a:spLocks xmlns:a="http://schemas.openxmlformats.org/drawingml/2006/main" noGrp="1"/>
          </p:cNvSpPr>
          <p:nvPr/>
        </p:nvSpPr>
        <p:spPr>
          <a:xfrm xmlns:a="http://schemas.openxmlformats.org/drawingml/2006/main">
            <a:off x="533400" y="5676900"/>
            <a:ext cx="11068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984"/>
              </a:lnSpc>
              <a:spcBef>
                <a:spcPts val="0"/>
              </a:spcBef>
              <a:spcAft>
                <a:spcPts val="0"/>
              </a:spcAft>
              <a:defRPr sz="1725" b="0">
                <a:solidFill>
                  <a:srgbClr val="43595D"/>
                </a:solidFill>
                <a:latin typeface="Nimbus Sans"/>
                <a:ea typeface="Nimbus Sans"/>
                <a:cs typeface="Nimbus Sans"/>
              </a:defRPr>
            </a:pPr>
            <a:r>
              <a:rPr sz="1725" b="0">
                <a:solidFill>
                  <a:srgbClr val="43595D"/>
                </a:solidFill>
                <a:latin typeface="Nimbus Sans"/>
                <a:ea typeface="Nimbus Sans"/>
                <a:cs typeface="Nimbus Sans"/>
              </a:rPr>
              <a:t>Each cell carries its own source, selector, method and limit. Related examples did not execute as one composite</a:t>
            </a:r>
          </a:p>
          <a:p xmlns:a="http://schemas.openxmlformats.org/drawingml/2006/main">
            <a:pPr algn="l">
              <a:lnSpc>
                <a:spcPts val="1984"/>
              </a:lnSpc>
              <a:spcBef>
                <a:spcPts val="0"/>
              </a:spcBef>
              <a:spcAft>
                <a:spcPts val="0"/>
              </a:spcAft>
              <a:defRPr sz="1725" b="0">
                <a:solidFill>
                  <a:srgbClr val="43595D"/>
                </a:solidFill>
                <a:latin typeface="Nimbus Sans"/>
                <a:ea typeface="Nimbus Sans"/>
                <a:cs typeface="Nimbus Sans"/>
              </a:defRPr>
            </a:pPr>
            <a:r>
              <a:rPr sz="1725" b="0">
                <a:solidFill>
                  <a:srgbClr val="43595D"/>
                </a:solidFill>
                <a:latin typeface="Nimbus Sans"/>
                <a:ea typeface="Nimbus Sans"/>
                <a:cs typeface="Nimbus Sans"/>
              </a:rPr>
              <a:t>transaction.</a:t>
            </a:r>
          </a:p>
        </p:txBody>
      </p:sp>
      <p:sp>
        <p:nvSpPr>
          <p:cNvPr id="20" name="S13_rule" descr="rule">
            <a:extLst xmlns:a="http://schemas.openxmlformats.org/drawingml/2006/main">
              <a:ext uri="{FF2B5EF4-FFF2-40B4-BE49-F238E27FC236}">
                <a16:creationId xmlns:a16="http://schemas.microsoft.com/office/drawing/2014/main" id="{A71D9E35-681C-5A91-9D11-3C8756D4A908}"/>
              </a:ext>
              <a:ext uri="urn:g6b3r1:native-source:v1">
                <g6:source xmlns:g6="urn:g6b3r1:native-source:v1">{"alt":"rule","color":"#B8C8C6","h":0,"id":"S13_rule","kind":"line","reading_order":18,"stroke_width":1,"w":1162,"x":56,"y":671}</g6:source>
              </a:ext>
            </a:extLst>
          </p:cNvPr>
          <p:cNvSpPr>
            <a:spLocks xmlns:a="http://schemas.openxmlformats.org/drawingml/2006/main" noGrp="1"/>
          </p:cNvSpPr>
          <p:nvPr/>
        </p:nvSpPr>
        <p:spPr>
          <a:xfrm xmlns:a="http://schemas.openxmlformats.org/drawingml/2006/main" flipH="0" flipV="0" rot="0">
            <a:off x="533400" y="6391275"/>
            <a:ext cx="11068050" cy="0"/>
          </a:xfrm>
          <a:prstGeom xmlns:a="http://schemas.openxmlformats.org/drawingml/2006/main" prst="line">
            <a:avLst/>
          </a:prstGeom>
          <a:noFill xmlns:a="http://schemas.openxmlformats.org/drawingml/2006/main"/>
          <a:ln xmlns:a="http://schemas.openxmlformats.org/drawingml/2006/main" w="9525">
            <a:solidFill>
              <a:srgbClr val="B8C8C6"/>
            </a:solidFill>
          </a:ln>
        </p:spPr>
      </p:sp>
      <p:sp>
        <p:nvSpPr>
          <p:cNvPr id="21" name="S13_source_link" descr="source link">
            <a:hlinkClick r:id="g6b3r1Link20"/>
            <a:extLst xmlns:a="http://schemas.openxmlformats.org/drawingml/2006/main">
              <a:ext uri="{FF2B5EF4-FFF2-40B4-BE49-F238E27FC236}">
                <a16:creationId xmlns:a16="http://schemas.microsoft.com/office/drawing/2014/main" id="{C1290A7D-D8DA-55B3-BD77-7C9575A1250B}"/>
              </a:ext>
              <a:ext uri="urn:g6b3r1:native-source:v1">
                <g6:source xmlns:g6="urn:g6b3r1:native-source:v1">{"alt":"source link","bold":false,"color":"#315E8B","font_px":18,"h":27,"id":"S13_source_link","kind":"text","line_height_px":20.7,"link_target":"../corpus/case_property_matrix.json","reading_order":19,"text":"S13 Source: cases","w":560,"x":56,"y":685}</g6:source>
              </a:ext>
            </a:extLst>
          </p:cNvPr>
          <p:cNvSpPr>
            <a:spLocks xmlns:a="http://schemas.openxmlformats.org/drawingml/2006/main" noGrp="1"/>
          </p:cNvSpPr>
          <p:nvPr/>
        </p:nvSpPr>
        <p:spPr>
          <a:xfrm xmlns:a="http://schemas.openxmlformats.org/drawingml/2006/main">
            <a:off x="533400" y="6524625"/>
            <a:ext cx="5334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553"/>
              </a:lnSpc>
              <a:spcBef>
                <a:spcPts val="0"/>
              </a:spcBef>
              <a:spcAft>
                <a:spcPts val="0"/>
              </a:spcAft>
              <a:defRPr sz="1350" b="0">
                <a:solidFill>
                  <a:srgbClr val="315E8B"/>
                </a:solidFill>
                <a:latin typeface="Nimbus Sans"/>
                <a:ea typeface="Nimbus Sans"/>
                <a:cs typeface="Nimbus Sans"/>
              </a:defRPr>
            </a:pPr>
            <a:r>
              <a:rPr sz="1350" b="0">
                <a:solidFill>
                  <a:srgbClr val="315E8B"/>
                </a:solidFill>
                <a:latin typeface="Nimbus Sans"/>
                <a:ea typeface="Nimbus Sans"/>
                <a:cs typeface="Nimbus Sans"/>
              </a:rPr>
              <a:t>S13 Source: cases</a:t>
            </a:r>
          </a:p>
        </p:txBody>
      </p:sp>
      <p:sp>
        <p:nvSpPr>
          <p:cNvPr id="22" name="S13_atlas_locator" descr="atlas locator">
            <a:hlinkClick r:id="g6b3r1Link21"/>
            <a:extLst xmlns:a="http://schemas.openxmlformats.org/drawingml/2006/main">
              <a:ext uri="{FF2B5EF4-FFF2-40B4-BE49-F238E27FC236}">
                <a16:creationId xmlns:a16="http://schemas.microsoft.com/office/drawing/2014/main" id="{68247605-543E-590A-B949-E44326E19967}"/>
              </a:ext>
              <a:ext uri="urn:g6b3r1:native-source:v1">
                <g6:source xmlns:g6="urn:g6b3r1:native-source:v1">{"alt":"atlas locator","bold":false,"color":"#315E8B","font_px":17,"h":27,"id":"S13_atlas_locator","kind":"text","line_height_px":19.549999999999997,"link_target":"../atlas/README.html","reading_order":20,"text":"Atlas: Overview / GEO 1 2 3 4 5 6 7","w":560,"x":660,"y":685}</g6:source>
              </a:ext>
            </a:extLst>
          </p:cNvPr>
          <p:cNvSpPr>
            <a:spLocks xmlns:a="http://schemas.openxmlformats.org/drawingml/2006/main" noGrp="1"/>
          </p:cNvSpPr>
          <p:nvPr/>
        </p:nvSpPr>
        <p:spPr>
          <a:xfrm xmlns:a="http://schemas.openxmlformats.org/drawingml/2006/main">
            <a:off x="6286500" y="6524625"/>
            <a:ext cx="5334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466"/>
              </a:lnSpc>
              <a:spcBef>
                <a:spcPts val="0"/>
              </a:spcBef>
              <a:spcAft>
                <a:spcPts val="0"/>
              </a:spcAft>
              <a:defRPr sz="1275" b="0">
                <a:solidFill>
                  <a:srgbClr val="315E8B"/>
                </a:solidFill>
                <a:latin typeface="Nimbus Sans"/>
                <a:ea typeface="Nimbus Sans"/>
                <a:cs typeface="Nimbus Sans"/>
              </a:defRPr>
            </a:pPr>
            <a:r>
              <a:rPr sz="1275" b="0">
                <a:solidFill>
                  <a:srgbClr val="315E8B"/>
                </a:solidFill>
                <a:latin typeface="Nimbus Sans"/>
                <a:ea typeface="Nimbus Sans"/>
                <a:cs typeface="Nimbus Sans"/>
              </a:rPr>
              <a:t>Atlas: Overview / GEO 1 2 3 4 5 6 7</a:t>
            </a:r>
          </a:p>
        </p:txBody>
      </p:sp>
    </p:spTree>
    <p:extLst>
      <p:ext uri="{BB962C8B-B14F-4D97-AF65-F5344CB8AC3E}">
        <p14:creationId xmlns:p14="http://schemas.microsoft.com/office/powerpoint/2010/main" val="2237919849"/>
      </p:ext>
      <p:ext uri="urn:g6b3r1:native-source:v1">
        <g6:source xmlns:g6="urn:g6b3r1:native-source:v1">{"id":"S13","notes_en":"SELECTED MATRIX CELLS  /  Ten cases, ten relations in the linked full matrix\n\nDifferent cases expose different relations SELECTED MATRIX CELLS / Ten cases, ten relations in the linked full matrix Wedding Returned semantics Typed amendment changes consumed Work EWS Selective continuity Media changes; photo bytes remain Football Independent owners Checked offer is input, not BOOK permission G3 / G4 Experience and expenditure Current eligible history changes allocation Authoring Creation and admission Exam evidence precedes owner source operation Each cell carries its own source, selector, method and limit. Related examples did not execute as one composite transaction.\n\nThis is an editorial explanation of the named recorded or conceptual scope, not a new runtime result. Follow the source references for exact fields and limitations. B5 and final publication are not performed.","notes_ru":"Таблица сопоставляет архитектурные отношения, а не десять одинаковых успехов. Непоказанная связь остаётся не показанной; это не доказательство отсутствия механизма.","reading_order":["S13_title","S13_scope","S13_case0","S13_relation0","S13_value0","S13_case1","S13_relation1","S13_value1","S13_case2","S13_relation2","S13_value2","S13_case3","S13_relation3","S13_value3","S13_case4","S13_relation4","S13_value4","S13_qualification","S13_rule","S13_source_link","S13_atlas_locator"],"relations":[],"scope":"SELECTED MATRIX CELLS  /  Ten cases, ten relations in the linked full matrix","source_refs":[{"label":"cases","target":"../corpus/case_property_matrix.json"},{"label":"chapter","target":"../chapters/10_cross_case.html"}],"title":"Different cases expose different relations"}</g6:source>
      </p:ext>
    </p:extLst>
  </p:cSld>
</p:sld>
</file>

<file path=ppt/slides/slide14.xml><?xml version="1.0" encoding="utf-8"?>
<p:sld xmlns:p="http://schemas.openxmlformats.org/presentationml/2006/main" xmlns:a="http://schemas.openxmlformats.org/drawingml/2006/main" xmlns:r="http://schemas.openxmlformats.org/officeDocument/2006/relationships">
  <p:cSld name="S14">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14_title" descr="title">
            <a:extLst xmlns:a="http://schemas.openxmlformats.org/drawingml/2006/main">
              <a:ext uri="{FF2B5EF4-FFF2-40B4-BE49-F238E27FC236}">
                <a16:creationId xmlns:a16="http://schemas.microsoft.com/office/drawing/2014/main" id="{C3000000-A856-591F-8616-AB0687788BFD}"/>
              </a:ext>
              <a:ext uri="urn:g6b3r1:native-source:v1">
                <g6:source xmlns:g6="urn:g6b3r1:native-source:v1">{"alt":"title","bold":true,"color":"#16282B","font_px":42,"h":75,"id":"S14_title","kind":"text","line_height_px":48.3,"reading_order":0,"text":"A refused neighbor makes the boundary visible","w":1170,"x":54,"y":36}</g6:source>
              </a:ext>
            </a:extLst>
          </p:cNvPr>
          <p:cNvSpPr>
            <a:spLocks xmlns:a="http://schemas.openxmlformats.org/drawingml/2006/main" noGrp="1"/>
          </p:cNvSpPr>
          <p:nvPr/>
        </p:nvSpPr>
        <p:spPr>
          <a:xfrm xmlns:a="http://schemas.openxmlformats.org/drawingml/2006/main">
            <a:off x="514350" y="342900"/>
            <a:ext cx="11144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3623"/>
              </a:lnSpc>
              <a:spcBef>
                <a:spcPts val="0"/>
              </a:spcBef>
              <a:spcAft>
                <a:spcPts val="0"/>
              </a:spcAft>
              <a:defRPr sz="3150" b="1">
                <a:solidFill>
                  <a:srgbClr val="16282B"/>
                </a:solidFill>
                <a:latin typeface="Nimbus Sans"/>
                <a:ea typeface="Nimbus Sans"/>
                <a:cs typeface="Nimbus Sans"/>
              </a:defRPr>
            </a:pPr>
            <a:r>
              <a:rPr sz="3150" b="1">
                <a:solidFill>
                  <a:srgbClr val="16282B"/>
                </a:solidFill>
                <a:latin typeface="Nimbus Sans"/>
                <a:ea typeface="Nimbus Sans"/>
                <a:cs typeface="Nimbus Sans"/>
              </a:rPr>
              <a:t>A refused neighbor makes the boundary visible</a:t>
            </a:r>
          </a:p>
        </p:txBody>
      </p:sp>
      <p:sp>
        <p:nvSpPr>
          <p:cNvPr id="3" name="S14_scope" descr="scope">
            <a:extLst xmlns:a="http://schemas.openxmlformats.org/drawingml/2006/main">
              <a:ext uri="{FF2B5EF4-FFF2-40B4-BE49-F238E27FC236}">
                <a16:creationId xmlns:a16="http://schemas.microsoft.com/office/drawing/2014/main" id="{57B0CED2-AB17-5B86-BD46-B728643B4062}"/>
              </a:ext>
              <a:ext uri="urn:g6b3r1:native-source:v1">
                <g6:source xmlns:g6="urn:g6b3r1:native-source:v1">{"alt":"scope","bold":false,"color":"#43595D","font_px":23,"h":54,"id":"S14_scope","kind":"text","line_height_px":26.45,"reading_order":1,"text":"RECORDED INCIDENT ATLAS S1 / S4 / Controlled Water Filter operations","w":1160,"x":56,"y":113}</g6:source>
              </a:ext>
            </a:extLst>
          </p:cNvPr>
          <p:cNvSpPr>
            <a:spLocks xmlns:a="http://schemas.openxmlformats.org/drawingml/2006/main" noGrp="1"/>
          </p:cNvSpPr>
          <p:nvPr/>
        </p:nvSpPr>
        <p:spPr>
          <a:xfrm xmlns:a="http://schemas.openxmlformats.org/drawingml/2006/main">
            <a:off x="533400" y="1076325"/>
            <a:ext cx="1104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984"/>
              </a:lnSpc>
              <a:spcBef>
                <a:spcPts val="0"/>
              </a:spcBef>
              <a:spcAft>
                <a:spcPts val="0"/>
              </a:spcAft>
              <a:defRPr sz="1725" b="0">
                <a:solidFill>
                  <a:srgbClr val="43595D"/>
                </a:solidFill>
                <a:latin typeface="Nimbus Sans"/>
                <a:ea typeface="Nimbus Sans"/>
                <a:cs typeface="Nimbus Sans"/>
              </a:defRPr>
            </a:pPr>
            <a:r>
              <a:rPr sz="1725" b="0">
                <a:solidFill>
                  <a:srgbClr val="43595D"/>
                </a:solidFill>
                <a:latin typeface="Nimbus Sans"/>
                <a:ea typeface="Nimbus Sans"/>
                <a:cs typeface="Nimbus Sans"/>
              </a:rPr>
              <a:t>RECORDED INCIDENT ATLAS S1 / S4 / Controlled Water Filter operations</a:t>
            </a:r>
          </a:p>
        </p:txBody>
      </p:sp>
      <p:sp>
        <p:nvSpPr>
          <p:cNvPr id="4" name="S14_allow" descr="WORK: Supplier A&#10;permitted bounded operation">
            <a:extLst xmlns:a="http://schemas.openxmlformats.org/drawingml/2006/main">
              <a:ext uri="{FF2B5EF4-FFF2-40B4-BE49-F238E27FC236}">
                <a16:creationId xmlns:a16="http://schemas.microsoft.com/office/drawing/2014/main" id="{B39F007E-5DF2-5193-85AB-FC4F1C48923B}"/>
              </a:ext>
              <a:ext uri="urn:g6b3r1:native-source:v1">
                <g6:source xmlns:g6="urn:g6b3r1:native-source:v1">{"alt":"WORK: Supplier A\npermitted bounded operation","entity_id":"WORK","fill":"#EFF5F3","h":124,"id":"S14_allow","kind":"rect","reading_order":2,"stroke":"#176B68","stroke_width":2,"w":514,"x":56,"y":226}</g6:source>
              </a:ext>
            </a:extLst>
          </p:cNvPr>
          <p:cNvSpPr>
            <a:spLocks xmlns:a="http://schemas.openxmlformats.org/drawingml/2006/main" noGrp="1"/>
          </p:cNvSpPr>
          <p:nvPr/>
        </p:nvSpPr>
        <p:spPr>
          <a:xfrm xmlns:a="http://schemas.openxmlformats.org/drawingml/2006/main">
            <a:off x="533400" y="2152650"/>
            <a:ext cx="4895850" cy="1181100"/>
          </a:xfrm>
          <a:prstGeom xmlns:a="http://schemas.openxmlformats.org/drawingml/2006/main" prst="rect">
            <a:avLst/>
          </a:prstGeom>
          <a:solidFill xmlns:a="http://schemas.openxmlformats.org/drawingml/2006/main">
            <a:srgbClr val="EFF5F3"/>
          </a:solidFill>
          <a:ln xmlns:a="http://schemas.openxmlformats.org/drawingml/2006/main" w="19050">
            <a:solidFill>
              <a:srgbClr val="176B68"/>
            </a:solidFill>
          </a:ln>
        </p:spPr>
      </p:sp>
      <p:sp>
        <p:nvSpPr>
          <p:cNvPr id="5" name="S14_allow_label" descr="allow label">
            <a:extLst xmlns:a="http://schemas.openxmlformats.org/drawingml/2006/main">
              <a:ext uri="{FF2B5EF4-FFF2-40B4-BE49-F238E27FC236}">
                <a16:creationId xmlns:a16="http://schemas.microsoft.com/office/drawing/2014/main" id="{148DD08C-E67E-5952-81C5-704881FA8A06}"/>
              </a:ext>
              <a:ext uri="urn:g6b3r1:native-source:v1">
                <g6:source xmlns:g6="urn:g6b3r1:native-source:v1">{"alt":"allow label","bold":false,"color":"#16282B","font_px":24,"h":100,"id":"S14_allow_label","kind":"text","line_height_px":27.599999999999998,"reading_order":3,"text":"Supplier A\npermitted bounded operation","w":488,"x":69,"y":238}</g6:source>
              </a:ext>
            </a:extLst>
          </p:cNvPr>
          <p:cNvSpPr>
            <a:spLocks xmlns:a="http://schemas.openxmlformats.org/drawingml/2006/main" noGrp="1"/>
          </p:cNvSpPr>
          <p:nvPr/>
        </p:nvSpPr>
        <p:spPr>
          <a:xfrm xmlns:a="http://schemas.openxmlformats.org/drawingml/2006/main">
            <a:off x="657225" y="2266950"/>
            <a:ext cx="4648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Supplier A</a:t>
            </a:r>
          </a:p>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permitted bounded operation</a:t>
            </a:r>
          </a:p>
        </p:txBody>
      </p:sp>
      <p:sp>
        <p:nvSpPr>
          <p:cNvPr id="6" name="S14_deny" descr="ROOT: Local Root reviews&#10;Supplier B's unsafe&#10;recipient proposal">
            <a:extLst xmlns:a="http://schemas.openxmlformats.org/drawingml/2006/main">
              <a:ext uri="{FF2B5EF4-FFF2-40B4-BE49-F238E27FC236}">
                <a16:creationId xmlns:a16="http://schemas.microsoft.com/office/drawing/2014/main" id="{E529846D-F1BD-5518-97B9-F1CFEC190844}"/>
              </a:ext>
              <a:ext uri="urn:g6b3r1:native-source:v1">
                <g6:source xmlns:g6="urn:g6b3r1:native-source:v1">{"alt":"ROOT: Local Root reviews\nSupplier B's unsafe\nrecipient proposal","entity_id":"ROOT","fill":"#FAEFED","h":124,"id":"S14_deny","kind":"rect","reading_order":4,"stroke":"#A13D32","stroke_width":2,"w":514,"x":710,"y":226}</g6:source>
              </a:ext>
            </a:extLst>
          </p:cNvPr>
          <p:cNvSpPr>
            <a:spLocks xmlns:a="http://schemas.openxmlformats.org/drawingml/2006/main" noGrp="1"/>
          </p:cNvSpPr>
          <p:nvPr/>
        </p:nvSpPr>
        <p:spPr>
          <a:xfrm xmlns:a="http://schemas.openxmlformats.org/drawingml/2006/main">
            <a:off x="6762750" y="2152650"/>
            <a:ext cx="4895850" cy="1181100"/>
          </a:xfrm>
          <a:prstGeom xmlns:a="http://schemas.openxmlformats.org/drawingml/2006/main" prst="rect">
            <a:avLst/>
          </a:prstGeom>
          <a:solidFill xmlns:a="http://schemas.openxmlformats.org/drawingml/2006/main">
            <a:srgbClr val="FAEFED"/>
          </a:solidFill>
          <a:ln xmlns:a="http://schemas.openxmlformats.org/drawingml/2006/main" w="19050">
            <a:solidFill>
              <a:srgbClr val="A13D32"/>
            </a:solidFill>
          </a:ln>
        </p:spPr>
      </p:sp>
      <p:sp>
        <p:nvSpPr>
          <p:cNvPr id="7" name="S14_deny_label" descr="deny label">
            <a:extLst xmlns:a="http://schemas.openxmlformats.org/drawingml/2006/main">
              <a:ext uri="{FF2B5EF4-FFF2-40B4-BE49-F238E27FC236}">
                <a16:creationId xmlns:a16="http://schemas.microsoft.com/office/drawing/2014/main" id="{12DC3A07-05B0-5BCC-AE68-9ED6F0C719E4}"/>
              </a:ext>
              <a:ext uri="urn:g6b3r1:native-source:v1">
                <g6:source xmlns:g6="urn:g6b3r1:native-source:v1">{"alt":"deny label","bold":false,"color":"#16282B","font_px":24,"h":100,"id":"S14_deny_label","kind":"text","line_height_px":27.599999999999998,"reading_order":5,"text":"Local Root reviews\nSupplier B's unsafe\nrecipient proposal","w":488,"x":723,"y":238}</g6:source>
              </a:ext>
            </a:extLst>
          </p:cNvPr>
          <p:cNvSpPr>
            <a:spLocks xmlns:a="http://schemas.openxmlformats.org/drawingml/2006/main" noGrp="1"/>
          </p:cNvSpPr>
          <p:nvPr/>
        </p:nvSpPr>
        <p:spPr>
          <a:xfrm xmlns:a="http://schemas.openxmlformats.org/drawingml/2006/main">
            <a:off x="6886575" y="2266950"/>
            <a:ext cx="4648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Local Root reviews</a:t>
            </a:r>
          </a:p>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Supplier B's unsafe</a:t>
            </a:r>
          </a:p>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recipient proposal</a:t>
            </a:r>
          </a:p>
        </p:txBody>
      </p:sp>
      <p:sp>
        <p:nvSpPr>
          <p:cNvPr id="8" name="S14_allow_effect" descr="allow effect">
            <a:extLst xmlns:a="http://schemas.openxmlformats.org/drawingml/2006/main">
              <a:ext uri="{FF2B5EF4-FFF2-40B4-BE49-F238E27FC236}">
                <a16:creationId xmlns:a16="http://schemas.microsoft.com/office/drawing/2014/main" id="{9E303BAA-3D4D-530C-B0C1-0D3002ACB8B0}"/>
              </a:ext>
              <a:ext uri="urn:g6b3r1:native-source:v1">
                <g6:source xmlns:g6="urn:g6b3r1:native-source:v1">{"alt":"allow effect","bold":false,"color":"#176B68","font_px":34,"h":110,"id":"S14_allow_effect","kind":"text","line_height_px":39.099999999999994,"reading_order":6,"text":"Current review permits\none controlled mock effect","w":518,"x":56,"y":386}</g6:source>
              </a:ext>
            </a:extLst>
          </p:cNvPr>
          <p:cNvSpPr>
            <a:spLocks xmlns:a="http://schemas.openxmlformats.org/drawingml/2006/main" noGrp="1"/>
          </p:cNvSpPr>
          <p:nvPr/>
        </p:nvSpPr>
        <p:spPr>
          <a:xfrm xmlns:a="http://schemas.openxmlformats.org/drawingml/2006/main">
            <a:off x="533400" y="3676650"/>
            <a:ext cx="4933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932"/>
              </a:lnSpc>
              <a:spcBef>
                <a:spcPts val="0"/>
              </a:spcBef>
              <a:spcAft>
                <a:spcPts val="0"/>
              </a:spcAft>
              <a:defRPr sz="2550" b="0">
                <a:solidFill>
                  <a:srgbClr val="176B68"/>
                </a:solidFill>
                <a:latin typeface="Nimbus Sans"/>
                <a:ea typeface="Nimbus Sans"/>
                <a:cs typeface="Nimbus Sans"/>
              </a:defRPr>
            </a:pPr>
            <a:r>
              <a:rPr sz="2550" b="0">
                <a:solidFill>
                  <a:srgbClr val="176B68"/>
                </a:solidFill>
                <a:latin typeface="Nimbus Sans"/>
                <a:ea typeface="Nimbus Sans"/>
                <a:cs typeface="Nimbus Sans"/>
              </a:rPr>
              <a:t>Current review permits</a:t>
            </a:r>
          </a:p>
          <a:p xmlns:a="http://schemas.openxmlformats.org/drawingml/2006/main">
            <a:pPr algn="l">
              <a:lnSpc>
                <a:spcPts val="2932"/>
              </a:lnSpc>
              <a:spcBef>
                <a:spcPts val="0"/>
              </a:spcBef>
              <a:spcAft>
                <a:spcPts val="0"/>
              </a:spcAft>
              <a:defRPr sz="2550" b="0">
                <a:solidFill>
                  <a:srgbClr val="176B68"/>
                </a:solidFill>
                <a:latin typeface="Nimbus Sans"/>
                <a:ea typeface="Nimbus Sans"/>
                <a:cs typeface="Nimbus Sans"/>
              </a:defRPr>
            </a:pPr>
            <a:r>
              <a:rPr sz="2550" b="0">
                <a:solidFill>
                  <a:srgbClr val="176B68"/>
                </a:solidFill>
                <a:latin typeface="Nimbus Sans"/>
                <a:ea typeface="Nimbus Sans"/>
                <a:cs typeface="Nimbus Sans"/>
              </a:rPr>
              <a:t>one controlled mock effect</a:t>
            </a:r>
          </a:p>
        </p:txBody>
      </p:sp>
      <p:sp>
        <p:nvSpPr>
          <p:cNvPr id="9" name="S14_deny_effect" descr="deny effect">
            <a:extLst xmlns:a="http://schemas.openxmlformats.org/drawingml/2006/main">
              <a:ext uri="{FF2B5EF4-FFF2-40B4-BE49-F238E27FC236}">
                <a16:creationId xmlns:a16="http://schemas.microsoft.com/office/drawing/2014/main" id="{7BC249BC-BE8C-5255-BDBD-A34EE66C32A8}"/>
              </a:ext>
              <a:ext uri="urn:g6b3r1:native-source:v1">
                <g6:source xmlns:g6="urn:g6b3r1:native-source:v1">{"alt":"deny effect","bold":false,"color":"#A13D32","font_px":34,"h":110,"id":"S14_deny_effect","kind":"text","line_height_px":39.099999999999994,"reading_order":7,"text":"Root refuses: no packet\nzero effects from ADV-1","w":514,"x":710,"y":386}</g6:source>
              </a:ext>
            </a:extLst>
          </p:cNvPr>
          <p:cNvSpPr>
            <a:spLocks xmlns:a="http://schemas.openxmlformats.org/drawingml/2006/main" noGrp="1"/>
          </p:cNvSpPr>
          <p:nvPr/>
        </p:nvSpPr>
        <p:spPr>
          <a:xfrm xmlns:a="http://schemas.openxmlformats.org/drawingml/2006/main">
            <a:off x="6762750" y="3676650"/>
            <a:ext cx="4895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932"/>
              </a:lnSpc>
              <a:spcBef>
                <a:spcPts val="0"/>
              </a:spcBef>
              <a:spcAft>
                <a:spcPts val="0"/>
              </a:spcAft>
              <a:defRPr sz="2550" b="0">
                <a:solidFill>
                  <a:srgbClr val="A13D32"/>
                </a:solidFill>
                <a:latin typeface="Nimbus Sans"/>
                <a:ea typeface="Nimbus Sans"/>
                <a:cs typeface="Nimbus Sans"/>
              </a:defRPr>
            </a:pPr>
            <a:r>
              <a:rPr sz="2550" b="0">
                <a:solidFill>
                  <a:srgbClr val="A13D32"/>
                </a:solidFill>
                <a:latin typeface="Nimbus Sans"/>
                <a:ea typeface="Nimbus Sans"/>
                <a:cs typeface="Nimbus Sans"/>
              </a:rPr>
              <a:t>Root refuses: no packet</a:t>
            </a:r>
          </a:p>
          <a:p xmlns:a="http://schemas.openxmlformats.org/drawingml/2006/main">
            <a:pPr algn="l">
              <a:lnSpc>
                <a:spcPts val="2932"/>
              </a:lnSpc>
              <a:spcBef>
                <a:spcPts val="0"/>
              </a:spcBef>
              <a:spcAft>
                <a:spcPts val="0"/>
              </a:spcAft>
              <a:defRPr sz="2550" b="0">
                <a:solidFill>
                  <a:srgbClr val="A13D32"/>
                </a:solidFill>
                <a:latin typeface="Nimbus Sans"/>
                <a:ea typeface="Nimbus Sans"/>
                <a:cs typeface="Nimbus Sans"/>
              </a:defRPr>
            </a:pPr>
            <a:r>
              <a:rPr sz="2550" b="0">
                <a:solidFill>
                  <a:srgbClr val="A13D32"/>
                </a:solidFill>
                <a:latin typeface="Nimbus Sans"/>
                <a:ea typeface="Nimbus Sans"/>
                <a:cs typeface="Nimbus Sans"/>
              </a:rPr>
              <a:t>zero effects from ADV-1</a:t>
            </a:r>
          </a:p>
        </p:txBody>
      </p:sp>
      <p:sp>
        <p:nvSpPr>
          <p:cNvPr id="10" name="S14_classes" descr="classes">
            <a:extLst xmlns:a="http://schemas.openxmlformats.org/drawingml/2006/main">
              <a:ext uri="{FF2B5EF4-FFF2-40B4-BE49-F238E27FC236}">
                <a16:creationId xmlns:a16="http://schemas.microsoft.com/office/drawing/2014/main" id="{DCFA749A-DDE5-5F76-9625-D69A227AFF41}"/>
              </a:ext>
              <a:ext uri="urn:g6b3r1:native-source:v1">
                <g6:source xmlns:g6="urn:g6b3r1:native-source:v1">{"alt":"classes","bold":false,"color":"#16282B","font_px":24,"h":61,"id":"S14_classes","kind":"text","line_height_px":27.599999999999998,"reading_order":8,"text":"S1: DIRECT_CAUSAL S4: SHARED_DOMAIN_PROOF_POST_CONSUMER_CONTROL","w":1165,"x":56,"y":525}</g6:source>
              </a:ext>
            </a:extLst>
          </p:cNvPr>
          <p:cNvSpPr>
            <a:spLocks xmlns:a="http://schemas.openxmlformats.org/drawingml/2006/main" noGrp="1"/>
          </p:cNvSpPr>
          <p:nvPr/>
        </p:nvSpPr>
        <p:spPr>
          <a:xfrm xmlns:a="http://schemas.openxmlformats.org/drawingml/2006/main">
            <a:off x="533400" y="5000625"/>
            <a:ext cx="110966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S1: DIRECT_CAUSAL S4: SHARED_DOMAIN_PROOF_POST_CONSUMER_CONTROL</a:t>
            </a:r>
          </a:p>
        </p:txBody>
      </p:sp>
      <p:sp>
        <p:nvSpPr>
          <p:cNvPr id="11" name="S14_qualification" descr="qualification">
            <a:extLst xmlns:a="http://schemas.openxmlformats.org/drawingml/2006/main">
              <a:ext uri="{FF2B5EF4-FFF2-40B4-BE49-F238E27FC236}">
                <a16:creationId xmlns:a16="http://schemas.microsoft.com/office/drawing/2014/main" id="{7F1BB41E-74EB-5389-98A5-490F1ECE8F3A}"/>
              </a:ext>
              <a:ext uri="urn:g6b3r1:native-source:v1">
                <g6:source xmlns:g6="urn:g6b3r1:native-source:v1">{"alt":"qualification","bold":false,"color":"#43595D","font_px":23,"h":58,"id":"S14_qualification","kind":"text","line_height_px":26.45,"reading_order":9,"text":"Shared domain proof is separate from direct causality; S4 controls follow the consumer. Supplier labels alone\nestablish no second Root.","w":1162,"x":56,"y":596}</g6:source>
              </a:ext>
            </a:extLst>
          </p:cNvPr>
          <p:cNvSpPr>
            <a:spLocks xmlns:a="http://schemas.openxmlformats.org/drawingml/2006/main" noGrp="1"/>
          </p:cNvSpPr>
          <p:nvPr/>
        </p:nvSpPr>
        <p:spPr>
          <a:xfrm xmlns:a="http://schemas.openxmlformats.org/drawingml/2006/main">
            <a:off x="533400" y="5676900"/>
            <a:ext cx="11068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984"/>
              </a:lnSpc>
              <a:spcBef>
                <a:spcPts val="0"/>
              </a:spcBef>
              <a:spcAft>
                <a:spcPts val="0"/>
              </a:spcAft>
              <a:defRPr sz="1725" b="0">
                <a:solidFill>
                  <a:srgbClr val="43595D"/>
                </a:solidFill>
                <a:latin typeface="Nimbus Sans"/>
                <a:ea typeface="Nimbus Sans"/>
                <a:cs typeface="Nimbus Sans"/>
              </a:defRPr>
            </a:pPr>
            <a:r>
              <a:rPr sz="1725" b="0">
                <a:solidFill>
                  <a:srgbClr val="43595D"/>
                </a:solidFill>
                <a:latin typeface="Nimbus Sans"/>
                <a:ea typeface="Nimbus Sans"/>
                <a:cs typeface="Nimbus Sans"/>
              </a:rPr>
              <a:t>Shared domain proof is separate from direct causality; S4 controls follow the consumer. Supplier labels alone</a:t>
            </a:r>
          </a:p>
          <a:p xmlns:a="http://schemas.openxmlformats.org/drawingml/2006/main">
            <a:pPr algn="l">
              <a:lnSpc>
                <a:spcPts val="1984"/>
              </a:lnSpc>
              <a:spcBef>
                <a:spcPts val="0"/>
              </a:spcBef>
              <a:spcAft>
                <a:spcPts val="0"/>
              </a:spcAft>
              <a:defRPr sz="1725" b="0">
                <a:solidFill>
                  <a:srgbClr val="43595D"/>
                </a:solidFill>
                <a:latin typeface="Nimbus Sans"/>
                <a:ea typeface="Nimbus Sans"/>
                <a:cs typeface="Nimbus Sans"/>
              </a:defRPr>
            </a:pPr>
            <a:r>
              <a:rPr sz="1725" b="0">
                <a:solidFill>
                  <a:srgbClr val="43595D"/>
                </a:solidFill>
                <a:latin typeface="Nimbus Sans"/>
                <a:ea typeface="Nimbus Sans"/>
                <a:cs typeface="Nimbus Sans"/>
              </a:rPr>
              <a:t>establish no second Root.</a:t>
            </a:r>
          </a:p>
        </p:txBody>
      </p:sp>
      <p:sp>
        <p:nvSpPr>
          <p:cNvPr id="12" name="S14_rule" descr="rule">
            <a:extLst xmlns:a="http://schemas.openxmlformats.org/drawingml/2006/main">
              <a:ext uri="{FF2B5EF4-FFF2-40B4-BE49-F238E27FC236}">
                <a16:creationId xmlns:a16="http://schemas.microsoft.com/office/drawing/2014/main" id="{0C575E34-3F0D-53CC-8F81-3548736F814E}"/>
              </a:ext>
              <a:ext uri="urn:g6b3r1:native-source:v1">
                <g6:source xmlns:g6="urn:g6b3r1:native-source:v1">{"alt":"rule","color":"#B8C8C6","h":0,"id":"S14_rule","kind":"line","reading_order":10,"stroke_width":1,"w":1162,"x":56,"y":671}</g6:source>
              </a:ext>
            </a:extLst>
          </p:cNvPr>
          <p:cNvSpPr>
            <a:spLocks xmlns:a="http://schemas.openxmlformats.org/drawingml/2006/main" noGrp="1"/>
          </p:cNvSpPr>
          <p:nvPr/>
        </p:nvSpPr>
        <p:spPr>
          <a:xfrm xmlns:a="http://schemas.openxmlformats.org/drawingml/2006/main" flipH="0" flipV="0" rot="0">
            <a:off x="533400" y="6391275"/>
            <a:ext cx="11068050" cy="0"/>
          </a:xfrm>
          <a:prstGeom xmlns:a="http://schemas.openxmlformats.org/drawingml/2006/main" prst="line">
            <a:avLst/>
          </a:prstGeom>
          <a:noFill xmlns:a="http://schemas.openxmlformats.org/drawingml/2006/main"/>
          <a:ln xmlns:a="http://schemas.openxmlformats.org/drawingml/2006/main" w="9525">
            <a:solidFill>
              <a:srgbClr val="B8C8C6"/>
            </a:solidFill>
          </a:ln>
        </p:spPr>
      </p:sp>
      <p:sp>
        <p:nvSpPr>
          <p:cNvPr id="13" name="S14_source_link" descr="source link">
            <a:hlinkClick r:id="g6b3r1Link12"/>
            <a:extLst xmlns:a="http://schemas.openxmlformats.org/drawingml/2006/main">
              <a:ext uri="{FF2B5EF4-FFF2-40B4-BE49-F238E27FC236}">
                <a16:creationId xmlns:a16="http://schemas.microsoft.com/office/drawing/2014/main" id="{9179693D-507B-5323-8B43-867386A6FC60}"/>
              </a:ext>
              <a:ext uri="urn:g6b3r1:native-source:v1">
                <g6:source xmlns:g6="urn:g6b3r1:native-source:v1">{"alt":"source link","bold":false,"color":"#315E8B","font_px":18,"h":27,"id":"S14_source_link","kind":"text","line_height_px":20.7,"link_target":"https://github.com/AAkhtanin/hedgehog-os/blob/2e965ecb18e545e428380eb8e9aa5a7037a388be/docs/showcase/incident_to_proof_atlas_v01/evidence/atlas_package.json","reading_order":11,"text":"S14 Source: incident","w":560,"x":56,"y":685}</g6:source>
              </a:ext>
            </a:extLst>
          </p:cNvPr>
          <p:cNvSpPr>
            <a:spLocks xmlns:a="http://schemas.openxmlformats.org/drawingml/2006/main" noGrp="1"/>
          </p:cNvSpPr>
          <p:nvPr/>
        </p:nvSpPr>
        <p:spPr>
          <a:xfrm xmlns:a="http://schemas.openxmlformats.org/drawingml/2006/main">
            <a:off x="533400" y="6524625"/>
            <a:ext cx="5334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553"/>
              </a:lnSpc>
              <a:spcBef>
                <a:spcPts val="0"/>
              </a:spcBef>
              <a:spcAft>
                <a:spcPts val="0"/>
              </a:spcAft>
              <a:defRPr sz="1350" b="0">
                <a:solidFill>
                  <a:srgbClr val="315E8B"/>
                </a:solidFill>
                <a:latin typeface="Nimbus Sans"/>
                <a:ea typeface="Nimbus Sans"/>
                <a:cs typeface="Nimbus Sans"/>
              </a:defRPr>
            </a:pPr>
            <a:r>
              <a:rPr sz="1350" b="0">
                <a:solidFill>
                  <a:srgbClr val="315E8B"/>
                </a:solidFill>
                <a:latin typeface="Nimbus Sans"/>
                <a:ea typeface="Nimbus Sans"/>
                <a:cs typeface="Nimbus Sans"/>
              </a:rPr>
              <a:t>S14 Source: incident</a:t>
            </a:r>
          </a:p>
        </p:txBody>
      </p:sp>
      <p:sp>
        <p:nvSpPr>
          <p:cNvPr id="14" name="S14_atlas_locator" descr="atlas locator">
            <a:hlinkClick r:id="g6b3r1Link13"/>
            <a:extLst xmlns:a="http://schemas.openxmlformats.org/drawingml/2006/main">
              <a:ext uri="{FF2B5EF4-FFF2-40B4-BE49-F238E27FC236}">
                <a16:creationId xmlns:a16="http://schemas.microsoft.com/office/drawing/2014/main" id="{CB71F984-CD4C-5844-91B2-1FE453982B84}"/>
              </a:ext>
              <a:ext uri="urn:g6b3r1:native-source:v1">
                <g6:source xmlns:g6="urn:g6b3r1:native-source:v1">{"alt":"atlas locator","bold":false,"color":"#315E8B","font_px":17,"h":27,"id":"S14_atlas_locator","kind":"text","line_height_px":19.549999999999997,"link_target":"../atlas/README.html","reading_order":12,"text":"Atlas: Overview / GEO 1 2 3 4 5 6 7","w":560,"x":660,"y":685}</g6:source>
              </a:ext>
            </a:extLst>
          </p:cNvPr>
          <p:cNvSpPr>
            <a:spLocks xmlns:a="http://schemas.openxmlformats.org/drawingml/2006/main" noGrp="1"/>
          </p:cNvSpPr>
          <p:nvPr/>
        </p:nvSpPr>
        <p:spPr>
          <a:xfrm xmlns:a="http://schemas.openxmlformats.org/drawingml/2006/main">
            <a:off x="6286500" y="6524625"/>
            <a:ext cx="5334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466"/>
              </a:lnSpc>
              <a:spcBef>
                <a:spcPts val="0"/>
              </a:spcBef>
              <a:spcAft>
                <a:spcPts val="0"/>
              </a:spcAft>
              <a:defRPr sz="1275" b="0">
                <a:solidFill>
                  <a:srgbClr val="315E8B"/>
                </a:solidFill>
                <a:latin typeface="Nimbus Sans"/>
                <a:ea typeface="Nimbus Sans"/>
                <a:cs typeface="Nimbus Sans"/>
              </a:defRPr>
            </a:pPr>
            <a:r>
              <a:rPr sz="1275" b="0">
                <a:solidFill>
                  <a:srgbClr val="315E8B"/>
                </a:solidFill>
                <a:latin typeface="Nimbus Sans"/>
                <a:ea typeface="Nimbus Sans"/>
                <a:cs typeface="Nimbus Sans"/>
              </a:rPr>
              <a:t>Atlas: Overview / GEO 1 2 3 4 5 6 7</a:t>
            </a:r>
          </a:p>
        </p:txBody>
      </p:sp>
    </p:spTree>
    <p:extLst>
      <p:ext uri="{BB962C8B-B14F-4D97-AF65-F5344CB8AC3E}">
        <p14:creationId xmlns:p14="http://schemas.microsoft.com/office/powerpoint/2010/main" val="720213181"/>
      </p:ext>
      <p:ext uri="urn:g6b3r1:native-source:v1">
        <g6:source xmlns:g6="urn:g6b3r1:native-source:v1">{"id":"S14","notes_en":"RECORDED INCIDENT ATLAS S1 / S4  /  Controlled Water Filter operations\n\nA refused neighbor makes the boundary visible RECORDED INCIDENT ATLAS S1 / S4 / Controlled Water Filter operations Supplier A permitted bounded operation Local Root reviews Supplier B's unsafe recipient proposal Current review permits one controlled mock effect Root refuses: no packet zero effects from ADV-1 S1: DIRECT_CAUSAL S4: SHARED_DOMAIN_PROOF_POST_CONSUMER_CONTROL Shared domain proof is separate from direct causality; S4 controls follow the consumer. Supplier labels alone establish no second Root.\n\nThis is an editorial explanation of the named recorded or conceptual scope, not a new runtime result. Follow the source references for exact fields and limitations. B5 and final publication are not performed.","notes_ru":"Сохраняем точную точку отказа. Имена поставщиков A и B сами по себе не означают два принимающих решения Root. Свидетельства прямого исполнения и общих потребителей различаются.","reading_order":["S14_title","S14_scope","S14_allow","S14_allow_label","S14_deny","S14_deny_label","S14_allow_effect","S14_deny_effect","S14_classes","S14_qualification","S14_rule","S14_source_link","S14_atlas_locator"],"relations":[],"scope":"RECORDED INCIDENT ATLAS S1 / S4  /  Controlled Water Filter operations","source_refs":[{"label":"incident","target":"https://github.com/AAkhtanin/hedgehog-os/blob/2e965ecb18e545e428380eb8e9aa5a7037a388be/docs/showcase/incident_to_proof_atlas_v01/evidence/atlas_package.json"},{"label":"chapter","target":"../chapters/10_cross_case.html"}],"title":"A refused neighbor makes the boundary visible"}</g6:source>
      </p:ext>
    </p:extLst>
  </p:cSld>
</p:sld>
</file>

<file path=ppt/slides/slide15.xml><?xml version="1.0" encoding="utf-8"?>
<p:sld xmlns:p="http://schemas.openxmlformats.org/presentationml/2006/main" xmlns:a="http://schemas.openxmlformats.org/drawingml/2006/main" xmlns:r="http://schemas.openxmlformats.org/officeDocument/2006/relationships">
  <p:cSld name="S15">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15_title" descr="title">
            <a:extLst xmlns:a="http://schemas.openxmlformats.org/drawingml/2006/main">
              <a:ext uri="{FF2B5EF4-FFF2-40B4-BE49-F238E27FC236}">
                <a16:creationId xmlns:a16="http://schemas.microsoft.com/office/drawing/2014/main" id="{3775F0D8-2260-54BC-98CD-060CC88FC0C0}"/>
              </a:ext>
              <a:ext uri="urn:g6b3r1:native-source:v1">
                <g6:source xmlns:g6="urn:g6b3r1:native-source:v1">{"alt":"title","bold":true,"color":"#16282B","font_px":42,"h":75,"id":"S15_title","kind":"text","line_height_px":48.3,"reading_order":0,"text":"Recorded experience changes finite expenditure","w":1170,"x":54,"y":36}</g6:source>
              </a:ext>
            </a:extLst>
          </p:cNvPr>
          <p:cNvSpPr>
            <a:spLocks xmlns:a="http://schemas.openxmlformats.org/drawingml/2006/main" noGrp="1"/>
          </p:cNvSpPr>
          <p:nvPr/>
        </p:nvSpPr>
        <p:spPr>
          <a:xfrm xmlns:a="http://schemas.openxmlformats.org/drawingml/2006/main">
            <a:off x="514350" y="342900"/>
            <a:ext cx="11144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3623"/>
              </a:lnSpc>
              <a:spcBef>
                <a:spcPts val="0"/>
              </a:spcBef>
              <a:spcAft>
                <a:spcPts val="0"/>
              </a:spcAft>
              <a:defRPr sz="3150" b="1">
                <a:solidFill>
                  <a:srgbClr val="16282B"/>
                </a:solidFill>
                <a:latin typeface="Nimbus Sans"/>
                <a:ea typeface="Nimbus Sans"/>
                <a:cs typeface="Nimbus Sans"/>
              </a:defRPr>
            </a:pPr>
            <a:r>
              <a:rPr sz="3150" b="1">
                <a:solidFill>
                  <a:srgbClr val="16282B"/>
                </a:solidFill>
                <a:latin typeface="Nimbus Sans"/>
                <a:ea typeface="Nimbus Sans"/>
                <a:cs typeface="Nimbus Sans"/>
              </a:rPr>
              <a:t>Recorded experience changes finite expenditure</a:t>
            </a:r>
          </a:p>
        </p:txBody>
      </p:sp>
      <p:sp>
        <p:nvSpPr>
          <p:cNvPr id="3" name="S15_scope" descr="scope">
            <a:extLst xmlns:a="http://schemas.openxmlformats.org/drawingml/2006/main">
              <a:ext uri="{FF2B5EF4-FFF2-40B4-BE49-F238E27FC236}">
                <a16:creationId xmlns:a16="http://schemas.microsoft.com/office/drawing/2014/main" id="{D011C87C-DAA8-5F98-A88F-998C3BE3DEBE}"/>
              </a:ext>
              <a:ext uri="urn:g6b3r1:native-source:v1">
                <g6:source xmlns:g6="urn:g6b3r1:native-source:v1">{"alt":"scope","bold":false,"color":"#43595D","font_px":23,"h":54,"id":"S15_scope","kind":"text","line_height_px":26.45,"reading_order":1,"text":"G3 / G4 RECORDED MECHANISMS / Eligibility and Root descent precede current advisory use","w":1160,"x":56,"y":113}</g6:source>
              </a:ext>
            </a:extLst>
          </p:cNvPr>
          <p:cNvSpPr>
            <a:spLocks xmlns:a="http://schemas.openxmlformats.org/drawingml/2006/main" noGrp="1"/>
          </p:cNvSpPr>
          <p:nvPr/>
        </p:nvSpPr>
        <p:spPr>
          <a:xfrm xmlns:a="http://schemas.openxmlformats.org/drawingml/2006/main">
            <a:off x="533400" y="1076325"/>
            <a:ext cx="1104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984"/>
              </a:lnSpc>
              <a:spcBef>
                <a:spcPts val="0"/>
              </a:spcBef>
              <a:spcAft>
                <a:spcPts val="0"/>
              </a:spcAft>
              <a:defRPr sz="1725" b="0">
                <a:solidFill>
                  <a:srgbClr val="43595D"/>
                </a:solidFill>
                <a:latin typeface="Nimbus Sans"/>
                <a:ea typeface="Nimbus Sans"/>
                <a:cs typeface="Nimbus Sans"/>
              </a:defRPr>
            </a:pPr>
            <a:r>
              <a:rPr sz="1725" b="0">
                <a:solidFill>
                  <a:srgbClr val="43595D"/>
                </a:solidFill>
                <a:latin typeface="Nimbus Sans"/>
                <a:ea typeface="Nimbus Sans"/>
                <a:cs typeface="Nimbus Sans"/>
              </a:rPr>
              <a:t>G3 / G4 RECORDED MECHANISMS / Eligibility and Root descent precede current advisory use</a:t>
            </a:r>
          </a:p>
        </p:txBody>
      </p:sp>
      <p:sp>
        <p:nvSpPr>
          <p:cNvPr id="4" name="S15_history_0" descr="OUTCOME: Source-bound&#10;outcome event">
            <a:extLst xmlns:a="http://schemas.openxmlformats.org/drawingml/2006/main">
              <a:ext uri="{FF2B5EF4-FFF2-40B4-BE49-F238E27FC236}">
                <a16:creationId xmlns:a16="http://schemas.microsoft.com/office/drawing/2014/main" id="{94E25329-F30B-5E64-A827-70689F48DA23}"/>
              </a:ext>
              <a:ext uri="urn:g6b3r1:native-source:v1">
                <g6:source xmlns:g6="urn:g6b3r1:native-source:v1">{"alt":"OUTCOME: Source-bound\noutcome event","entity_id":"OUTCOME","fill":"#EFF5F3","h":110,"id":"S15_history_0","kind":"rect","reading_order":2,"stroke":"#176B68","stroke_width":2,"w":225,"x":56,"y":212}</g6:source>
              </a:ext>
            </a:extLst>
          </p:cNvPr>
          <p:cNvSpPr>
            <a:spLocks xmlns:a="http://schemas.openxmlformats.org/drawingml/2006/main" noGrp="1"/>
          </p:cNvSpPr>
          <p:nvPr/>
        </p:nvSpPr>
        <p:spPr>
          <a:xfrm xmlns:a="http://schemas.openxmlformats.org/drawingml/2006/main">
            <a:off x="533400" y="2019300"/>
            <a:ext cx="2143125" cy="1047750"/>
          </a:xfrm>
          <a:prstGeom xmlns:a="http://schemas.openxmlformats.org/drawingml/2006/main" prst="rect">
            <a:avLst/>
          </a:prstGeom>
          <a:solidFill xmlns:a="http://schemas.openxmlformats.org/drawingml/2006/main">
            <a:srgbClr val="EFF5F3"/>
          </a:solidFill>
          <a:ln xmlns:a="http://schemas.openxmlformats.org/drawingml/2006/main" w="19050">
            <a:solidFill>
              <a:srgbClr val="176B68"/>
            </a:solidFill>
          </a:ln>
        </p:spPr>
      </p:sp>
      <p:sp>
        <p:nvSpPr>
          <p:cNvPr id="5" name="S15_history_0_label" descr="history 0 label">
            <a:extLst xmlns:a="http://schemas.openxmlformats.org/drawingml/2006/main">
              <a:ext uri="{FF2B5EF4-FFF2-40B4-BE49-F238E27FC236}">
                <a16:creationId xmlns:a16="http://schemas.microsoft.com/office/drawing/2014/main" id="{9E2DD1DB-2721-53F8-9D98-66E689A243FD}"/>
              </a:ext>
              <a:ext uri="urn:g6b3r1:native-source:v1">
                <g6:source xmlns:g6="urn:g6b3r1:native-source:v1">{"alt":"history 0 label","bold":false,"color":"#16282B","font_px":24,"h":86,"id":"S15_history_0_label","kind":"text","line_height_px":27.599999999999998,"reading_order":3,"text":"Source-bound\noutcome event","w":199,"x":69,"y":224}</g6:source>
              </a:ext>
            </a:extLst>
          </p:cNvPr>
          <p:cNvSpPr>
            <a:spLocks xmlns:a="http://schemas.openxmlformats.org/drawingml/2006/main" noGrp="1"/>
          </p:cNvSpPr>
          <p:nvPr/>
        </p:nvSpPr>
        <p:spPr>
          <a:xfrm xmlns:a="http://schemas.openxmlformats.org/drawingml/2006/main">
            <a:off x="657225" y="2133600"/>
            <a:ext cx="18954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Source-bound</a:t>
            </a:r>
          </a:p>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outcome event</a:t>
            </a:r>
          </a:p>
        </p:txBody>
      </p:sp>
      <p:sp>
        <p:nvSpPr>
          <p:cNvPr id="6" name="S15_history_1" descr="OFE: OFE / finite fold&#10;retained history">
            <a:extLst xmlns:a="http://schemas.openxmlformats.org/drawingml/2006/main">
              <a:ext uri="{FF2B5EF4-FFF2-40B4-BE49-F238E27FC236}">
                <a16:creationId xmlns:a16="http://schemas.microsoft.com/office/drawing/2014/main" id="{A85608DD-CEDE-59FC-8C43-667D9E9D7CC6}"/>
              </a:ext>
              <a:ext uri="urn:g6b3r1:native-source:v1">
                <g6:source xmlns:g6="urn:g6b3r1:native-source:v1">{"alt":"OFE: OFE / finite fold\nretained history","entity_id":"OFE","fill":"#EFF5F3","h":110,"id":"S15_history_1","kind":"rect","reading_order":4,"stroke":"#176B68","stroke_width":2,"w":225,"x":370.3333333333333,"y":212}</g6:source>
              </a:ext>
            </a:extLst>
          </p:cNvPr>
          <p:cNvSpPr>
            <a:spLocks xmlns:a="http://schemas.openxmlformats.org/drawingml/2006/main" noGrp="1"/>
          </p:cNvSpPr>
          <p:nvPr/>
        </p:nvSpPr>
        <p:spPr>
          <a:xfrm xmlns:a="http://schemas.openxmlformats.org/drawingml/2006/main">
            <a:off x="3527425" y="2019300"/>
            <a:ext cx="2143125" cy="1047750"/>
          </a:xfrm>
          <a:prstGeom xmlns:a="http://schemas.openxmlformats.org/drawingml/2006/main" prst="rect">
            <a:avLst/>
          </a:prstGeom>
          <a:solidFill xmlns:a="http://schemas.openxmlformats.org/drawingml/2006/main">
            <a:srgbClr val="EFF5F3"/>
          </a:solidFill>
          <a:ln xmlns:a="http://schemas.openxmlformats.org/drawingml/2006/main" w="19050">
            <a:solidFill>
              <a:srgbClr val="176B68"/>
            </a:solidFill>
          </a:ln>
        </p:spPr>
      </p:sp>
      <p:sp>
        <p:nvSpPr>
          <p:cNvPr id="7" name="S15_history_1_label" descr="history 1 label">
            <a:extLst xmlns:a="http://schemas.openxmlformats.org/drawingml/2006/main">
              <a:ext uri="{FF2B5EF4-FFF2-40B4-BE49-F238E27FC236}">
                <a16:creationId xmlns:a16="http://schemas.microsoft.com/office/drawing/2014/main" id="{33AE9F59-0D85-5B0A-8FFC-5C35A47FD580}"/>
              </a:ext>
              <a:ext uri="urn:g6b3r1:native-source:v1">
                <g6:source xmlns:g6="urn:g6b3r1:native-source:v1">{"alt":"history 1 label","bold":false,"color":"#16282B","font_px":24,"h":86,"id":"S15_history_1_label","kind":"text","line_height_px":27.599999999999998,"reading_order":5,"text":"OFE record; then\nfold / retained\nhistory","w":199,"x":383.3333333333333,"y":224}</g6:source>
              </a:ext>
            </a:extLst>
          </p:cNvPr>
          <p:cNvSpPr>
            <a:spLocks xmlns:a="http://schemas.openxmlformats.org/drawingml/2006/main" noGrp="1"/>
          </p:cNvSpPr>
          <p:nvPr/>
        </p:nvSpPr>
        <p:spPr>
          <a:xfrm xmlns:a="http://schemas.openxmlformats.org/drawingml/2006/main">
            <a:off x="3651250" y="2133600"/>
            <a:ext cx="18954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OFE record; then</a:t>
            </a:r>
          </a:p>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fold / retained</a:t>
            </a:r>
          </a:p>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history</a:t>
            </a:r>
          </a:p>
        </p:txBody>
      </p:sp>
      <p:sp>
        <p:nvSpPr>
          <p:cNvPr id="8" name="S15_history_2" descr="DRS: Current eligible read&#10;Root descent">
            <a:extLst xmlns:a="http://schemas.openxmlformats.org/drawingml/2006/main">
              <a:ext uri="{FF2B5EF4-FFF2-40B4-BE49-F238E27FC236}">
                <a16:creationId xmlns:a16="http://schemas.microsoft.com/office/drawing/2014/main" id="{9280EE27-BD41-5E37-84A3-D6FE9B8BA847}"/>
              </a:ext>
              <a:ext uri="urn:g6b3r1:native-source:v1">
                <g6:source xmlns:g6="urn:g6b3r1:native-source:v1">{"alt":"DRS: Current eligible read\nRoot descent","entity_id":"DRS","fill":"#EFF5F3","h":110,"id":"S15_history_2","kind":"rect","reading_order":6,"stroke":"#176B68","stroke_width":2,"w":225,"x":684.6666666666666,"y":212}</g6:source>
              </a:ext>
            </a:extLst>
          </p:cNvPr>
          <p:cNvSpPr>
            <a:spLocks xmlns:a="http://schemas.openxmlformats.org/drawingml/2006/main" noGrp="1"/>
          </p:cNvSpPr>
          <p:nvPr/>
        </p:nvSpPr>
        <p:spPr>
          <a:xfrm xmlns:a="http://schemas.openxmlformats.org/drawingml/2006/main">
            <a:off x="6521450" y="2019300"/>
            <a:ext cx="2143125" cy="1047750"/>
          </a:xfrm>
          <a:prstGeom xmlns:a="http://schemas.openxmlformats.org/drawingml/2006/main" prst="rect">
            <a:avLst/>
          </a:prstGeom>
          <a:solidFill xmlns:a="http://schemas.openxmlformats.org/drawingml/2006/main">
            <a:srgbClr val="EFF5F3"/>
          </a:solidFill>
          <a:ln xmlns:a="http://schemas.openxmlformats.org/drawingml/2006/main" w="19050">
            <a:solidFill>
              <a:srgbClr val="176B68"/>
            </a:solidFill>
          </a:ln>
        </p:spPr>
      </p:sp>
      <p:sp>
        <p:nvSpPr>
          <p:cNvPr id="9" name="S15_history_2_label" descr="history 2 label">
            <a:extLst xmlns:a="http://schemas.openxmlformats.org/drawingml/2006/main">
              <a:ext uri="{FF2B5EF4-FFF2-40B4-BE49-F238E27FC236}">
                <a16:creationId xmlns:a16="http://schemas.microsoft.com/office/drawing/2014/main" id="{B065C9D2-39F7-5C92-AD0F-A38EE3BF720F}"/>
              </a:ext>
              <a:ext uri="urn:g6b3r1:native-source:v1">
                <g6:source xmlns:g6="urn:g6b3r1:native-source:v1">{"alt":"history 2 label","bold":false,"color":"#16282B","font_px":24,"h":86,"id":"S15_history_2_label","kind":"text","line_height_px":27.599999999999998,"reading_order":7,"text":"DRS read; then\ncurrent Root\ndescent","w":199,"x":697.6666666666666,"y":224}</g6:source>
              </a:ext>
            </a:extLst>
          </p:cNvPr>
          <p:cNvSpPr>
            <a:spLocks xmlns:a="http://schemas.openxmlformats.org/drawingml/2006/main" noGrp="1"/>
          </p:cNvSpPr>
          <p:nvPr/>
        </p:nvSpPr>
        <p:spPr>
          <a:xfrm xmlns:a="http://schemas.openxmlformats.org/drawingml/2006/main">
            <a:off x="6645275" y="2133600"/>
            <a:ext cx="18954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DRS read; then</a:t>
            </a:r>
          </a:p>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current Root</a:t>
            </a:r>
          </a:p>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descent</a:t>
            </a:r>
          </a:p>
        </p:txBody>
      </p:sp>
      <p:sp>
        <p:nvSpPr>
          <p:cNvPr id="10" name="S15_history_3" descr="ADVICE: Advisory values&#10;current comparison">
            <a:extLst xmlns:a="http://schemas.openxmlformats.org/drawingml/2006/main">
              <a:ext uri="{FF2B5EF4-FFF2-40B4-BE49-F238E27FC236}">
                <a16:creationId xmlns:a16="http://schemas.microsoft.com/office/drawing/2014/main" id="{677EEE0B-D169-54C5-94E9-FADB0FAF8112}"/>
              </a:ext>
              <a:ext uri="urn:g6b3r1:native-source:v1">
                <g6:source xmlns:g6="urn:g6b3r1:native-source:v1">{"alt":"ADVICE: Advisory values\ncurrent comparison","entity_id":"ADVICE","fill":"#EFF5F3","h":110,"id":"S15_history_3","kind":"rect","reading_order":8,"stroke":"#176B68","stroke_width":2,"w":225,"x":999,"y":212}</g6:source>
              </a:ext>
            </a:extLst>
          </p:cNvPr>
          <p:cNvSpPr>
            <a:spLocks xmlns:a="http://schemas.openxmlformats.org/drawingml/2006/main" noGrp="1"/>
          </p:cNvSpPr>
          <p:nvPr/>
        </p:nvSpPr>
        <p:spPr>
          <a:xfrm xmlns:a="http://schemas.openxmlformats.org/drawingml/2006/main">
            <a:off x="9515475" y="2019300"/>
            <a:ext cx="2143125" cy="1047750"/>
          </a:xfrm>
          <a:prstGeom xmlns:a="http://schemas.openxmlformats.org/drawingml/2006/main" prst="rect">
            <a:avLst/>
          </a:prstGeom>
          <a:solidFill xmlns:a="http://schemas.openxmlformats.org/drawingml/2006/main">
            <a:srgbClr val="EFF5F3"/>
          </a:solidFill>
          <a:ln xmlns:a="http://schemas.openxmlformats.org/drawingml/2006/main" w="19050">
            <a:solidFill>
              <a:srgbClr val="176B68"/>
            </a:solidFill>
          </a:ln>
        </p:spPr>
      </p:sp>
      <p:sp>
        <p:nvSpPr>
          <p:cNvPr id="11" name="S15_history_3_label" descr="history 3 label">
            <a:extLst xmlns:a="http://schemas.openxmlformats.org/drawingml/2006/main">
              <a:ext uri="{FF2B5EF4-FFF2-40B4-BE49-F238E27FC236}">
                <a16:creationId xmlns:a16="http://schemas.microsoft.com/office/drawing/2014/main" id="{AE96766B-257E-53ED-A517-91501466B904}"/>
              </a:ext>
              <a:ext uri="urn:g6b3r1:native-source:v1">
                <g6:source xmlns:g6="urn:g6b3r1:native-source:v1">{"alt":"history 3 label","bold":false,"color":"#16282B","font_px":24,"h":86,"id":"S15_history_3_label","kind":"text","line_height_px":27.599999999999998,"reading_order":9,"text":"Advisory values\ncurrent\ncomparison","w":199,"x":1012,"y":224}</g6:source>
              </a:ext>
            </a:extLst>
          </p:cNvPr>
          <p:cNvSpPr>
            <a:spLocks xmlns:a="http://schemas.openxmlformats.org/drawingml/2006/main" noGrp="1"/>
          </p:cNvSpPr>
          <p:nvPr/>
        </p:nvSpPr>
        <p:spPr>
          <a:xfrm xmlns:a="http://schemas.openxmlformats.org/drawingml/2006/main">
            <a:off x="9639300" y="2133600"/>
            <a:ext cx="18954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Advisory values</a:t>
            </a:r>
          </a:p>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current</a:t>
            </a:r>
          </a:p>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comparison</a:t>
            </a:r>
          </a:p>
        </p:txBody>
      </p:sp>
      <p:cxnSp>
        <p:nvCxnSpPr>
          <p:cNvPr id="12" name="S15_history_edge_0" descr="DERIVATION: qualified event">
            <a:extLst>
              <a:ext uri="urn:g6b3r1:native-source:v1">
                <g6:source xmlns:g6="urn:g6b3r1:native-source:v1">{"alt":"DERIVATION: qualified event","color":"#176B68","h":0,"head":"triangle","id":"S15_history_edge_0","kind":"arrow","reading_order":10,"relation_type":"DERIVATION","source_id":"S15_history_0","stroke_width":2,"target_id":"S15_history_1","w":89.33333333333331,"x":281,"y":267}</g6:source>
              </a:ext>
            </a:extLst>
          </p:cNvPr>
          <p:cNvCxnSpPr>
            <a:stCxn xmlns:a="http://schemas.openxmlformats.org/drawingml/2006/main" id="4" idx="3"/>
            <a:endCxn xmlns:a="http://schemas.openxmlformats.org/drawingml/2006/main" id="6" idx="1"/>
          </p:cNvCxnSpPr>
          <p:nvPr/>
        </p:nvCxnSpPr>
        <p:spPr>
          <a:xfrm xmlns:a="http://schemas.openxmlformats.org/drawingml/2006/main" rot="0" flipH="0" flipV="0">
            <a:off x="2676525" y="2543175"/>
            <a:ext cx="850900" cy="0"/>
          </a:xfrm>
          <a:prstGeom xmlns:a="http://schemas.openxmlformats.org/drawingml/2006/main" prst="straightConnector1">
            <a:avLst/>
          </a:prstGeom>
          <a:ln xmlns:a="http://schemas.openxmlformats.org/drawingml/2006/main" w="19050">
            <a:solidFill>
              <a:srgbClr val="176B68"/>
            </a:solidFill>
            <a:tailEnd type="triangle" w="med" len="med"/>
          </a:ln>
        </p:spPr>
      </p:cxnSp>
      <p:sp>
        <p:nvSpPr>
          <p:cNvPr id="13" name="S15_history_edge_0_label" descr="history edge 0 label">
            <a:extLst xmlns:a="http://schemas.openxmlformats.org/drawingml/2006/main">
              <a:ext uri="{FF2B5EF4-FFF2-40B4-BE49-F238E27FC236}">
                <a16:creationId xmlns:a16="http://schemas.microsoft.com/office/drawing/2014/main" id="{18B60439-D0A2-5428-A9B7-A9222B50EDF2}"/>
              </a:ext>
              <a:ext uri="urn:g6b3r1:native-source:v1">
                <g6:source xmlns:g6="urn:g6b3r1:native-source:v1">{"alt":"history edge 0 label","bold":false,"color":"#43595D","font_px":17,"h":78,"id":"S15_history_edge_0_label","kind":"text","line_height_px":19.549999999999997,"reading_order":11,"text":"qualified\nevent","w":81.33333333333331,"x":285,"y":185}</g6:source>
              </a:ext>
            </a:extLst>
          </p:cNvPr>
          <p:cNvSpPr>
            <a:spLocks xmlns:a="http://schemas.openxmlformats.org/drawingml/2006/main" noGrp="1"/>
          </p:cNvSpPr>
          <p:nvPr/>
        </p:nvSpPr>
        <p:spPr>
          <a:xfrm xmlns:a="http://schemas.openxmlformats.org/drawingml/2006/main">
            <a:off x="2714625" y="1762125"/>
            <a:ext cx="77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466"/>
              </a:lnSpc>
              <a:spcBef>
                <a:spcPts val="0"/>
              </a:spcBef>
              <a:spcAft>
                <a:spcPts val="0"/>
              </a:spcAft>
              <a:defRPr sz="1275" b="0">
                <a:solidFill>
                  <a:srgbClr val="43595D"/>
                </a:solidFill>
                <a:latin typeface="Nimbus Sans"/>
                <a:ea typeface="Nimbus Sans"/>
                <a:cs typeface="Nimbus Sans"/>
              </a:defRPr>
            </a:pPr>
            <a:r>
              <a:rPr sz="1275" b="0">
                <a:solidFill>
                  <a:srgbClr val="43595D"/>
                </a:solidFill>
                <a:latin typeface="Nimbus Sans"/>
                <a:ea typeface="Nimbus Sans"/>
                <a:cs typeface="Nimbus Sans"/>
              </a:rPr>
              <a:t>qualified</a:t>
            </a:r>
          </a:p>
          <a:p xmlns:a="http://schemas.openxmlformats.org/drawingml/2006/main">
            <a:pPr algn="l">
              <a:lnSpc>
                <a:spcPts val="1466"/>
              </a:lnSpc>
              <a:spcBef>
                <a:spcPts val="0"/>
              </a:spcBef>
              <a:spcAft>
                <a:spcPts val="0"/>
              </a:spcAft>
              <a:defRPr sz="1275" b="0">
                <a:solidFill>
                  <a:srgbClr val="43595D"/>
                </a:solidFill>
                <a:latin typeface="Nimbus Sans"/>
                <a:ea typeface="Nimbus Sans"/>
                <a:cs typeface="Nimbus Sans"/>
              </a:defRPr>
            </a:pPr>
            <a:r>
              <a:rPr sz="1275" b="0">
                <a:solidFill>
                  <a:srgbClr val="43595D"/>
                </a:solidFill>
                <a:latin typeface="Nimbus Sans"/>
                <a:ea typeface="Nimbus Sans"/>
                <a:cs typeface="Nimbus Sans"/>
              </a:rPr>
              <a:t>event</a:t>
            </a:r>
          </a:p>
        </p:txBody>
      </p:sp>
      <p:cxnSp>
        <p:nvCxnSpPr>
          <p:cNvPr id="14" name="S15_history_edge_1" descr="DATA: stored evidence">
            <a:extLst>
              <a:ext uri="urn:g6b3r1:native-source:v1">
                <g6:source xmlns:g6="urn:g6b3r1:native-source:v1">{"alt":"DATA: stored evidence","color":"#176B68","h":0,"head":"triangle","id":"S15_history_edge_1","kind":"arrow","reading_order":12,"relation_type":"DATA","source_id":"S15_history_1","stroke_width":2,"target_id":"S15_history_2","w":89.33333333333337,"x":595.3333333333333,"y":267}</g6:source>
              </a:ext>
            </a:extLst>
          </p:cNvPr>
          <p:cNvCxnSpPr>
            <a:stCxn xmlns:a="http://schemas.openxmlformats.org/drawingml/2006/main" id="6" idx="3"/>
            <a:endCxn xmlns:a="http://schemas.openxmlformats.org/drawingml/2006/main" id="8" idx="1"/>
          </p:cNvCxnSpPr>
          <p:nvPr/>
        </p:nvCxnSpPr>
        <p:spPr>
          <a:xfrm xmlns:a="http://schemas.openxmlformats.org/drawingml/2006/main" rot="0" flipH="0" flipV="0">
            <a:off x="5670550" y="2543175"/>
            <a:ext cx="850900" cy="0"/>
          </a:xfrm>
          <a:prstGeom xmlns:a="http://schemas.openxmlformats.org/drawingml/2006/main" prst="straightConnector1">
            <a:avLst/>
          </a:prstGeom>
          <a:ln xmlns:a="http://schemas.openxmlformats.org/drawingml/2006/main" w="19050">
            <a:solidFill>
              <a:srgbClr val="176B68"/>
            </a:solidFill>
            <a:tailEnd type="triangle" w="med" len="med"/>
          </a:ln>
        </p:spPr>
      </p:cxnSp>
      <p:sp>
        <p:nvSpPr>
          <p:cNvPr id="15" name="S15_history_edge_1_label" descr="history edge 1 label">
            <a:extLst xmlns:a="http://schemas.openxmlformats.org/drawingml/2006/main">
              <a:ext uri="{FF2B5EF4-FFF2-40B4-BE49-F238E27FC236}">
                <a16:creationId xmlns:a16="http://schemas.microsoft.com/office/drawing/2014/main" id="{8F01D4A3-19F0-512F-8EB1-01AFECF55C85}"/>
              </a:ext>
              <a:ext uri="urn:g6b3r1:native-source:v1">
                <g6:source xmlns:g6="urn:g6b3r1:native-source:v1">{"alt":"history edge 1 label","bold":false,"color":"#43595D","font_px":17,"h":78,"id":"S15_history_edge_1_label","kind":"text","line_height_px":19.549999999999997,"reading_order":13,"text":"stored\nevidence","w":81.33333333333337,"x":599.3333333333333,"y":185}</g6:source>
              </a:ext>
            </a:extLst>
          </p:cNvPr>
          <p:cNvSpPr>
            <a:spLocks xmlns:a="http://schemas.openxmlformats.org/drawingml/2006/main" noGrp="1"/>
          </p:cNvSpPr>
          <p:nvPr/>
        </p:nvSpPr>
        <p:spPr>
          <a:xfrm xmlns:a="http://schemas.openxmlformats.org/drawingml/2006/main">
            <a:off x="5708650" y="1762125"/>
            <a:ext cx="77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466"/>
              </a:lnSpc>
              <a:spcBef>
                <a:spcPts val="0"/>
              </a:spcBef>
              <a:spcAft>
                <a:spcPts val="0"/>
              </a:spcAft>
              <a:defRPr sz="1275" b="0">
                <a:solidFill>
                  <a:srgbClr val="43595D"/>
                </a:solidFill>
                <a:latin typeface="Nimbus Sans"/>
                <a:ea typeface="Nimbus Sans"/>
                <a:cs typeface="Nimbus Sans"/>
              </a:defRPr>
            </a:pPr>
            <a:r>
              <a:rPr sz="1275" b="0">
                <a:solidFill>
                  <a:srgbClr val="43595D"/>
                </a:solidFill>
                <a:latin typeface="Nimbus Sans"/>
                <a:ea typeface="Nimbus Sans"/>
                <a:cs typeface="Nimbus Sans"/>
              </a:rPr>
              <a:t>stored</a:t>
            </a:r>
          </a:p>
          <a:p xmlns:a="http://schemas.openxmlformats.org/drawingml/2006/main">
            <a:pPr algn="l">
              <a:lnSpc>
                <a:spcPts val="1466"/>
              </a:lnSpc>
              <a:spcBef>
                <a:spcPts val="0"/>
              </a:spcBef>
              <a:spcAft>
                <a:spcPts val="0"/>
              </a:spcAft>
              <a:defRPr sz="1275" b="0">
                <a:solidFill>
                  <a:srgbClr val="43595D"/>
                </a:solidFill>
                <a:latin typeface="Nimbus Sans"/>
                <a:ea typeface="Nimbus Sans"/>
                <a:cs typeface="Nimbus Sans"/>
              </a:defRPr>
            </a:pPr>
            <a:r>
              <a:rPr sz="1275" b="0">
                <a:solidFill>
                  <a:srgbClr val="43595D"/>
                </a:solidFill>
                <a:latin typeface="Nimbus Sans"/>
                <a:ea typeface="Nimbus Sans"/>
                <a:cs typeface="Nimbus Sans"/>
              </a:rPr>
              <a:t>evidence</a:t>
            </a:r>
          </a:p>
        </p:txBody>
      </p:sp>
      <p:cxnSp>
        <p:nvCxnSpPr>
          <p:cNvPr id="16" name="S15_history_edge_2" descr="DATA: eligible material">
            <a:extLst>
              <a:ext uri="urn:g6b3r1:native-source:v1">
                <g6:source xmlns:g6="urn:g6b3r1:native-source:v1">{"alt":"DATA: eligible material","color":"#176B68","h":0,"head":"triangle","id":"S15_history_edge_2","kind":"arrow","reading_order":14,"relation_type":"DATA","source_id":"S15_history_2","stroke_width":2,"target_id":"S15_history_3","w":89.33333333333337,"x":909.6666666666666,"y":267}</g6:source>
              </a:ext>
            </a:extLst>
          </p:cNvPr>
          <p:cNvCxnSpPr>
            <a:stCxn xmlns:a="http://schemas.openxmlformats.org/drawingml/2006/main" id="8" idx="3"/>
            <a:endCxn xmlns:a="http://schemas.openxmlformats.org/drawingml/2006/main" id="10" idx="1"/>
          </p:cNvCxnSpPr>
          <p:nvPr/>
        </p:nvCxnSpPr>
        <p:spPr>
          <a:xfrm xmlns:a="http://schemas.openxmlformats.org/drawingml/2006/main" rot="0" flipH="0" flipV="0">
            <a:off x="8664575" y="2543175"/>
            <a:ext cx="850900" cy="0"/>
          </a:xfrm>
          <a:prstGeom xmlns:a="http://schemas.openxmlformats.org/drawingml/2006/main" prst="straightConnector1">
            <a:avLst/>
          </a:prstGeom>
          <a:ln xmlns:a="http://schemas.openxmlformats.org/drawingml/2006/main" w="19050">
            <a:solidFill>
              <a:srgbClr val="176B68"/>
            </a:solidFill>
            <a:tailEnd type="triangle" w="med" len="med"/>
          </a:ln>
        </p:spPr>
      </p:cxnSp>
      <p:sp>
        <p:nvSpPr>
          <p:cNvPr id="17" name="S15_history_edge_2_label" descr="history edge 2 label">
            <a:extLst xmlns:a="http://schemas.openxmlformats.org/drawingml/2006/main">
              <a:ext uri="{FF2B5EF4-FFF2-40B4-BE49-F238E27FC236}">
                <a16:creationId xmlns:a16="http://schemas.microsoft.com/office/drawing/2014/main" id="{B7289ED2-DF6C-5E5A-96F5-E2A78CA97D2D}"/>
              </a:ext>
              <a:ext uri="urn:g6b3r1:native-source:v1">
                <g6:source xmlns:g6="urn:g6b3r1:native-source:v1">{"alt":"history edge 2 label","bold":false,"color":"#43595D","font_px":17,"h":78,"id":"S15_history_edge_2_label","kind":"text","line_height_px":19.549999999999997,"reading_order":15,"text":"eligible\nmaterial","w":81.33333333333337,"x":913.6666666666666,"y":185}</g6:source>
              </a:ext>
            </a:extLst>
          </p:cNvPr>
          <p:cNvSpPr>
            <a:spLocks xmlns:a="http://schemas.openxmlformats.org/drawingml/2006/main" noGrp="1"/>
          </p:cNvSpPr>
          <p:nvPr/>
        </p:nvSpPr>
        <p:spPr>
          <a:xfrm xmlns:a="http://schemas.openxmlformats.org/drawingml/2006/main">
            <a:off x="8702675" y="1762125"/>
            <a:ext cx="77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466"/>
              </a:lnSpc>
              <a:spcBef>
                <a:spcPts val="0"/>
              </a:spcBef>
              <a:spcAft>
                <a:spcPts val="0"/>
              </a:spcAft>
              <a:defRPr sz="1275" b="0">
                <a:solidFill>
                  <a:srgbClr val="43595D"/>
                </a:solidFill>
                <a:latin typeface="Nimbus Sans"/>
                <a:ea typeface="Nimbus Sans"/>
                <a:cs typeface="Nimbus Sans"/>
              </a:defRPr>
            </a:pPr>
            <a:r>
              <a:rPr sz="1275" b="0">
                <a:solidFill>
                  <a:srgbClr val="43595D"/>
                </a:solidFill>
                <a:latin typeface="Nimbus Sans"/>
                <a:ea typeface="Nimbus Sans"/>
                <a:cs typeface="Nimbus Sans"/>
              </a:rPr>
              <a:t>eligible</a:t>
            </a:r>
          </a:p>
          <a:p xmlns:a="http://schemas.openxmlformats.org/drawingml/2006/main">
            <a:pPr algn="l">
              <a:lnSpc>
                <a:spcPts val="1466"/>
              </a:lnSpc>
              <a:spcBef>
                <a:spcPts val="0"/>
              </a:spcBef>
              <a:spcAft>
                <a:spcPts val="0"/>
              </a:spcAft>
              <a:defRPr sz="1275" b="0">
                <a:solidFill>
                  <a:srgbClr val="43595D"/>
                </a:solidFill>
                <a:latin typeface="Nimbus Sans"/>
                <a:ea typeface="Nimbus Sans"/>
                <a:cs typeface="Nimbus Sans"/>
              </a:defRPr>
            </a:pPr>
            <a:r>
              <a:rPr sz="1275" b="0">
                <a:solidFill>
                  <a:srgbClr val="43595D"/>
                </a:solidFill>
                <a:latin typeface="Nimbus Sans"/>
                <a:ea typeface="Nimbus Sans"/>
                <a:cs typeface="Nimbus Sans"/>
              </a:rPr>
              <a:t>material</a:t>
            </a:r>
          </a:p>
        </p:txBody>
      </p:sp>
      <p:sp>
        <p:nvSpPr>
          <p:cNvPr id="18" name="S15_spend_0" descr="PRESSURE: Finite pressure&#10;and apportionment">
            <a:extLst xmlns:a="http://schemas.openxmlformats.org/drawingml/2006/main">
              <a:ext uri="{FF2B5EF4-FFF2-40B4-BE49-F238E27FC236}">
                <a16:creationId xmlns:a16="http://schemas.microsoft.com/office/drawing/2014/main" id="{1AF246B9-E36D-5610-873E-C0B82E4FEE9B}"/>
              </a:ext>
              <a:ext uri="urn:g6b3r1:native-source:v1">
                <g6:source xmlns:g6="urn:g6b3r1:native-source:v1">{"alt":"PRESSURE: Finite pressure\nand apportionment","entity_id":"PRESSURE","fill":"#EFF5F3","h":110,"id":"S15_spend_0","kind":"rect","reading_order":16,"stroke":"#176B68","stroke_width":2,"w":290,"x":934,"y":435}</g6:source>
              </a:ext>
            </a:extLst>
          </p:cNvPr>
          <p:cNvSpPr>
            <a:spLocks xmlns:a="http://schemas.openxmlformats.org/drawingml/2006/main" noGrp="1"/>
          </p:cNvSpPr>
          <p:nvPr/>
        </p:nvSpPr>
        <p:spPr>
          <a:xfrm xmlns:a="http://schemas.openxmlformats.org/drawingml/2006/main">
            <a:off x="8896350" y="4143375"/>
            <a:ext cx="2762250" cy="1047750"/>
          </a:xfrm>
          <a:prstGeom xmlns:a="http://schemas.openxmlformats.org/drawingml/2006/main" prst="rect">
            <a:avLst/>
          </a:prstGeom>
          <a:solidFill xmlns:a="http://schemas.openxmlformats.org/drawingml/2006/main">
            <a:srgbClr val="EFF5F3"/>
          </a:solidFill>
          <a:ln xmlns:a="http://schemas.openxmlformats.org/drawingml/2006/main" w="19050">
            <a:solidFill>
              <a:srgbClr val="176B68"/>
            </a:solidFill>
          </a:ln>
        </p:spPr>
      </p:sp>
      <p:sp>
        <p:nvSpPr>
          <p:cNvPr id="19" name="S15_spend_0_label" descr="spend 0 label">
            <a:extLst xmlns:a="http://schemas.openxmlformats.org/drawingml/2006/main">
              <a:ext uri="{FF2B5EF4-FFF2-40B4-BE49-F238E27FC236}">
                <a16:creationId xmlns:a16="http://schemas.microsoft.com/office/drawing/2014/main" id="{1FE4F205-21BC-5213-AB22-6517F74C8CE1}"/>
              </a:ext>
              <a:ext uri="urn:g6b3r1:native-source:v1">
                <g6:source xmlns:g6="urn:g6b3r1:native-source:v1">{"alt":"spend 0 label","bold":false,"color":"#16282B","font_px":24,"h":86,"id":"S15_spend_0_label","kind":"text","line_height_px":27.599999999999998,"reading_order":17,"text":"Finite pressure\nand apportionment","w":264,"x":947,"y":447}</g6:source>
              </a:ext>
            </a:extLst>
          </p:cNvPr>
          <p:cNvSpPr>
            <a:spLocks xmlns:a="http://schemas.openxmlformats.org/drawingml/2006/main" noGrp="1"/>
          </p:cNvSpPr>
          <p:nvPr/>
        </p:nvSpPr>
        <p:spPr>
          <a:xfrm xmlns:a="http://schemas.openxmlformats.org/drawingml/2006/main">
            <a:off x="9020175" y="4257675"/>
            <a:ext cx="25146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Finite pressure</a:t>
            </a:r>
          </a:p>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and apportionment</a:t>
            </a:r>
          </a:p>
        </p:txBody>
      </p:sp>
      <p:sp>
        <p:nvSpPr>
          <p:cNvPr id="20" name="S15_spend_1" descr="ALLOCATION: 7 allocation units&#10;4 / 3 becomes 3 / 4">
            <a:extLst xmlns:a="http://schemas.openxmlformats.org/drawingml/2006/main">
              <a:ext uri="{FF2B5EF4-FFF2-40B4-BE49-F238E27FC236}">
                <a16:creationId xmlns:a16="http://schemas.microsoft.com/office/drawing/2014/main" id="{0772BFB2-D678-58FA-8BF0-81E8DC7614BA}"/>
              </a:ext>
              <a:ext uri="urn:g6b3r1:native-source:v1">
                <g6:source xmlns:g6="urn:g6b3r1:native-source:v1">{"alt":"ALLOCATION: 7 allocation units\n4 / 3 becomes 3 / 4","entity_id":"ALLOCATION","fill":"#EFF5F3","h":110,"id":"S15_spend_1","kind":"rect","reading_order":18,"stroke":"#176B68","stroke_width":2,"w":290,"x":495,"y":435}</g6:source>
              </a:ext>
            </a:extLst>
          </p:cNvPr>
          <p:cNvSpPr>
            <a:spLocks xmlns:a="http://schemas.openxmlformats.org/drawingml/2006/main" noGrp="1"/>
          </p:cNvSpPr>
          <p:nvPr/>
        </p:nvSpPr>
        <p:spPr>
          <a:xfrm xmlns:a="http://schemas.openxmlformats.org/drawingml/2006/main">
            <a:off x="4714875" y="4143375"/>
            <a:ext cx="2762250" cy="1047750"/>
          </a:xfrm>
          <a:prstGeom xmlns:a="http://schemas.openxmlformats.org/drawingml/2006/main" prst="rect">
            <a:avLst/>
          </a:prstGeom>
          <a:solidFill xmlns:a="http://schemas.openxmlformats.org/drawingml/2006/main">
            <a:srgbClr val="EFF5F3"/>
          </a:solidFill>
          <a:ln xmlns:a="http://schemas.openxmlformats.org/drawingml/2006/main" w="19050">
            <a:solidFill>
              <a:srgbClr val="176B68"/>
            </a:solidFill>
          </a:ln>
        </p:spPr>
      </p:sp>
      <p:sp>
        <p:nvSpPr>
          <p:cNvPr id="21" name="S15_spend_1_label" descr="spend 1 label">
            <a:extLst xmlns:a="http://schemas.openxmlformats.org/drawingml/2006/main">
              <a:ext uri="{FF2B5EF4-FFF2-40B4-BE49-F238E27FC236}">
                <a16:creationId xmlns:a16="http://schemas.microsoft.com/office/drawing/2014/main" id="{4936C6B3-B729-5A16-A94C-D19F80822448}"/>
              </a:ext>
              <a:ext uri="urn:g6b3r1:native-source:v1">
                <g6:source xmlns:g6="urn:g6b3r1:native-source:v1">{"alt":"spend 1 label","bold":false,"color":"#16282B","font_px":24,"h":86,"id":"S15_spend_1_label","kind":"text","line_height_px":27.599999999999998,"reading_order":19,"text":"7 allocation units\n4 / 3 becomes 3 / 4","w":264,"x":508,"y":447}</g6:source>
              </a:ext>
            </a:extLst>
          </p:cNvPr>
          <p:cNvSpPr>
            <a:spLocks xmlns:a="http://schemas.openxmlformats.org/drawingml/2006/main" noGrp="1"/>
          </p:cNvSpPr>
          <p:nvPr/>
        </p:nvSpPr>
        <p:spPr>
          <a:xfrm xmlns:a="http://schemas.openxmlformats.org/drawingml/2006/main">
            <a:off x="4838700" y="4257675"/>
            <a:ext cx="25146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7 allocation units</a:t>
            </a:r>
          </a:p>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4 / 3 becomes 3 / 4</a:t>
            </a:r>
          </a:p>
        </p:txBody>
      </p:sp>
      <p:sp>
        <p:nvSpPr>
          <p:cNvPr id="22" name="S15_spend_2" descr="WORK: Actual Work&#10;dispatch budget 9">
            <a:extLst xmlns:a="http://schemas.openxmlformats.org/drawingml/2006/main">
              <a:ext uri="{FF2B5EF4-FFF2-40B4-BE49-F238E27FC236}">
                <a16:creationId xmlns:a16="http://schemas.microsoft.com/office/drawing/2014/main" id="{DD6F715F-5EDB-5603-BC67-FB70FD35240E}"/>
              </a:ext>
              <a:ext uri="urn:g6b3r1:native-source:v1">
                <g6:source xmlns:g6="urn:g6b3r1:native-source:v1">{"alt":"WORK: Actual Work\ndispatch budget 9","entity_id":"WORK","fill":"#EFF5F3","h":110,"id":"S15_spend_2","kind":"rect","reading_order":20,"stroke":"#176B68","stroke_width":2,"w":290,"x":56,"y":435}</g6:source>
              </a:ext>
            </a:extLst>
          </p:cNvPr>
          <p:cNvSpPr>
            <a:spLocks xmlns:a="http://schemas.openxmlformats.org/drawingml/2006/main" noGrp="1"/>
          </p:cNvSpPr>
          <p:nvPr/>
        </p:nvSpPr>
        <p:spPr>
          <a:xfrm xmlns:a="http://schemas.openxmlformats.org/drawingml/2006/main">
            <a:off x="533400" y="4143375"/>
            <a:ext cx="2762250" cy="1047750"/>
          </a:xfrm>
          <a:prstGeom xmlns:a="http://schemas.openxmlformats.org/drawingml/2006/main" prst="rect">
            <a:avLst/>
          </a:prstGeom>
          <a:solidFill xmlns:a="http://schemas.openxmlformats.org/drawingml/2006/main">
            <a:srgbClr val="EFF5F3"/>
          </a:solidFill>
          <a:ln xmlns:a="http://schemas.openxmlformats.org/drawingml/2006/main" w="19050">
            <a:solidFill>
              <a:srgbClr val="176B68"/>
            </a:solidFill>
          </a:ln>
        </p:spPr>
      </p:sp>
      <p:sp>
        <p:nvSpPr>
          <p:cNvPr id="23" name="S15_spend_2_label" descr="spend 2 label">
            <a:extLst xmlns:a="http://schemas.openxmlformats.org/drawingml/2006/main">
              <a:ext uri="{FF2B5EF4-FFF2-40B4-BE49-F238E27FC236}">
                <a16:creationId xmlns:a16="http://schemas.microsoft.com/office/drawing/2014/main" id="{102845C9-A9BE-55D6-BD55-E8D91596A909}"/>
              </a:ext>
              <a:ext uri="urn:g6b3r1:native-source:v1">
                <g6:source xmlns:g6="urn:g6b3r1:native-source:v1">{"alt":"spend 2 label","bold":false,"color":"#16282B","font_px":24,"h":86,"id":"S15_spend_2_label","kind":"text","line_height_px":27.599999999999998,"reading_order":21,"text":"Actual Work\ndispatch budget 9","w":264,"x":69,"y":447}</g6:source>
              </a:ext>
            </a:extLst>
          </p:cNvPr>
          <p:cNvSpPr>
            <a:spLocks xmlns:a="http://schemas.openxmlformats.org/drawingml/2006/main" noGrp="1"/>
          </p:cNvSpPr>
          <p:nvPr/>
        </p:nvSpPr>
        <p:spPr>
          <a:xfrm xmlns:a="http://schemas.openxmlformats.org/drawingml/2006/main">
            <a:off x="657225" y="4257675"/>
            <a:ext cx="25146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Actual Work</a:t>
            </a:r>
          </a:p>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dispatch budget 9</a:t>
            </a:r>
          </a:p>
        </p:txBody>
      </p:sp>
      <p:cxnSp>
        <p:nvCxnSpPr>
          <p:cNvPr id="24" name="S15_spend_edge_0" descr="DERIVATION: integer allocation">
            <a:extLst>
              <a:ext uri="urn:g6b3r1:native-source:v1">
                <g6:source xmlns:g6="urn:g6b3r1:native-source:v1">{"alt":"DERIVATION: integer allocation","color":"#176B68","h":0,"head":"triangle","id":"S15_spend_edge_0","kind":"arrow","reading_order":22,"relation_type":"DERIVATION","source_id":"S15_spend_0","stroke_width":2,"target_id":"S15_spend_1","w":-149,"x":934,"y":490}</g6:source>
              </a:ext>
            </a:extLst>
          </p:cNvPr>
          <p:cNvCxnSpPr>
            <a:stCxn xmlns:a="http://schemas.openxmlformats.org/drawingml/2006/main" id="18" idx="1"/>
            <a:endCxn xmlns:a="http://schemas.openxmlformats.org/drawingml/2006/main" id="20" idx="3"/>
          </p:cNvCxnSpPr>
          <p:nvPr/>
        </p:nvCxnSpPr>
        <p:spPr>
          <a:xfrm xmlns:a="http://schemas.openxmlformats.org/drawingml/2006/main" flipH="1" rot="0" flipV="0">
            <a:off x="7477125" y="4667250"/>
            <a:ext cx="1419225" cy="0"/>
          </a:xfrm>
          <a:prstGeom xmlns:a="http://schemas.openxmlformats.org/drawingml/2006/main" prst="straightConnector1">
            <a:avLst/>
          </a:prstGeom>
          <a:ln xmlns:a="http://schemas.openxmlformats.org/drawingml/2006/main" w="19050">
            <a:solidFill>
              <a:srgbClr val="176B68"/>
            </a:solidFill>
            <a:tailEnd type="triangle" w="med" len="med"/>
          </a:ln>
        </p:spPr>
      </p:cxnSp>
      <p:sp>
        <p:nvSpPr>
          <p:cNvPr id="25" name="S15_spend_edge_0_label" descr="spend edge 0 label">
            <a:extLst xmlns:a="http://schemas.openxmlformats.org/drawingml/2006/main">
              <a:ext uri="{FF2B5EF4-FFF2-40B4-BE49-F238E27FC236}">
                <a16:creationId xmlns:a16="http://schemas.microsoft.com/office/drawing/2014/main" id="{20A1E26D-6E57-5C12-BD3D-C8C9B85868BA}"/>
              </a:ext>
              <a:ext uri="urn:g6b3r1:native-source:v1">
                <g6:source xmlns:g6="urn:g6b3r1:native-source:v1">{"alt":"spend edge 0 label","bold":false,"color":"#43595D","font_px":17,"h":78,"id":"S15_spend_edge_0_label","kind":"text","line_height_px":19.549999999999997,"reading_order":23,"text":"integer allocation","w":141,"x":789,"y":408}</g6:source>
              </a:ext>
            </a:extLst>
          </p:cNvPr>
          <p:cNvSpPr>
            <a:spLocks xmlns:a="http://schemas.openxmlformats.org/drawingml/2006/main" noGrp="1"/>
          </p:cNvSpPr>
          <p:nvPr/>
        </p:nvSpPr>
        <p:spPr>
          <a:xfrm xmlns:a="http://schemas.openxmlformats.org/drawingml/2006/main">
            <a:off x="7515225" y="3886200"/>
            <a:ext cx="13430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466"/>
              </a:lnSpc>
              <a:spcBef>
                <a:spcPts val="0"/>
              </a:spcBef>
              <a:spcAft>
                <a:spcPts val="0"/>
              </a:spcAft>
              <a:defRPr sz="1275" b="0">
                <a:solidFill>
                  <a:srgbClr val="43595D"/>
                </a:solidFill>
                <a:latin typeface="Nimbus Sans"/>
                <a:ea typeface="Nimbus Sans"/>
                <a:cs typeface="Nimbus Sans"/>
              </a:defRPr>
            </a:pPr>
            <a:r>
              <a:rPr sz="1275" b="0">
                <a:solidFill>
                  <a:srgbClr val="43595D"/>
                </a:solidFill>
                <a:latin typeface="Nimbus Sans"/>
                <a:ea typeface="Nimbus Sans"/>
                <a:cs typeface="Nimbus Sans"/>
              </a:rPr>
              <a:t>integer allocation</a:t>
            </a:r>
          </a:p>
        </p:txBody>
      </p:sp>
      <p:cxnSp>
        <p:nvCxnSpPr>
          <p:cNvPr id="26" name="S15_spend_edge_1" descr="EXECUTION: bounded dispatch">
            <a:extLst>
              <a:ext uri="urn:g6b3r1:native-source:v1">
                <g6:source xmlns:g6="urn:g6b3r1:native-source:v1">{"alt":"EXECUTION: bounded dispatch","color":"#176B68","h":0,"head":"triangle","id":"S15_spend_edge_1","kind":"arrow","reading_order":24,"relation_type":"EXECUTION","source_id":"S15_spend_1","stroke_width":2,"target_id":"S15_spend_2","w":-149,"x":495,"y":490}</g6:source>
              </a:ext>
            </a:extLst>
          </p:cNvPr>
          <p:cNvCxnSpPr>
            <a:stCxn xmlns:a="http://schemas.openxmlformats.org/drawingml/2006/main" id="20" idx="1"/>
            <a:endCxn xmlns:a="http://schemas.openxmlformats.org/drawingml/2006/main" id="22" idx="3"/>
          </p:cNvCxnSpPr>
          <p:nvPr/>
        </p:nvCxnSpPr>
        <p:spPr>
          <a:xfrm xmlns:a="http://schemas.openxmlformats.org/drawingml/2006/main" flipH="1" rot="0" flipV="0">
            <a:off x="3295650" y="4667250"/>
            <a:ext cx="1419225" cy="0"/>
          </a:xfrm>
          <a:prstGeom xmlns:a="http://schemas.openxmlformats.org/drawingml/2006/main" prst="straightConnector1">
            <a:avLst/>
          </a:prstGeom>
          <a:ln xmlns:a="http://schemas.openxmlformats.org/drawingml/2006/main" w="19050">
            <a:solidFill>
              <a:srgbClr val="176B68"/>
            </a:solidFill>
            <a:tailEnd type="triangle" w="med" len="med"/>
          </a:ln>
        </p:spPr>
      </p:cxnSp>
      <p:sp>
        <p:nvSpPr>
          <p:cNvPr id="27" name="S15_spend_edge_1_label" descr="spend edge 1 label">
            <a:extLst xmlns:a="http://schemas.openxmlformats.org/drawingml/2006/main">
              <a:ext uri="{FF2B5EF4-FFF2-40B4-BE49-F238E27FC236}">
                <a16:creationId xmlns:a16="http://schemas.microsoft.com/office/drawing/2014/main" id="{54F69B91-A5A5-59DE-ACE2-7A2B7F7D8BFC}"/>
              </a:ext>
              <a:ext uri="urn:g6b3r1:native-source:v1">
                <g6:source xmlns:g6="urn:g6b3r1:native-source:v1">{"alt":"spend edge 1 label","bold":false,"color":"#43595D","font_px":17,"h":78,"id":"S15_spend_edge_1_label","kind":"text","line_height_px":19.549999999999997,"reading_order":25,"text":"bounded dispatch","w":141,"x":350,"y":408}</g6:source>
              </a:ext>
            </a:extLst>
          </p:cNvPr>
          <p:cNvSpPr>
            <a:spLocks xmlns:a="http://schemas.openxmlformats.org/drawingml/2006/main" noGrp="1"/>
          </p:cNvSpPr>
          <p:nvPr/>
        </p:nvSpPr>
        <p:spPr>
          <a:xfrm xmlns:a="http://schemas.openxmlformats.org/drawingml/2006/main">
            <a:off x="3333750" y="3886200"/>
            <a:ext cx="13430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466"/>
              </a:lnSpc>
              <a:spcBef>
                <a:spcPts val="0"/>
              </a:spcBef>
              <a:spcAft>
                <a:spcPts val="0"/>
              </a:spcAft>
              <a:defRPr sz="1275" b="0">
                <a:solidFill>
                  <a:srgbClr val="43595D"/>
                </a:solidFill>
                <a:latin typeface="Nimbus Sans"/>
                <a:ea typeface="Nimbus Sans"/>
                <a:cs typeface="Nimbus Sans"/>
              </a:defRPr>
            </a:pPr>
            <a:r>
              <a:rPr sz="1275" b="0">
                <a:solidFill>
                  <a:srgbClr val="43595D"/>
                </a:solidFill>
                <a:latin typeface="Nimbus Sans"/>
                <a:ea typeface="Nimbus Sans"/>
                <a:cs typeface="Nimbus Sans"/>
              </a:rPr>
              <a:t>bounded dispatch</a:t>
            </a:r>
          </a:p>
        </p:txBody>
      </p:sp>
      <p:cxnSp>
        <p:nvCxnSpPr>
          <p:cNvPr id="28" name="S15_current_advice" descr="DATA: current comparison input">
            <a:extLst>
              <a:ext uri="urn:g6b3r1:native-source:v1">
                <g6:source xmlns:g6="urn:g6b3r1:native-source:v1">{"alt":"DATA: current comparison input","color":"#176B68","h":113,"head":"triangle","id":"S15_current_advice","kind":"arrow","reading_order":26,"relation_type":"DATA","source_id":"S15_history_3","stroke_width":2,"target_id":"S15_spend_0","w":-32.5,"x":1111.5,"y":322}</g6:source>
              </a:ext>
            </a:extLst>
          </p:cNvPr>
          <p:cNvCxnSpPr>
            <a:stCxn xmlns:a="http://schemas.openxmlformats.org/drawingml/2006/main" id="10" idx="2"/>
            <a:endCxn xmlns:a="http://schemas.openxmlformats.org/drawingml/2006/main" id="18" idx="0"/>
          </p:cNvCxnSpPr>
          <p:nvPr/>
        </p:nvCxnSpPr>
        <p:spPr>
          <a:xfrm xmlns:a="http://schemas.openxmlformats.org/drawingml/2006/main" flipH="1" rot="0" flipV="0">
            <a:off x="10277475" y="3067050"/>
            <a:ext cx="309563" cy="1076325"/>
          </a:xfrm>
          <a:prstGeom xmlns:a="http://schemas.openxmlformats.org/drawingml/2006/main" prst="straightConnector1">
            <a:avLst/>
          </a:prstGeom>
          <a:ln xmlns:a="http://schemas.openxmlformats.org/drawingml/2006/main" w="19050">
            <a:solidFill>
              <a:srgbClr val="176B68"/>
            </a:solidFill>
            <a:tailEnd type="triangle" w="med" len="med"/>
          </a:ln>
        </p:spPr>
      </p:cxnSp>
      <p:sp>
        <p:nvSpPr>
          <p:cNvPr id="29" name="S15_current_advice_label" descr="current advice label">
            <a:extLst xmlns:a="http://schemas.openxmlformats.org/drawingml/2006/main">
              <a:ext uri="{FF2B5EF4-FFF2-40B4-BE49-F238E27FC236}">
                <a16:creationId xmlns:a16="http://schemas.microsoft.com/office/drawing/2014/main" id="{0D34E459-3E6A-555E-9BF3-F18200E0EF42}"/>
              </a:ext>
              <a:ext uri="urn:g6b3r1:native-source:v1">
                <g6:source xmlns:g6="urn:g6b3r1:native-source:v1">{"alt":"current advice label","bold":false,"color":"#43595D","font_px":19,"h":53,"id":"S15_current_advice_label","kind":"text","line_height_px":21.849999999999998,"reading_order":27,"text":"current comparison input","w":340,"x":858,"y":353}</g6:source>
              </a:ext>
            </a:extLst>
          </p:cNvPr>
          <p:cNvSpPr>
            <a:spLocks xmlns:a="http://schemas.openxmlformats.org/drawingml/2006/main" noGrp="1"/>
          </p:cNvSpPr>
          <p:nvPr/>
        </p:nvSpPr>
        <p:spPr>
          <a:xfrm xmlns:a="http://schemas.openxmlformats.org/drawingml/2006/main">
            <a:off x="8172450" y="3362325"/>
            <a:ext cx="3238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639"/>
              </a:lnSpc>
              <a:spcBef>
                <a:spcPts val="0"/>
              </a:spcBef>
              <a:spcAft>
                <a:spcPts val="0"/>
              </a:spcAft>
              <a:defRPr sz="1425" b="0">
                <a:solidFill>
                  <a:srgbClr val="43595D"/>
                </a:solidFill>
                <a:latin typeface="Nimbus Sans"/>
                <a:ea typeface="Nimbus Sans"/>
                <a:cs typeface="Nimbus Sans"/>
              </a:defRPr>
            </a:pPr>
            <a:r>
              <a:rPr sz="1425" b="0">
                <a:solidFill>
                  <a:srgbClr val="43595D"/>
                </a:solidFill>
                <a:latin typeface="Nimbus Sans"/>
                <a:ea typeface="Nimbus Sans"/>
                <a:cs typeface="Nimbus Sans"/>
              </a:rPr>
              <a:t>current comparison input</a:t>
            </a:r>
          </a:p>
        </p:txBody>
      </p:sp>
      <p:sp>
        <p:nvSpPr>
          <p:cNvPr id="30" name="S15_qualification" descr="qualification">
            <a:extLst xmlns:a="http://schemas.openxmlformats.org/drawingml/2006/main">
              <a:ext uri="{FF2B5EF4-FFF2-40B4-BE49-F238E27FC236}">
                <a16:creationId xmlns:a16="http://schemas.microsoft.com/office/drawing/2014/main" id="{708CAA8A-1FD4-5EA9-BFCC-3B95A5174503}"/>
              </a:ext>
              <a:ext uri="urn:g6b3r1:native-source:v1">
                <g6:source xmlns:g6="urn:g6b3r1:native-source:v1">{"alt":"qualification","bold":false,"color":"#43595D","font_px":23,"h":58,"id":"S15_qualification","kind":"text","line_height_px":26.45,"reading_order":28,"text":"Budget 9 = 1 spent + 1 reserved + 7 allocated. N4-04 is a separate 1-to-0 domain-call witness with current reads\nand reviews.","w":1162,"x":56,"y":596}</g6:source>
              </a:ext>
            </a:extLst>
          </p:cNvPr>
          <p:cNvSpPr>
            <a:spLocks xmlns:a="http://schemas.openxmlformats.org/drawingml/2006/main" noGrp="1"/>
          </p:cNvSpPr>
          <p:nvPr/>
        </p:nvSpPr>
        <p:spPr>
          <a:xfrm xmlns:a="http://schemas.openxmlformats.org/drawingml/2006/main">
            <a:off x="533400" y="5676900"/>
            <a:ext cx="11068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984"/>
              </a:lnSpc>
              <a:spcBef>
                <a:spcPts val="0"/>
              </a:spcBef>
              <a:spcAft>
                <a:spcPts val="0"/>
              </a:spcAft>
              <a:defRPr sz="1725" b="0">
                <a:solidFill>
                  <a:srgbClr val="43595D"/>
                </a:solidFill>
                <a:latin typeface="Nimbus Sans"/>
                <a:ea typeface="Nimbus Sans"/>
                <a:cs typeface="Nimbus Sans"/>
              </a:defRPr>
            </a:pPr>
            <a:r>
              <a:rPr sz="1725" b="0">
                <a:solidFill>
                  <a:srgbClr val="43595D"/>
                </a:solidFill>
                <a:latin typeface="Nimbus Sans"/>
                <a:ea typeface="Nimbus Sans"/>
                <a:cs typeface="Nimbus Sans"/>
              </a:rPr>
              <a:t>Budget 9 = 1 spent + 1 reserved + 7 allocated. N4-04 is a separate 1-to-0 domain-call witness with current reads</a:t>
            </a:r>
          </a:p>
          <a:p xmlns:a="http://schemas.openxmlformats.org/drawingml/2006/main">
            <a:pPr algn="l">
              <a:lnSpc>
                <a:spcPts val="1984"/>
              </a:lnSpc>
              <a:spcBef>
                <a:spcPts val="0"/>
              </a:spcBef>
              <a:spcAft>
                <a:spcPts val="0"/>
              </a:spcAft>
              <a:defRPr sz="1725" b="0">
                <a:solidFill>
                  <a:srgbClr val="43595D"/>
                </a:solidFill>
                <a:latin typeface="Nimbus Sans"/>
                <a:ea typeface="Nimbus Sans"/>
                <a:cs typeface="Nimbus Sans"/>
              </a:defRPr>
            </a:pPr>
            <a:r>
              <a:rPr sz="1725" b="0">
                <a:solidFill>
                  <a:srgbClr val="43595D"/>
                </a:solidFill>
                <a:latin typeface="Nimbus Sans"/>
                <a:ea typeface="Nimbus Sans"/>
                <a:cs typeface="Nimbus Sans"/>
              </a:rPr>
              <a:t>and reviews.</a:t>
            </a:r>
          </a:p>
        </p:txBody>
      </p:sp>
      <p:sp>
        <p:nvSpPr>
          <p:cNvPr id="31" name="S15_rule" descr="rule">
            <a:extLst xmlns:a="http://schemas.openxmlformats.org/drawingml/2006/main">
              <a:ext uri="{FF2B5EF4-FFF2-40B4-BE49-F238E27FC236}">
                <a16:creationId xmlns:a16="http://schemas.microsoft.com/office/drawing/2014/main" id="{976E8F8E-39D3-5799-B973-021B2AFECB1C}"/>
              </a:ext>
              <a:ext uri="urn:g6b3r1:native-source:v1">
                <g6:source xmlns:g6="urn:g6b3r1:native-source:v1">{"alt":"rule","color":"#B8C8C6","h":0,"id":"S15_rule","kind":"line","reading_order":29,"stroke_width":1,"w":1162,"x":56,"y":671}</g6:source>
              </a:ext>
            </a:extLst>
          </p:cNvPr>
          <p:cNvSpPr>
            <a:spLocks xmlns:a="http://schemas.openxmlformats.org/drawingml/2006/main" noGrp="1"/>
          </p:cNvSpPr>
          <p:nvPr/>
        </p:nvSpPr>
        <p:spPr>
          <a:xfrm xmlns:a="http://schemas.openxmlformats.org/drawingml/2006/main" flipH="0" flipV="0" rot="0">
            <a:off x="533400" y="6391275"/>
            <a:ext cx="11068050" cy="0"/>
          </a:xfrm>
          <a:prstGeom xmlns:a="http://schemas.openxmlformats.org/drawingml/2006/main" prst="line">
            <a:avLst/>
          </a:prstGeom>
          <a:noFill xmlns:a="http://schemas.openxmlformats.org/drawingml/2006/main"/>
          <a:ln xmlns:a="http://schemas.openxmlformats.org/drawingml/2006/main" w="9525">
            <a:solidFill>
              <a:srgbClr val="B8C8C6"/>
            </a:solidFill>
          </a:ln>
        </p:spPr>
      </p:sp>
      <p:sp>
        <p:nvSpPr>
          <p:cNvPr id="32" name="S15_source_link" descr="source link">
            <a:hlinkClick r:id="g6b3r1Link31"/>
            <a:extLst xmlns:a="http://schemas.openxmlformats.org/drawingml/2006/main">
              <a:ext uri="{FF2B5EF4-FFF2-40B4-BE49-F238E27FC236}">
                <a16:creationId xmlns:a16="http://schemas.microsoft.com/office/drawing/2014/main" id="{61DC4660-7B8F-553A-A38F-677C21FCCBB6}"/>
              </a:ext>
              <a:ext uri="urn:g6b3r1:native-source:v1">
                <g6:source xmlns:g6="urn:g6b3r1:native-source:v1">{"alt":"source link","bold":false,"color":"#315E8B","font_px":18,"h":27,"id":"S15_source_link","kind":"text","line_height_px":20.7,"link_target":"../references/experience/source_ledger.md","reading_order":30,"text":"S15 Source: experience","w":560,"x":56,"y":685}</g6:source>
              </a:ext>
            </a:extLst>
          </p:cNvPr>
          <p:cNvSpPr>
            <a:spLocks xmlns:a="http://schemas.openxmlformats.org/drawingml/2006/main" noGrp="1"/>
          </p:cNvSpPr>
          <p:nvPr/>
        </p:nvSpPr>
        <p:spPr>
          <a:xfrm xmlns:a="http://schemas.openxmlformats.org/drawingml/2006/main">
            <a:off x="533400" y="6524625"/>
            <a:ext cx="5334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553"/>
              </a:lnSpc>
              <a:spcBef>
                <a:spcPts val="0"/>
              </a:spcBef>
              <a:spcAft>
                <a:spcPts val="0"/>
              </a:spcAft>
              <a:defRPr sz="1350" b="0">
                <a:solidFill>
                  <a:srgbClr val="315E8B"/>
                </a:solidFill>
                <a:latin typeface="Nimbus Sans"/>
                <a:ea typeface="Nimbus Sans"/>
                <a:cs typeface="Nimbus Sans"/>
              </a:defRPr>
            </a:pPr>
            <a:r>
              <a:rPr sz="1350" b="0">
                <a:solidFill>
                  <a:srgbClr val="315E8B"/>
                </a:solidFill>
                <a:latin typeface="Nimbus Sans"/>
                <a:ea typeface="Nimbus Sans"/>
                <a:cs typeface="Nimbus Sans"/>
              </a:rPr>
              <a:t>S15 Source: experience</a:t>
            </a:r>
          </a:p>
        </p:txBody>
      </p:sp>
      <p:sp>
        <p:nvSpPr>
          <p:cNvPr id="33" name="S15_atlas_locator" descr="atlas locator">
            <a:hlinkClick r:id="g6b3r1Link32"/>
            <a:extLst xmlns:a="http://schemas.openxmlformats.org/drawingml/2006/main">
              <a:ext uri="{FF2B5EF4-FFF2-40B4-BE49-F238E27FC236}">
                <a16:creationId xmlns:a16="http://schemas.microsoft.com/office/drawing/2014/main" id="{9DDA2A69-BE22-51D1-A603-7CA755077C16}"/>
              </a:ext>
              <a:ext uri="urn:g6b3r1:native-source:v1">
                <g6:source xmlns:g6="urn:g6b3r1:native-source:v1">{"alt":"atlas locator","bold":false,"color":"#315E8B","font_px":17,"h":27,"id":"S15_atlas_locator","kind":"text","line_height_px":19.549999999999997,"link_target":"../atlas/README.html","reading_order":31,"text":"Atlas: Overview / GEO 1 2 3 4 5 6 7","w":560,"x":660,"y":685}</g6:source>
              </a:ext>
            </a:extLst>
          </p:cNvPr>
          <p:cNvSpPr>
            <a:spLocks xmlns:a="http://schemas.openxmlformats.org/drawingml/2006/main" noGrp="1"/>
          </p:cNvSpPr>
          <p:nvPr/>
        </p:nvSpPr>
        <p:spPr>
          <a:xfrm xmlns:a="http://schemas.openxmlformats.org/drawingml/2006/main">
            <a:off x="6286500" y="6524625"/>
            <a:ext cx="5334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466"/>
              </a:lnSpc>
              <a:spcBef>
                <a:spcPts val="0"/>
              </a:spcBef>
              <a:spcAft>
                <a:spcPts val="0"/>
              </a:spcAft>
              <a:defRPr sz="1275" b="0">
                <a:solidFill>
                  <a:srgbClr val="315E8B"/>
                </a:solidFill>
                <a:latin typeface="Nimbus Sans"/>
                <a:ea typeface="Nimbus Sans"/>
                <a:cs typeface="Nimbus Sans"/>
              </a:defRPr>
            </a:pPr>
            <a:r>
              <a:rPr sz="1275" b="0">
                <a:solidFill>
                  <a:srgbClr val="315E8B"/>
                </a:solidFill>
                <a:latin typeface="Nimbus Sans"/>
                <a:ea typeface="Nimbus Sans"/>
                <a:cs typeface="Nimbus Sans"/>
              </a:rPr>
              <a:t>Atlas: Overview / GEO 1 2 3 4 5 6 7</a:t>
            </a:r>
          </a:p>
        </p:txBody>
      </p:sp>
    </p:spTree>
    <p:extLst>
      <p:ext uri="{BB962C8B-B14F-4D97-AF65-F5344CB8AC3E}">
        <p14:creationId xmlns:p14="http://schemas.microsoft.com/office/powerpoint/2010/main" val="2162302096"/>
      </p:ext>
      <p:ext uri="urn:g6b3r1:native-source:v1">
        <g6:source xmlns:g6="urn:g6b3r1:native-source:v1">{"id":"S15","notes_en":"G3 / G4 RECORDED MECHANISMS  /  Eligibility and Root descent precede current advisory use\n\nRecorded experience changes finite expenditure G3 / G4 RECORDED MECHANISMS / Eligibility and Root descent precede current advisory use Source-bound outcome event OFE record; then fold / retained history DRS read; then current Root descent Advisory values current comparison qualified event stored evidence eligible material Finite pressure and apportionment 7 allocation units 4 / 3 becomes 3 / 4 Actual Work dispatch budget 9 integer allocation bounded dispatch current comparison input Budget 9 = 1 spent + 1 reserved + 7 allocated. N4-04 is a separate 1-to-0 domain-call witness with current reads and reviews.\n\nThis is an editorial explanation of the named recorded or conceptual scope, not a new runtime result. Follow the source references for exact fields and limitations. B5 and final publication are not performed.","notes_ru":"Исходное событие, OFE, терминальное GT и текущая рекомендация различаются. История проходит текущий допуск, затем влияет на давление и конечное распределение. Это не полномочие и не измеренный speedup.","reading_order":["S15_title","S15_scope","S15_history_0","S15_history_0_label","S15_history_1","S15_history_1_label","S15_history_2","S15_history_2_label","S15_history_3","S15_history_3_label","S15_history_edge_0","S15_history_edge_0_label","S15_history_edge_1","S15_history_edge_1_label","S15_history_edge_2","S15_history_edge_2_label","S15_spend_0","S15_spend_0_label","S15_spend_1","S15_spend_1_label","S15_spend_2","S15_spend_2_label","S15_spend_edge_0","S15_spend_edge_0_label","S15_spend_edge_1","S15_spend_edge_1_label","S15_current_advice","S15_current_advice_label","S15_qualification","S15_rule","S15_source_link","S15_atlas_locator"],"relations":[{"id":"S15_history_edge_0","item":"qualified event","relation":"DERIVATION","source":"OUTCOME","source_object":"S15_history_0","target":"OFE","target_object":"S15_history_1"},{"id":"S15_history_edge_1","item":"stored evidence","relation":"DATA","source":"OFE","source_object":"S15_history_1","target":"DRS","target_object":"S15_history_2"},{"id":"S15_history_edge_2","item":"eligible material","relation":"DATA","source":"DRS","source_object":"S15_history_2","target":"ADVICE","target_object":"S15_history_3"},{"id":"S15_spend_edge_0","item":"integer allocation","relation":"DERIVATION","source":"PRESSURE","source_object":"S15_spend_0","target":"ALLOCATION","target_object":"S15_spend_1"},{"id":"S15_spend_edge_1","item":"bounded dispatch","relation":"EXECUTION","source":"ALLOCATION","source_object":"S15_spend_1","target":"WORK","target_object":"S15_spend_2"},{"id":"S15_current_advice","item":"current comparison input","relation":"DATA","source":"ADVICE","source_object":"S15_history_3","target":"PRESSURE","target_object":"S15_spend_0"}],"scope":"G3 / G4 RECORDED MECHANISMS  /  Eligibility and Root descent precede current advisory use","source_refs":[{"label":"experience","target":"../references/experience/source_ledger.md"},{"label":"chapter","target":"../chapters/05_experience.html"}],"title":"Recorded experience changes finite expenditure"}</g6:source>
      </p:ext>
    </p:extLst>
  </p:cSld>
</p:sld>
</file>

<file path=ppt/slides/slide16.xml><?xml version="1.0" encoding="utf-8"?>
<p:sld xmlns:p="http://schemas.openxmlformats.org/presentationml/2006/main" xmlns:a="http://schemas.openxmlformats.org/drawingml/2006/main" xmlns:r="http://schemas.openxmlformats.org/officeDocument/2006/relationships">
  <p:cSld name="S16">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16_title" descr="title">
            <a:extLst xmlns:a="http://schemas.openxmlformats.org/drawingml/2006/main">
              <a:ext uri="{FF2B5EF4-FFF2-40B4-BE49-F238E27FC236}">
                <a16:creationId xmlns:a16="http://schemas.microsoft.com/office/drawing/2014/main" id="{50957A36-C2BA-5ABB-9C80-C2A2CF24F559}"/>
              </a:ext>
              <a:ext uri="urn:g6b3r1:native-source:v1">
                <g6:source xmlns:g6="urn:g6b3r1:native-source:v1">{"alt":"title","bold":true,"color":"#16282B","font_px":42,"h":75,"id":"S16_title","kind":"text","line_height_px":48.3,"reading_order":0,"text":"Qualified context reaches Work; refusal stops","w":1170,"x":54,"y":36}</g6:source>
              </a:ext>
            </a:extLst>
          </p:cNvPr>
          <p:cNvSpPr>
            <a:spLocks xmlns:a="http://schemas.openxmlformats.org/drawingml/2006/main" noGrp="1"/>
          </p:cNvSpPr>
          <p:nvPr/>
        </p:nvSpPr>
        <p:spPr>
          <a:xfrm xmlns:a="http://schemas.openxmlformats.org/drawingml/2006/main">
            <a:off x="514350" y="342900"/>
            <a:ext cx="11144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3623"/>
              </a:lnSpc>
              <a:spcBef>
                <a:spcPts val="0"/>
              </a:spcBef>
              <a:spcAft>
                <a:spcPts val="0"/>
              </a:spcAft>
              <a:defRPr sz="3150" b="1">
                <a:solidFill>
                  <a:srgbClr val="16282B"/>
                </a:solidFill>
                <a:latin typeface="Nimbus Sans"/>
                <a:ea typeface="Nimbus Sans"/>
                <a:cs typeface="Nimbus Sans"/>
              </a:defRPr>
            </a:pPr>
            <a:r>
              <a:rPr sz="3150" b="1">
                <a:solidFill>
                  <a:srgbClr val="16282B"/>
                </a:solidFill>
                <a:latin typeface="Nimbus Sans"/>
                <a:ea typeface="Nimbus Sans"/>
                <a:cs typeface="Nimbus Sans"/>
              </a:rPr>
              <a:t>Qualified context reaches Work; refusal stops</a:t>
            </a:r>
          </a:p>
        </p:txBody>
      </p:sp>
      <p:sp>
        <p:nvSpPr>
          <p:cNvPr id="3" name="S16_scope" descr="scope">
            <a:extLst xmlns:a="http://schemas.openxmlformats.org/drawingml/2006/main">
              <a:ext uri="{FF2B5EF4-FFF2-40B4-BE49-F238E27FC236}">
                <a16:creationId xmlns:a16="http://schemas.microsoft.com/office/drawing/2014/main" id="{0405EDEE-804F-58FB-A432-E38F30CB5DD1}"/>
              </a:ext>
              <a:ext uri="urn:g6b3r1:native-source:v1">
                <g6:source xmlns:g6="urn:g6b3r1:native-source:v1">{"alt":"scope","bold":false,"color":"#43595D","font_px":23,"h":54,"id":"S16_scope","kind":"text","line_height_px":26.45,"reading_order":1,"text":"RECORDED FOOTBALL RELATIONS / E is a value inside B; B is material inside C","w":1160,"x":56,"y":113}</g6:source>
              </a:ext>
            </a:extLst>
          </p:cNvPr>
          <p:cNvSpPr>
            <a:spLocks xmlns:a="http://schemas.openxmlformats.org/drawingml/2006/main" noGrp="1"/>
          </p:cNvSpPr>
          <p:nvPr/>
        </p:nvSpPr>
        <p:spPr>
          <a:xfrm xmlns:a="http://schemas.openxmlformats.org/drawingml/2006/main">
            <a:off x="533400" y="1076325"/>
            <a:ext cx="1104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984"/>
              </a:lnSpc>
              <a:spcBef>
                <a:spcPts val="0"/>
              </a:spcBef>
              <a:spcAft>
                <a:spcPts val="0"/>
              </a:spcAft>
              <a:defRPr sz="1725" b="0">
                <a:solidFill>
                  <a:srgbClr val="43595D"/>
                </a:solidFill>
                <a:latin typeface="Nimbus Sans"/>
                <a:ea typeface="Nimbus Sans"/>
                <a:cs typeface="Nimbus Sans"/>
              </a:defRPr>
            </a:pPr>
            <a:r>
              <a:rPr sz="1725" b="0">
                <a:solidFill>
                  <a:srgbClr val="43595D"/>
                </a:solidFill>
                <a:latin typeface="Nimbus Sans"/>
                <a:ea typeface="Nimbus Sans"/>
                <a:cs typeface="Nimbus Sans"/>
              </a:rPr>
              <a:t>RECORDED FOOTBALL RELATIONS / E is a value inside B; B is material inside C</a:t>
            </a:r>
          </a:p>
        </p:txBody>
      </p:sp>
      <p:sp>
        <p:nvSpPr>
          <p:cNvPr id="4" name="S16_body0" descr="E: Producer E&#10;offer_json">
            <a:extLst xmlns:a="http://schemas.openxmlformats.org/drawingml/2006/main">
              <a:ext uri="{FF2B5EF4-FFF2-40B4-BE49-F238E27FC236}">
                <a16:creationId xmlns:a16="http://schemas.microsoft.com/office/drawing/2014/main" id="{B7EEDF91-38F7-533B-B602-7B3632518686}"/>
              </a:ext>
              <a:ext uri="urn:g6b3r1:native-source:v1">
                <g6:source xmlns:g6="urn:g6b3r1:native-source:v1">{"alt":"E: Producer E\noffer_json","entity_id":"E","fill":"#EFF5F3","h":100,"id":"S16_body0","kind":"rect","reading_order":2,"stroke":"#176B68","stroke_width":2,"w":225,"x":56,"y":212}</g6:source>
              </a:ext>
            </a:extLst>
          </p:cNvPr>
          <p:cNvSpPr>
            <a:spLocks xmlns:a="http://schemas.openxmlformats.org/drawingml/2006/main" noGrp="1"/>
          </p:cNvSpPr>
          <p:nvPr/>
        </p:nvSpPr>
        <p:spPr>
          <a:xfrm xmlns:a="http://schemas.openxmlformats.org/drawingml/2006/main">
            <a:off x="533400" y="2019300"/>
            <a:ext cx="2143125" cy="952500"/>
          </a:xfrm>
          <a:prstGeom xmlns:a="http://schemas.openxmlformats.org/drawingml/2006/main" prst="rect">
            <a:avLst/>
          </a:prstGeom>
          <a:solidFill xmlns:a="http://schemas.openxmlformats.org/drawingml/2006/main">
            <a:srgbClr val="EFF5F3"/>
          </a:solidFill>
          <a:ln xmlns:a="http://schemas.openxmlformats.org/drawingml/2006/main" w="19050">
            <a:solidFill>
              <a:srgbClr val="176B68"/>
            </a:solidFill>
          </a:ln>
        </p:spPr>
      </p:sp>
      <p:sp>
        <p:nvSpPr>
          <p:cNvPr id="5" name="S16_body0_label" descr="body0 label">
            <a:extLst xmlns:a="http://schemas.openxmlformats.org/drawingml/2006/main">
              <a:ext uri="{FF2B5EF4-FFF2-40B4-BE49-F238E27FC236}">
                <a16:creationId xmlns:a16="http://schemas.microsoft.com/office/drawing/2014/main" id="{DD1449F9-4D78-582B-90EE-ED69DD20E1E3}"/>
              </a:ext>
              <a:ext uri="urn:g6b3r1:native-source:v1">
                <g6:source xmlns:g6="urn:g6b3r1:native-source:v1">{"alt":"body0 label","bold":false,"color":"#16282B","font_px":24,"h":76,"id":"S16_body0_label","kind":"text","line_height_px":27.599999999999998,"reading_order":3,"text":"Producer E\noffer_json","w":199,"x":69,"y":224}</g6:source>
              </a:ext>
            </a:extLst>
          </p:cNvPr>
          <p:cNvSpPr>
            <a:spLocks xmlns:a="http://schemas.openxmlformats.org/drawingml/2006/main" noGrp="1"/>
          </p:cNvSpPr>
          <p:nvPr/>
        </p:nvSpPr>
        <p:spPr>
          <a:xfrm xmlns:a="http://schemas.openxmlformats.org/drawingml/2006/main">
            <a:off x="657225" y="2133600"/>
            <a:ext cx="18954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Producer E</a:t>
            </a:r>
          </a:p>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offer_json</a:t>
            </a:r>
          </a:p>
        </p:txBody>
      </p:sp>
      <p:sp>
        <p:nvSpPr>
          <p:cNvPr id="6" name="S16_body1" descr="B: Released B&#10;B.offer = E">
            <a:extLst xmlns:a="http://schemas.openxmlformats.org/drawingml/2006/main">
              <a:ext uri="{FF2B5EF4-FFF2-40B4-BE49-F238E27FC236}">
                <a16:creationId xmlns:a16="http://schemas.microsoft.com/office/drawing/2014/main" id="{6B82D12A-C662-5A03-95D7-46F0C1A35E11}"/>
              </a:ext>
              <a:ext uri="urn:g6b3r1:native-source:v1">
                <g6:source xmlns:g6="urn:g6b3r1:native-source:v1">{"alt":"B: Released B\nB.offer = E","entity_id":"B","fill":"#EFF5F3","h":100,"id":"S16_body1","kind":"rect","reading_order":4,"stroke":"#176B68","stroke_width":2,"w":225,"x":357,"y":212}</g6:source>
              </a:ext>
            </a:extLst>
          </p:cNvPr>
          <p:cNvSpPr>
            <a:spLocks xmlns:a="http://schemas.openxmlformats.org/drawingml/2006/main" noGrp="1"/>
          </p:cNvSpPr>
          <p:nvPr/>
        </p:nvSpPr>
        <p:spPr>
          <a:xfrm xmlns:a="http://schemas.openxmlformats.org/drawingml/2006/main">
            <a:off x="3400425" y="2019300"/>
            <a:ext cx="2143125" cy="952500"/>
          </a:xfrm>
          <a:prstGeom xmlns:a="http://schemas.openxmlformats.org/drawingml/2006/main" prst="rect">
            <a:avLst/>
          </a:prstGeom>
          <a:solidFill xmlns:a="http://schemas.openxmlformats.org/drawingml/2006/main">
            <a:srgbClr val="EFF5F3"/>
          </a:solidFill>
          <a:ln xmlns:a="http://schemas.openxmlformats.org/drawingml/2006/main" w="19050">
            <a:solidFill>
              <a:srgbClr val="176B68"/>
            </a:solidFill>
          </a:ln>
        </p:spPr>
      </p:sp>
      <p:sp>
        <p:nvSpPr>
          <p:cNvPr id="7" name="S16_body1_label" descr="body1 label">
            <a:extLst xmlns:a="http://schemas.openxmlformats.org/drawingml/2006/main">
              <a:ext uri="{FF2B5EF4-FFF2-40B4-BE49-F238E27FC236}">
                <a16:creationId xmlns:a16="http://schemas.microsoft.com/office/drawing/2014/main" id="{6B20049C-E80D-5339-9A5D-88964022C849}"/>
              </a:ext>
              <a:ext uri="urn:g6b3r1:native-source:v1">
                <g6:source xmlns:g6="urn:g6b3r1:native-source:v1">{"alt":"body1 label","bold":false,"color":"#16282B","font_px":24,"h":76,"id":"S16_body1_label","kind":"text","line_height_px":27.599999999999998,"reading_order":5,"text":"Released B\nB.offer = E","w":199,"x":370,"y":224}</g6:source>
              </a:ext>
            </a:extLst>
          </p:cNvPr>
          <p:cNvSpPr>
            <a:spLocks xmlns:a="http://schemas.openxmlformats.org/drawingml/2006/main" noGrp="1"/>
          </p:cNvSpPr>
          <p:nvPr/>
        </p:nvSpPr>
        <p:spPr>
          <a:xfrm xmlns:a="http://schemas.openxmlformats.org/drawingml/2006/main">
            <a:off x="3524250" y="2133600"/>
            <a:ext cx="18954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Released B</a:t>
            </a:r>
          </a:p>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B.offer = E</a:t>
            </a:r>
          </a:p>
        </p:txBody>
      </p:sp>
      <p:sp>
        <p:nvSpPr>
          <p:cNvPr id="8" name="S16_body2" descr="CURRENTNESS: Local checks&#10;body / status">
            <a:extLst xmlns:a="http://schemas.openxmlformats.org/drawingml/2006/main">
              <a:ext uri="{FF2B5EF4-FFF2-40B4-BE49-F238E27FC236}">
                <a16:creationId xmlns:a16="http://schemas.microsoft.com/office/drawing/2014/main" id="{5338B717-8830-5DC7-B397-36E8A93CF81C}"/>
              </a:ext>
              <a:ext uri="urn:g6b3r1:native-source:v1">
                <g6:source xmlns:g6="urn:g6b3r1:native-source:v1">{"alt":"CURRENTNESS: Local checks\nbody / status","entity_id":"CURRENTNESS","fill":"#EFF5F3","h":100,"id":"S16_body2","kind":"rect","reading_order":6,"stroke":"#176B68","stroke_width":2,"w":225,"x":658,"y":212}</g6:source>
              </a:ext>
            </a:extLst>
          </p:cNvPr>
          <p:cNvSpPr>
            <a:spLocks xmlns:a="http://schemas.openxmlformats.org/drawingml/2006/main" noGrp="1"/>
          </p:cNvSpPr>
          <p:nvPr/>
        </p:nvSpPr>
        <p:spPr>
          <a:xfrm xmlns:a="http://schemas.openxmlformats.org/drawingml/2006/main">
            <a:off x="6267450" y="2019300"/>
            <a:ext cx="2143125" cy="952500"/>
          </a:xfrm>
          <a:prstGeom xmlns:a="http://schemas.openxmlformats.org/drawingml/2006/main" prst="rect">
            <a:avLst/>
          </a:prstGeom>
          <a:solidFill xmlns:a="http://schemas.openxmlformats.org/drawingml/2006/main">
            <a:srgbClr val="EFF5F3"/>
          </a:solidFill>
          <a:ln xmlns:a="http://schemas.openxmlformats.org/drawingml/2006/main" w="19050">
            <a:solidFill>
              <a:srgbClr val="176B68"/>
            </a:solidFill>
          </a:ln>
        </p:spPr>
      </p:sp>
      <p:sp>
        <p:nvSpPr>
          <p:cNvPr id="9" name="S16_body2_label" descr="body2 label">
            <a:extLst xmlns:a="http://schemas.openxmlformats.org/drawingml/2006/main">
              <a:ext uri="{FF2B5EF4-FFF2-40B4-BE49-F238E27FC236}">
                <a16:creationId xmlns:a16="http://schemas.microsoft.com/office/drawing/2014/main" id="{752A478D-CAC4-552E-B80F-C8FA3223CF75}"/>
              </a:ext>
              <a:ext uri="urn:g6b3r1:native-source:v1">
                <g6:source xmlns:g6="urn:g6b3r1:native-source:v1">{"alt":"body2 label","bold":false,"color":"#16282B","font_px":24,"h":76,"id":"S16_body2_label","kind":"text","line_height_px":27.599999999999998,"reading_order":7,"text":"Local checks\nbody / status","w":199,"x":671,"y":224}</g6:source>
              </a:ext>
            </a:extLst>
          </p:cNvPr>
          <p:cNvSpPr>
            <a:spLocks xmlns:a="http://schemas.openxmlformats.org/drawingml/2006/main" noGrp="1"/>
          </p:cNvSpPr>
          <p:nvPr/>
        </p:nvSpPr>
        <p:spPr>
          <a:xfrm xmlns:a="http://schemas.openxmlformats.org/drawingml/2006/main">
            <a:off x="6391275" y="2133600"/>
            <a:ext cx="18954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Local checks</a:t>
            </a:r>
          </a:p>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body / status</a:t>
            </a:r>
          </a:p>
        </p:txBody>
      </p:sp>
      <p:sp>
        <p:nvSpPr>
          <p:cNvPr id="10" name="S16_body3" descr="C: Qualified C&#10;C.body = B">
            <a:extLst xmlns:a="http://schemas.openxmlformats.org/drawingml/2006/main">
              <a:ext uri="{FF2B5EF4-FFF2-40B4-BE49-F238E27FC236}">
                <a16:creationId xmlns:a16="http://schemas.microsoft.com/office/drawing/2014/main" id="{8E964A5C-982B-56F1-9B1A-740F1DC18467}"/>
              </a:ext>
              <a:ext uri="urn:g6b3r1:native-source:v1">
                <g6:source xmlns:g6="urn:g6b3r1:native-source:v1">{"alt":"C: Qualified C\nC.body = B","entity_id":"C","fill":"#EFF5F3","h":100,"id":"S16_body3","kind":"rect","reading_order":8,"stroke":"#176B68","stroke_width":2,"w":225,"x":959,"y":212}</g6:source>
              </a:ext>
            </a:extLst>
          </p:cNvPr>
          <p:cNvSpPr>
            <a:spLocks xmlns:a="http://schemas.openxmlformats.org/drawingml/2006/main" noGrp="1"/>
          </p:cNvSpPr>
          <p:nvPr/>
        </p:nvSpPr>
        <p:spPr>
          <a:xfrm xmlns:a="http://schemas.openxmlformats.org/drawingml/2006/main">
            <a:off x="9134475" y="2019300"/>
            <a:ext cx="2143125" cy="952500"/>
          </a:xfrm>
          <a:prstGeom xmlns:a="http://schemas.openxmlformats.org/drawingml/2006/main" prst="rect">
            <a:avLst/>
          </a:prstGeom>
          <a:solidFill xmlns:a="http://schemas.openxmlformats.org/drawingml/2006/main">
            <a:srgbClr val="EFF5F3"/>
          </a:solidFill>
          <a:ln xmlns:a="http://schemas.openxmlformats.org/drawingml/2006/main" w="19050">
            <a:solidFill>
              <a:srgbClr val="176B68"/>
            </a:solidFill>
          </a:ln>
        </p:spPr>
      </p:sp>
      <p:sp>
        <p:nvSpPr>
          <p:cNvPr id="11" name="S16_body3_label" descr="body3 label">
            <a:extLst xmlns:a="http://schemas.openxmlformats.org/drawingml/2006/main">
              <a:ext uri="{FF2B5EF4-FFF2-40B4-BE49-F238E27FC236}">
                <a16:creationId xmlns:a16="http://schemas.microsoft.com/office/drawing/2014/main" id="{79C3C87B-3D1E-5684-B881-31A7EF0A8298}"/>
              </a:ext>
              <a:ext uri="urn:g6b3r1:native-source:v1">
                <g6:source xmlns:g6="urn:g6b3r1:native-source:v1">{"alt":"body3 label","bold":false,"color":"#16282B","font_px":24,"h":76,"id":"S16_body3_label","kind":"text","line_height_px":27.599999999999998,"reading_order":9,"text":"Qualified C\nC.body = B","w":199,"x":972,"y":224}</g6:source>
              </a:ext>
            </a:extLst>
          </p:cNvPr>
          <p:cNvSpPr>
            <a:spLocks xmlns:a="http://schemas.openxmlformats.org/drawingml/2006/main" noGrp="1"/>
          </p:cNvSpPr>
          <p:nvPr/>
        </p:nvSpPr>
        <p:spPr>
          <a:xfrm xmlns:a="http://schemas.openxmlformats.org/drawingml/2006/main">
            <a:off x="9258300" y="2133600"/>
            <a:ext cx="18954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Qualified C</a:t>
            </a:r>
          </a:p>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C.body = B</a:t>
            </a:r>
          </a:p>
        </p:txBody>
      </p:sp>
      <p:cxnSp>
        <p:nvCxnSpPr>
          <p:cNvPr id="12" name="S16_flow0" descr="DATA: value">
            <a:extLst>
              <a:ext uri="urn:g6b3r1:native-source:v1">
                <g6:source xmlns:g6="urn:g6b3r1:native-source:v1">{"alt":"DATA: value","color":"#176B68","h":0,"head":"triangle","id":"S16_flow0","kind":"arrow","reading_order":10,"relation_type":"DATA","source_id":"S16_body0","stroke_width":2,"target_id":"S16_body1","w":76,"x":281,"y":262}</g6:source>
              </a:ext>
            </a:extLst>
          </p:cNvPr>
          <p:cNvCxnSpPr>
            <a:stCxn xmlns:a="http://schemas.openxmlformats.org/drawingml/2006/main" id="4" idx="3"/>
            <a:endCxn xmlns:a="http://schemas.openxmlformats.org/drawingml/2006/main" id="6" idx="1"/>
          </p:cNvCxnSpPr>
          <p:nvPr/>
        </p:nvCxnSpPr>
        <p:spPr>
          <a:xfrm xmlns:a="http://schemas.openxmlformats.org/drawingml/2006/main" rot="0" flipH="0" flipV="0">
            <a:off x="2676525" y="2495550"/>
            <a:ext cx="723900" cy="0"/>
          </a:xfrm>
          <a:prstGeom xmlns:a="http://schemas.openxmlformats.org/drawingml/2006/main" prst="straightConnector1">
            <a:avLst/>
          </a:prstGeom>
          <a:ln xmlns:a="http://schemas.openxmlformats.org/drawingml/2006/main" w="19050">
            <a:solidFill>
              <a:srgbClr val="176B68"/>
            </a:solidFill>
            <a:tailEnd type="triangle" w="med" len="med"/>
          </a:ln>
        </p:spPr>
      </p:cxnSp>
      <p:sp>
        <p:nvSpPr>
          <p:cNvPr id="13" name="S16_flow0_label" descr="flow0 label">
            <a:extLst xmlns:a="http://schemas.openxmlformats.org/drawingml/2006/main">
              <a:ext uri="{FF2B5EF4-FFF2-40B4-BE49-F238E27FC236}">
                <a16:creationId xmlns:a16="http://schemas.microsoft.com/office/drawing/2014/main" id="{72ECFBF5-67D1-5D66-8875-E8422EC8B1A3}"/>
              </a:ext>
              <a:ext uri="urn:g6b3r1:native-source:v1">
                <g6:source xmlns:g6="urn:g6b3r1:native-source:v1">{"alt":"flow0 label","bold":false,"color":"#43595D","font_px":19,"h":32,"id":"S16_flow0_label","kind":"text","line_height_px":21.849999999999998,"reading_order":11,"text":"value","w":80,"x":282,"y":180}</g6:source>
              </a:ext>
            </a:extLst>
          </p:cNvPr>
          <p:cNvSpPr>
            <a:spLocks xmlns:a="http://schemas.openxmlformats.org/drawingml/2006/main" noGrp="1"/>
          </p:cNvSpPr>
          <p:nvPr/>
        </p:nvSpPr>
        <p:spPr>
          <a:xfrm xmlns:a="http://schemas.openxmlformats.org/drawingml/2006/main">
            <a:off x="2686050" y="1714500"/>
            <a:ext cx="76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639"/>
              </a:lnSpc>
              <a:spcBef>
                <a:spcPts val="0"/>
              </a:spcBef>
              <a:spcAft>
                <a:spcPts val="0"/>
              </a:spcAft>
              <a:defRPr sz="1425" b="0">
                <a:solidFill>
                  <a:srgbClr val="43595D"/>
                </a:solidFill>
                <a:latin typeface="Nimbus Sans"/>
                <a:ea typeface="Nimbus Sans"/>
                <a:cs typeface="Nimbus Sans"/>
              </a:defRPr>
            </a:pPr>
            <a:r>
              <a:rPr sz="1425" b="0">
                <a:solidFill>
                  <a:srgbClr val="43595D"/>
                </a:solidFill>
                <a:latin typeface="Nimbus Sans"/>
                <a:ea typeface="Nimbus Sans"/>
                <a:cs typeface="Nimbus Sans"/>
              </a:rPr>
              <a:t>value</a:t>
            </a:r>
          </a:p>
        </p:txBody>
      </p:sp>
      <p:cxnSp>
        <p:nvCxnSpPr>
          <p:cNvPr id="14" name="S16_flow1" descr="DATA: source">
            <a:extLst>
              <a:ext uri="urn:g6b3r1:native-source:v1">
                <g6:source xmlns:g6="urn:g6b3r1:native-source:v1">{"alt":"DATA: source","color":"#176B68","h":0,"head":"triangle","id":"S16_flow1","kind":"arrow","reading_order":12,"relation_type":"DATA","source_id":"S16_body1","stroke_width":2,"target_id":"S16_body2","w":76,"x":582,"y":262}</g6:source>
              </a:ext>
            </a:extLst>
          </p:cNvPr>
          <p:cNvCxnSpPr>
            <a:stCxn xmlns:a="http://schemas.openxmlformats.org/drawingml/2006/main" id="6" idx="3"/>
            <a:endCxn xmlns:a="http://schemas.openxmlformats.org/drawingml/2006/main" id="8" idx="1"/>
          </p:cNvCxnSpPr>
          <p:nvPr/>
        </p:nvCxnSpPr>
        <p:spPr>
          <a:xfrm xmlns:a="http://schemas.openxmlformats.org/drawingml/2006/main" rot="0" flipH="0" flipV="0">
            <a:off x="5543550" y="2495550"/>
            <a:ext cx="723900" cy="0"/>
          </a:xfrm>
          <a:prstGeom xmlns:a="http://schemas.openxmlformats.org/drawingml/2006/main" prst="straightConnector1">
            <a:avLst/>
          </a:prstGeom>
          <a:ln xmlns:a="http://schemas.openxmlformats.org/drawingml/2006/main" w="19050">
            <a:solidFill>
              <a:srgbClr val="176B68"/>
            </a:solidFill>
            <a:tailEnd type="triangle" w="med" len="med"/>
          </a:ln>
        </p:spPr>
      </p:cxnSp>
      <p:sp>
        <p:nvSpPr>
          <p:cNvPr id="15" name="S16_flow1_label" descr="flow1 label">
            <a:extLst xmlns:a="http://schemas.openxmlformats.org/drawingml/2006/main">
              <a:ext uri="{FF2B5EF4-FFF2-40B4-BE49-F238E27FC236}">
                <a16:creationId xmlns:a16="http://schemas.microsoft.com/office/drawing/2014/main" id="{736AAA1F-6A9F-5809-B540-2BBFC9A1EB61}"/>
              </a:ext>
              <a:ext uri="urn:g6b3r1:native-source:v1">
                <g6:source xmlns:g6="urn:g6b3r1:native-source:v1">{"alt":"flow1 label","bold":false,"color":"#43595D","font_px":19,"h":32,"id":"S16_flow1_label","kind":"text","line_height_px":21.849999999999998,"reading_order":13,"text":"source","w":80,"x":583,"y":180}</g6:source>
              </a:ext>
            </a:extLst>
          </p:cNvPr>
          <p:cNvSpPr>
            <a:spLocks xmlns:a="http://schemas.openxmlformats.org/drawingml/2006/main" noGrp="1"/>
          </p:cNvSpPr>
          <p:nvPr/>
        </p:nvSpPr>
        <p:spPr>
          <a:xfrm xmlns:a="http://schemas.openxmlformats.org/drawingml/2006/main">
            <a:off x="5553075" y="1714500"/>
            <a:ext cx="76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639"/>
              </a:lnSpc>
              <a:spcBef>
                <a:spcPts val="0"/>
              </a:spcBef>
              <a:spcAft>
                <a:spcPts val="0"/>
              </a:spcAft>
              <a:defRPr sz="1425" b="0">
                <a:solidFill>
                  <a:srgbClr val="43595D"/>
                </a:solidFill>
                <a:latin typeface="Nimbus Sans"/>
                <a:ea typeface="Nimbus Sans"/>
                <a:cs typeface="Nimbus Sans"/>
              </a:defRPr>
            </a:pPr>
            <a:r>
              <a:rPr sz="1425" b="0">
                <a:solidFill>
                  <a:srgbClr val="43595D"/>
                </a:solidFill>
                <a:latin typeface="Nimbus Sans"/>
                <a:ea typeface="Nimbus Sans"/>
                <a:cs typeface="Nimbus Sans"/>
              </a:rPr>
              <a:t>source</a:t>
            </a:r>
          </a:p>
        </p:txBody>
      </p:sp>
      <p:cxnSp>
        <p:nvCxnSpPr>
          <p:cNvPr id="16" name="S16_flow2" descr="DATA: qualified">
            <a:extLst>
              <a:ext uri="urn:g6b3r1:native-source:v1">
                <g6:source xmlns:g6="urn:g6b3r1:native-source:v1">{"alt":"DATA: qualified","color":"#176B68","h":0,"head":"triangle","id":"S16_flow2","kind":"arrow","reading_order":14,"relation_type":"DATA","source_id":"S16_body2","stroke_width":2,"target_id":"S16_body3","w":76,"x":883,"y":262}</g6:source>
              </a:ext>
            </a:extLst>
          </p:cNvPr>
          <p:cNvCxnSpPr>
            <a:stCxn xmlns:a="http://schemas.openxmlformats.org/drawingml/2006/main" id="8" idx="3"/>
            <a:endCxn xmlns:a="http://schemas.openxmlformats.org/drawingml/2006/main" id="10" idx="1"/>
          </p:cNvCxnSpPr>
          <p:nvPr/>
        </p:nvCxnSpPr>
        <p:spPr>
          <a:xfrm xmlns:a="http://schemas.openxmlformats.org/drawingml/2006/main" rot="0" flipH="0" flipV="0">
            <a:off x="8410575" y="2495550"/>
            <a:ext cx="723900" cy="0"/>
          </a:xfrm>
          <a:prstGeom xmlns:a="http://schemas.openxmlformats.org/drawingml/2006/main" prst="straightConnector1">
            <a:avLst/>
          </a:prstGeom>
          <a:ln xmlns:a="http://schemas.openxmlformats.org/drawingml/2006/main" w="19050">
            <a:solidFill>
              <a:srgbClr val="176B68"/>
            </a:solidFill>
            <a:tailEnd type="triangle" w="med" len="med"/>
          </a:ln>
        </p:spPr>
      </p:cxnSp>
      <p:sp>
        <p:nvSpPr>
          <p:cNvPr id="17" name="S16_flow2_label" descr="flow2 label">
            <a:extLst xmlns:a="http://schemas.openxmlformats.org/drawingml/2006/main">
              <a:ext uri="{FF2B5EF4-FFF2-40B4-BE49-F238E27FC236}">
                <a16:creationId xmlns:a16="http://schemas.microsoft.com/office/drawing/2014/main" id="{C8F6C869-041E-57A5-9083-964DC6657C86}"/>
              </a:ext>
              <a:ext uri="urn:g6b3r1:native-source:v1">
                <g6:source xmlns:g6="urn:g6b3r1:native-source:v1">{"alt":"flow2 label","bold":false,"color":"#43595D","font_px":19,"h":32,"id":"S16_flow2_label","kind":"text","line_height_px":21.849999999999998,"reading_order":15,"text":"qualified","w":80,"x":884,"y":180}</g6:source>
              </a:ext>
            </a:extLst>
          </p:cNvPr>
          <p:cNvSpPr>
            <a:spLocks xmlns:a="http://schemas.openxmlformats.org/drawingml/2006/main" noGrp="1"/>
          </p:cNvSpPr>
          <p:nvPr/>
        </p:nvSpPr>
        <p:spPr>
          <a:xfrm xmlns:a="http://schemas.openxmlformats.org/drawingml/2006/main">
            <a:off x="8420100" y="1714500"/>
            <a:ext cx="76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639"/>
              </a:lnSpc>
              <a:spcBef>
                <a:spcPts val="0"/>
              </a:spcBef>
              <a:spcAft>
                <a:spcPts val="0"/>
              </a:spcAft>
              <a:defRPr sz="1425" b="0">
                <a:solidFill>
                  <a:srgbClr val="43595D"/>
                </a:solidFill>
                <a:latin typeface="Nimbus Sans"/>
                <a:ea typeface="Nimbus Sans"/>
                <a:cs typeface="Nimbus Sans"/>
              </a:defRPr>
            </a:pPr>
            <a:r>
              <a:rPr sz="1425" b="0">
                <a:solidFill>
                  <a:srgbClr val="43595D"/>
                </a:solidFill>
                <a:latin typeface="Nimbus Sans"/>
                <a:ea typeface="Nimbus Sans"/>
                <a:cs typeface="Nimbus Sans"/>
              </a:rPr>
              <a:t>qualified</a:t>
            </a:r>
          </a:p>
        </p:txBody>
      </p:sp>
      <p:sp>
        <p:nvSpPr>
          <p:cNvPr id="18" name="S16_status" descr="STATUS: Authenticated STATUS&#10;and source address">
            <a:extLst xmlns:a="http://schemas.openxmlformats.org/drawingml/2006/main">
              <a:ext uri="{FF2B5EF4-FFF2-40B4-BE49-F238E27FC236}">
                <a16:creationId xmlns:a16="http://schemas.microsoft.com/office/drawing/2014/main" id="{A92C64F1-08C1-5FB8-A51B-FE6FADFBA3A1}"/>
              </a:ext>
              <a:ext uri="urn:g6b3r1:native-source:v1">
                <g6:source xmlns:g6="urn:g6b3r1:native-source:v1">{"alt":"STATUS: Authenticated STATUS\nand source address","entity_id":"STATUS","fill":"#EFF5F3","h":100,"id":"S16_status","kind":"rect","reading_order":16,"stroke":"#176B68","stroke_width":2,"w":328,"x":56,"y":433}</g6:source>
              </a:ext>
            </a:extLst>
          </p:cNvPr>
          <p:cNvSpPr>
            <a:spLocks xmlns:a="http://schemas.openxmlformats.org/drawingml/2006/main" noGrp="1"/>
          </p:cNvSpPr>
          <p:nvPr/>
        </p:nvSpPr>
        <p:spPr>
          <a:xfrm xmlns:a="http://schemas.openxmlformats.org/drawingml/2006/main">
            <a:off x="533400" y="4124325"/>
            <a:ext cx="3124200" cy="952500"/>
          </a:xfrm>
          <a:prstGeom xmlns:a="http://schemas.openxmlformats.org/drawingml/2006/main" prst="rect">
            <a:avLst/>
          </a:prstGeom>
          <a:solidFill xmlns:a="http://schemas.openxmlformats.org/drawingml/2006/main">
            <a:srgbClr val="EFF5F3"/>
          </a:solidFill>
          <a:ln xmlns:a="http://schemas.openxmlformats.org/drawingml/2006/main" w="19050">
            <a:solidFill>
              <a:srgbClr val="176B68"/>
            </a:solidFill>
          </a:ln>
        </p:spPr>
      </p:sp>
      <p:sp>
        <p:nvSpPr>
          <p:cNvPr id="19" name="S16_status_label" descr="status label">
            <a:extLst xmlns:a="http://schemas.openxmlformats.org/drawingml/2006/main">
              <a:ext uri="{FF2B5EF4-FFF2-40B4-BE49-F238E27FC236}">
                <a16:creationId xmlns:a16="http://schemas.microsoft.com/office/drawing/2014/main" id="{ECEB46E6-B397-5A74-8A5C-B95E825EA69E}"/>
              </a:ext>
              <a:ext uri="urn:g6b3r1:native-source:v1">
                <g6:source xmlns:g6="urn:g6b3r1:native-source:v1">{"alt":"status label","bold":false,"color":"#16282B","font_px":24,"h":76,"id":"S16_status_label","kind":"text","line_height_px":27.599999999999998,"reading_order":17,"text":"Authenticated STATUS\nand source address","w":302,"x":69,"y":445}</g6:source>
              </a:ext>
            </a:extLst>
          </p:cNvPr>
          <p:cNvSpPr>
            <a:spLocks xmlns:a="http://schemas.openxmlformats.org/drawingml/2006/main" noGrp="1"/>
          </p:cNvSpPr>
          <p:nvPr/>
        </p:nvSpPr>
        <p:spPr>
          <a:xfrm xmlns:a="http://schemas.openxmlformats.org/drawingml/2006/main">
            <a:off x="657225" y="4238625"/>
            <a:ext cx="28765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Authenticated STATUS</a:t>
            </a:r>
          </a:p>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and source address</a:t>
            </a:r>
          </a:p>
        </p:txBody>
      </p:sp>
      <p:cxnSp>
        <p:nvCxnSpPr>
          <p:cNvPr id="20" name="S16_status_input" descr="Status data to local checks">
            <a:extLst>
              <a:ext uri="urn:g6b3r1:native-source:v1">
                <g6:source xmlns:g6="urn:g6b3r1:native-source:v1">{"alt":"Status data to local checks","color":"#176B68","h":-171,"head":"triangle","id":"S16_status_input","kind":"arrow","reading_order":18,"relation_type":"DATA","source_id":"S16_status","stroke_width":2,"target_id":"S16_body2","w":386.5,"x":384,"y":483}</g6:source>
              </a:ext>
            </a:extLst>
          </p:cNvPr>
          <p:cNvCxnSpPr>
            <a:stCxn xmlns:a="http://schemas.openxmlformats.org/drawingml/2006/main" id="18" idx="3"/>
            <a:endCxn xmlns:a="http://schemas.openxmlformats.org/drawingml/2006/main" id="8" idx="2"/>
          </p:cNvCxnSpPr>
          <p:nvPr/>
        </p:nvCxnSpPr>
        <p:spPr>
          <a:xfrm xmlns:a="http://schemas.openxmlformats.org/drawingml/2006/main" flipV="1" rot="0" flipH="0">
            <a:off x="3657600" y="2971800"/>
            <a:ext cx="3681413" cy="1628775"/>
          </a:xfrm>
          <a:prstGeom xmlns:a="http://schemas.openxmlformats.org/drawingml/2006/main" prst="straightConnector1">
            <a:avLst/>
          </a:prstGeom>
          <a:ln xmlns:a="http://schemas.openxmlformats.org/drawingml/2006/main" w="19050">
            <a:solidFill>
              <a:srgbClr val="176B68"/>
            </a:solidFill>
            <a:tailEnd type="triangle" w="med" len="med"/>
          </a:ln>
        </p:spPr>
      </p:cxnSp>
      <p:sp>
        <p:nvSpPr>
          <p:cNvPr id="21" name="S16_status_relation_label" descr="status relation label">
            <a:extLst xmlns:a="http://schemas.openxmlformats.org/drawingml/2006/main">
              <a:ext uri="{FF2B5EF4-FFF2-40B4-BE49-F238E27FC236}">
                <a16:creationId xmlns:a16="http://schemas.microsoft.com/office/drawing/2014/main" id="{5CA0DD9C-3EA9-5F7C-9A2F-7E6EC3A2EEC9}"/>
              </a:ext>
              <a:ext uri="urn:g6b3r1:native-source:v1">
                <g6:source xmlns:g6="urn:g6b3r1:native-source:v1">{"alt":"status relation label","bold":false,"color":"#16282B","font_px":22,"h":32,"id":"S16_status_relation_label","kind":"text","line_height_px":25.299999999999997,"reading_order":19,"text":"DATA, not control","w":279,"x":400,"y":471}</g6:source>
              </a:ext>
            </a:extLst>
          </p:cNvPr>
          <p:cNvSpPr>
            <a:spLocks xmlns:a="http://schemas.openxmlformats.org/drawingml/2006/main" noGrp="1"/>
          </p:cNvSpPr>
          <p:nvPr/>
        </p:nvSpPr>
        <p:spPr>
          <a:xfrm xmlns:a="http://schemas.openxmlformats.org/drawingml/2006/main">
            <a:off x="3810000" y="4486275"/>
            <a:ext cx="26574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897"/>
              </a:lnSpc>
              <a:spcBef>
                <a:spcPts val="0"/>
              </a:spcBef>
              <a:spcAft>
                <a:spcPts val="0"/>
              </a:spcAft>
              <a:defRPr sz="1650" b="0">
                <a:solidFill>
                  <a:srgbClr val="16282B"/>
                </a:solidFill>
                <a:latin typeface="Nimbus Sans"/>
                <a:ea typeface="Nimbus Sans"/>
                <a:cs typeface="Nimbus Sans"/>
              </a:defRPr>
            </a:pPr>
            <a:r>
              <a:rPr sz="1650" b="0">
                <a:solidFill>
                  <a:srgbClr val="16282B"/>
                </a:solidFill>
                <a:latin typeface="Nimbus Sans"/>
                <a:ea typeface="Nimbus Sans"/>
                <a:cs typeface="Nimbus Sans"/>
              </a:rPr>
              <a:t>DATA, not control</a:t>
            </a:r>
          </a:p>
        </p:txBody>
      </p:sp>
      <p:sp>
        <p:nvSpPr>
          <p:cNvPr id="22" name="S16_refusal" descr="CURRENTNESS: REVOKED / invalid&#10;STOP: no consumption">
            <a:extLst xmlns:a="http://schemas.openxmlformats.org/drawingml/2006/main">
              <a:ext uri="{FF2B5EF4-FFF2-40B4-BE49-F238E27FC236}">
                <a16:creationId xmlns:a16="http://schemas.microsoft.com/office/drawing/2014/main" id="{2D0007F8-93A8-5FD4-8A0B-287EE21607BC}"/>
              </a:ext>
              <a:ext uri="urn:g6b3r1:native-source:v1">
                <g6:source xmlns:g6="urn:g6b3r1:native-source:v1">{"alt":"CURRENTNESS: REVOKED / invalid\nSTOP: no consumption","entity_id":"CURRENTNESS","fill":"#FFF4F2","h":70,"id":"S16_refusal","kind":"rect","reading_order":20,"stroke":"#A13D32","stroke_width":2,"w":350,"x":487,"y":510}</g6:source>
              </a:ext>
            </a:extLst>
          </p:cNvPr>
          <p:cNvSpPr>
            <a:spLocks xmlns:a="http://schemas.openxmlformats.org/drawingml/2006/main" noGrp="1"/>
          </p:cNvSpPr>
          <p:nvPr/>
        </p:nvSpPr>
        <p:spPr>
          <a:xfrm xmlns:a="http://schemas.openxmlformats.org/drawingml/2006/main">
            <a:off x="4638675" y="4857750"/>
            <a:ext cx="3333750" cy="666750"/>
          </a:xfrm>
          <a:prstGeom xmlns:a="http://schemas.openxmlformats.org/drawingml/2006/main" prst="rect">
            <a:avLst/>
          </a:prstGeom>
          <a:solidFill xmlns:a="http://schemas.openxmlformats.org/drawingml/2006/main">
            <a:srgbClr val="FFF4F2"/>
          </a:solidFill>
          <a:ln xmlns:a="http://schemas.openxmlformats.org/drawingml/2006/main" w="19050">
            <a:solidFill>
              <a:srgbClr val="A13D32"/>
            </a:solidFill>
          </a:ln>
        </p:spPr>
      </p:sp>
      <p:sp>
        <p:nvSpPr>
          <p:cNvPr id="23" name="S16_refusal_label" descr="refusal label">
            <a:extLst xmlns:a="http://schemas.openxmlformats.org/drawingml/2006/main">
              <a:ext uri="{FF2B5EF4-FFF2-40B4-BE49-F238E27FC236}">
                <a16:creationId xmlns:a16="http://schemas.microsoft.com/office/drawing/2014/main" id="{A37A0E23-5990-561C-BED9-50A30FF1B617}"/>
              </a:ext>
              <a:ext uri="urn:g6b3r1:native-source:v1">
                <g6:source xmlns:g6="urn:g6b3r1:native-source:v1">{"alt":"refusal label","bold":false,"color":"#16282B","font_px":21,"h":52,"id":"S16_refusal_label","kind":"text","line_height_px":24.15,"reading_order":21,"text":"REVOKED / invalid\nSTOP: no consumption","w":324,"x":500,"y":517}</g6:source>
              </a:ext>
            </a:extLst>
          </p:cNvPr>
          <p:cNvSpPr>
            <a:spLocks xmlns:a="http://schemas.openxmlformats.org/drawingml/2006/main" noGrp="1"/>
          </p:cNvSpPr>
          <p:nvPr/>
        </p:nvSpPr>
        <p:spPr>
          <a:xfrm xmlns:a="http://schemas.openxmlformats.org/drawingml/2006/main">
            <a:off x="4762500" y="4924425"/>
            <a:ext cx="3086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811"/>
              </a:lnSpc>
              <a:spcBef>
                <a:spcPts val="0"/>
              </a:spcBef>
              <a:spcAft>
                <a:spcPts val="0"/>
              </a:spcAft>
              <a:defRPr sz="1575" b="0">
                <a:solidFill>
                  <a:srgbClr val="16282B"/>
                </a:solidFill>
                <a:latin typeface="Nimbus Sans"/>
                <a:ea typeface="Nimbus Sans"/>
                <a:cs typeface="Nimbus Sans"/>
              </a:defRPr>
            </a:pPr>
            <a:r>
              <a:rPr sz="1575" b="0">
                <a:solidFill>
                  <a:srgbClr val="16282B"/>
                </a:solidFill>
                <a:latin typeface="Nimbus Sans"/>
                <a:ea typeface="Nimbus Sans"/>
                <a:cs typeface="Nimbus Sans"/>
              </a:rPr>
              <a:t>REVOKED / invalid</a:t>
            </a:r>
          </a:p>
          <a:p xmlns:a="http://schemas.openxmlformats.org/drawingml/2006/main">
            <a:pPr algn="l">
              <a:lnSpc>
                <a:spcPts val="1811"/>
              </a:lnSpc>
              <a:spcBef>
                <a:spcPts val="0"/>
              </a:spcBef>
              <a:spcAft>
                <a:spcPts val="0"/>
              </a:spcAft>
              <a:defRPr sz="1575" b="0">
                <a:solidFill>
                  <a:srgbClr val="16282B"/>
                </a:solidFill>
                <a:latin typeface="Nimbus Sans"/>
                <a:ea typeface="Nimbus Sans"/>
                <a:cs typeface="Nimbus Sans"/>
              </a:defRPr>
            </a:pPr>
            <a:r>
              <a:rPr sz="1575" b="0">
                <a:solidFill>
                  <a:srgbClr val="16282B"/>
                </a:solidFill>
                <a:latin typeface="Nimbus Sans"/>
                <a:ea typeface="Nimbus Sans"/>
                <a:cs typeface="Nimbus Sans"/>
              </a:rPr>
              <a:t>STOP: no consumption</a:t>
            </a:r>
          </a:p>
        </p:txBody>
      </p:sp>
      <p:cxnSp>
        <p:nvCxnSpPr>
          <p:cNvPr id="24" name="S16_refused" descr="DATA: refused branch">
            <a:extLst>
              <a:ext uri="urn:g6b3r1:native-source:v1">
                <g6:source xmlns:g6="urn:g6b3r1:native-source:v1">{"alt":"DATA: refused branch","color":"#176B68","h":198,"head":"triangle","id":"S16_refused","kind":"arrow","reading_order":22,"relation_type":"DATA","source_id":"S16_body2","stroke_width":2,"target_id":"S16_refusal","w":-108.5,"x":770.5,"y":312}</g6:source>
              </a:ext>
            </a:extLst>
          </p:cNvPr>
          <p:cNvCxnSpPr>
            <a:stCxn xmlns:a="http://schemas.openxmlformats.org/drawingml/2006/main" id="8" idx="2"/>
            <a:endCxn xmlns:a="http://schemas.openxmlformats.org/drawingml/2006/main" id="22" idx="0"/>
          </p:cNvCxnSpPr>
          <p:nvPr/>
        </p:nvCxnSpPr>
        <p:spPr>
          <a:xfrm xmlns:a="http://schemas.openxmlformats.org/drawingml/2006/main" flipH="1" rot="0" flipV="0">
            <a:off x="6305550" y="2971800"/>
            <a:ext cx="1033463" cy="1885950"/>
          </a:xfrm>
          <a:prstGeom xmlns:a="http://schemas.openxmlformats.org/drawingml/2006/main" prst="straightConnector1">
            <a:avLst/>
          </a:prstGeom>
          <a:ln xmlns:a="http://schemas.openxmlformats.org/drawingml/2006/main" w="19050">
            <a:solidFill>
              <a:srgbClr val="176B68"/>
            </a:solidFill>
            <a:tailEnd type="triangle" w="med" len="med"/>
          </a:ln>
        </p:spPr>
      </p:cxnSp>
      <p:sp>
        <p:nvSpPr>
          <p:cNvPr id="25" name="S16_refused_label" descr="refused label">
            <a:extLst xmlns:a="http://schemas.openxmlformats.org/drawingml/2006/main">
              <a:ext uri="{FF2B5EF4-FFF2-40B4-BE49-F238E27FC236}">
                <a16:creationId xmlns:a16="http://schemas.microsoft.com/office/drawing/2014/main" id="{B816F952-B893-5972-BEF7-DB942556D4DD}"/>
              </a:ext>
              <a:ext uri="urn:g6b3r1:native-source:v1">
                <g6:source xmlns:g6="urn:g6b3r1:native-source:v1">{"alt":"refused label","bold":false,"color":"#43595D","font_px":19,"h":50,"id":"S16_refused_label","kind":"text","line_height_px":21.849999999999998,"reading_order":23,"text":"refused branch","w":180,"x":743,"y":420}</g6:source>
              </a:ext>
            </a:extLst>
          </p:cNvPr>
          <p:cNvSpPr>
            <a:spLocks xmlns:a="http://schemas.openxmlformats.org/drawingml/2006/main" noGrp="1"/>
          </p:cNvSpPr>
          <p:nvPr/>
        </p:nvSpPr>
        <p:spPr>
          <a:xfrm xmlns:a="http://schemas.openxmlformats.org/drawingml/2006/main">
            <a:off x="7077075" y="4000500"/>
            <a:ext cx="1714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639"/>
              </a:lnSpc>
              <a:spcBef>
                <a:spcPts val="0"/>
              </a:spcBef>
              <a:spcAft>
                <a:spcPts val="0"/>
              </a:spcAft>
              <a:defRPr sz="1425" b="0">
                <a:solidFill>
                  <a:srgbClr val="43595D"/>
                </a:solidFill>
                <a:latin typeface="Nimbus Sans"/>
                <a:ea typeface="Nimbus Sans"/>
                <a:cs typeface="Nimbus Sans"/>
              </a:defRPr>
            </a:pPr>
            <a:r>
              <a:rPr sz="1425" b="0">
                <a:solidFill>
                  <a:srgbClr val="43595D"/>
                </a:solidFill>
                <a:latin typeface="Nimbus Sans"/>
                <a:ea typeface="Nimbus Sans"/>
                <a:cs typeface="Nimbus Sans"/>
              </a:rPr>
              <a:t>refused branch</a:t>
            </a:r>
          </a:p>
        </p:txBody>
      </p:sp>
      <p:sp>
        <p:nvSpPr>
          <p:cNvPr id="26" name="S16_consumer" descr="WORK: Requester Work&#10;consumes offer field">
            <a:extLst xmlns:a="http://schemas.openxmlformats.org/drawingml/2006/main">
              <a:ext uri="{FF2B5EF4-FFF2-40B4-BE49-F238E27FC236}">
                <a16:creationId xmlns:a16="http://schemas.microsoft.com/office/drawing/2014/main" id="{0CDDFAE4-2094-546A-ACE3-2E933C580C67}"/>
              </a:ext>
              <a:ext uri="urn:g6b3r1:native-source:v1">
                <g6:source xmlns:g6="urn:g6b3r1:native-source:v1">{"alt":"WORK: Requester Work\nconsumes offer field","entity_id":"WORK","fill":"#EFF5F3","h":100,"id":"S16_consumer","kind":"rect","reading_order":24,"stroke":"#176B68","stroke_width":2,"w":265,"x":959,"y":433}</g6:source>
              </a:ext>
            </a:extLst>
          </p:cNvPr>
          <p:cNvSpPr>
            <a:spLocks xmlns:a="http://schemas.openxmlformats.org/drawingml/2006/main" noGrp="1"/>
          </p:cNvSpPr>
          <p:nvPr/>
        </p:nvSpPr>
        <p:spPr>
          <a:xfrm xmlns:a="http://schemas.openxmlformats.org/drawingml/2006/main">
            <a:off x="9134475" y="4124325"/>
            <a:ext cx="2524125" cy="952500"/>
          </a:xfrm>
          <a:prstGeom xmlns:a="http://schemas.openxmlformats.org/drawingml/2006/main" prst="rect">
            <a:avLst/>
          </a:prstGeom>
          <a:solidFill xmlns:a="http://schemas.openxmlformats.org/drawingml/2006/main">
            <a:srgbClr val="EFF5F3"/>
          </a:solidFill>
          <a:ln xmlns:a="http://schemas.openxmlformats.org/drawingml/2006/main" w="19050">
            <a:solidFill>
              <a:srgbClr val="176B68"/>
            </a:solidFill>
          </a:ln>
        </p:spPr>
      </p:sp>
      <p:sp>
        <p:nvSpPr>
          <p:cNvPr id="27" name="S16_consumer_label" descr="consumer label">
            <a:extLst xmlns:a="http://schemas.openxmlformats.org/drawingml/2006/main">
              <a:ext uri="{FF2B5EF4-FFF2-40B4-BE49-F238E27FC236}">
                <a16:creationId xmlns:a16="http://schemas.microsoft.com/office/drawing/2014/main" id="{BF2BDB13-3A50-502D-BC46-581379839400}"/>
              </a:ext>
              <a:ext uri="urn:g6b3r1:native-source:v1">
                <g6:source xmlns:g6="urn:g6b3r1:native-source:v1">{"alt":"consumer label","bold":false,"color":"#16282B","font_px":24,"h":76,"id":"S16_consumer_label","kind":"text","line_height_px":27.599999999999998,"reading_order":25,"text":"Requester Work\nconsumes offer field","w":239,"x":972,"y":445}</g6:source>
              </a:ext>
            </a:extLst>
          </p:cNvPr>
          <p:cNvSpPr>
            <a:spLocks xmlns:a="http://schemas.openxmlformats.org/drawingml/2006/main" noGrp="1"/>
          </p:cNvSpPr>
          <p:nvPr/>
        </p:nvSpPr>
        <p:spPr>
          <a:xfrm xmlns:a="http://schemas.openxmlformats.org/drawingml/2006/main">
            <a:off x="9258300" y="4238625"/>
            <a:ext cx="22764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Requester Work</a:t>
            </a:r>
          </a:p>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consumes offer field</a:t>
            </a:r>
          </a:p>
        </p:txBody>
      </p:sp>
      <p:cxnSp>
        <p:nvCxnSpPr>
          <p:cNvPr id="28" name="S16_positive" descr="DATA: only valid C">
            <a:extLst>
              <a:ext uri="urn:g6b3r1:native-source:v1">
                <g6:source xmlns:g6="urn:g6b3r1:native-source:v1">{"alt":"DATA: only valid C","color":"#176B68","h":121,"head":"triangle","id":"S16_positive","kind":"arrow","reading_order":26,"relation_type":"DATA","source_id":"S16_body3","stroke_width":2,"target_id":"S16_consumer","w":20,"x":1071.5,"y":312}</g6:source>
              </a:ext>
            </a:extLst>
          </p:cNvPr>
          <p:cNvCxnSpPr>
            <a:stCxn xmlns:a="http://schemas.openxmlformats.org/drawingml/2006/main" id="10" idx="2"/>
            <a:endCxn xmlns:a="http://schemas.openxmlformats.org/drawingml/2006/main" id="26" idx="0"/>
          </p:cNvCxnSpPr>
          <p:nvPr/>
        </p:nvCxnSpPr>
        <p:spPr>
          <a:xfrm xmlns:a="http://schemas.openxmlformats.org/drawingml/2006/main" rot="0" flipH="0" flipV="0">
            <a:off x="10206038" y="2971800"/>
            <a:ext cx="190500" cy="1152525"/>
          </a:xfrm>
          <a:prstGeom xmlns:a="http://schemas.openxmlformats.org/drawingml/2006/main" prst="straightConnector1">
            <a:avLst/>
          </a:prstGeom>
          <a:ln xmlns:a="http://schemas.openxmlformats.org/drawingml/2006/main" w="19050">
            <a:solidFill>
              <a:srgbClr val="176B68"/>
            </a:solidFill>
            <a:tailEnd type="triangle" w="med" len="med"/>
          </a:ln>
        </p:spPr>
      </p:cxnSp>
      <p:sp>
        <p:nvSpPr>
          <p:cNvPr id="29" name="S16_positive_label" descr="positive label">
            <a:extLst xmlns:a="http://schemas.openxmlformats.org/drawingml/2006/main">
              <a:ext uri="{FF2B5EF4-FFF2-40B4-BE49-F238E27FC236}">
                <a16:creationId xmlns:a16="http://schemas.microsoft.com/office/drawing/2014/main" id="{2B7BA85D-4EFD-597D-99C7-F5CF79C3FA87}"/>
              </a:ext>
              <a:ext uri="urn:g6b3r1:native-source:v1">
                <g6:source xmlns:g6="urn:g6b3r1:native-source:v1">{"alt":"positive label","bold":false,"color":"#43595D","font_px":19,"h":42,"id":"S16_positive_label","kind":"text","line_height_px":21.849999999999998,"reading_order":27,"text":"only valid C","w":175,"x":878,"y":354}</g6:source>
              </a:ext>
            </a:extLst>
          </p:cNvPr>
          <p:cNvSpPr>
            <a:spLocks xmlns:a="http://schemas.openxmlformats.org/drawingml/2006/main" noGrp="1"/>
          </p:cNvSpPr>
          <p:nvPr/>
        </p:nvSpPr>
        <p:spPr>
          <a:xfrm xmlns:a="http://schemas.openxmlformats.org/drawingml/2006/main">
            <a:off x="8362950" y="3371850"/>
            <a:ext cx="1666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639"/>
              </a:lnSpc>
              <a:spcBef>
                <a:spcPts val="0"/>
              </a:spcBef>
              <a:spcAft>
                <a:spcPts val="0"/>
              </a:spcAft>
              <a:defRPr sz="1425" b="0">
                <a:solidFill>
                  <a:srgbClr val="43595D"/>
                </a:solidFill>
                <a:latin typeface="Nimbus Sans"/>
                <a:ea typeface="Nimbus Sans"/>
                <a:cs typeface="Nimbus Sans"/>
              </a:defRPr>
            </a:pPr>
            <a:r>
              <a:rPr sz="1425" b="0">
                <a:solidFill>
                  <a:srgbClr val="43595D"/>
                </a:solidFill>
                <a:latin typeface="Nimbus Sans"/>
                <a:ea typeface="Nimbus Sans"/>
                <a:cs typeface="Nimbus Sans"/>
              </a:rPr>
              <a:t>only valid C</a:t>
            </a:r>
          </a:p>
        </p:txBody>
      </p:sp>
      <p:sp>
        <p:nvSpPr>
          <p:cNvPr id="30" name="S16_qualification" descr="qualification">
            <a:extLst xmlns:a="http://schemas.openxmlformats.org/drawingml/2006/main">
              <a:ext uri="{FF2B5EF4-FFF2-40B4-BE49-F238E27FC236}">
                <a16:creationId xmlns:a16="http://schemas.microsoft.com/office/drawing/2014/main" id="{C5D8F6DA-4310-5D8C-809E-FF1F3A89D578}"/>
              </a:ext>
              <a:ext uri="urn:g6b3r1:native-source:v1">
                <g6:source xmlns:g6="urn:g6b3r1:native-source:v1">{"alt":"qualification","bold":false,"color":"#43595D","font_px":23,"h":58,"id":"S16_qualification","kind":"text","line_height_px":26.45,"reading_order":28,"text":"No arrow leads from refusal to Work. Booking still requires a separate current Root packet and action.","w":1162,"x":56,"y":596}</g6:source>
              </a:ext>
            </a:extLst>
          </p:cNvPr>
          <p:cNvSpPr>
            <a:spLocks xmlns:a="http://schemas.openxmlformats.org/drawingml/2006/main" noGrp="1"/>
          </p:cNvSpPr>
          <p:nvPr/>
        </p:nvSpPr>
        <p:spPr>
          <a:xfrm xmlns:a="http://schemas.openxmlformats.org/drawingml/2006/main">
            <a:off x="533400" y="5676900"/>
            <a:ext cx="11068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984"/>
              </a:lnSpc>
              <a:spcBef>
                <a:spcPts val="0"/>
              </a:spcBef>
              <a:spcAft>
                <a:spcPts val="0"/>
              </a:spcAft>
              <a:defRPr sz="1725" b="0">
                <a:solidFill>
                  <a:srgbClr val="43595D"/>
                </a:solidFill>
                <a:latin typeface="Nimbus Sans"/>
                <a:ea typeface="Nimbus Sans"/>
                <a:cs typeface="Nimbus Sans"/>
              </a:defRPr>
            </a:pPr>
            <a:r>
              <a:rPr sz="1725" b="0">
                <a:solidFill>
                  <a:srgbClr val="43595D"/>
                </a:solidFill>
                <a:latin typeface="Nimbus Sans"/>
                <a:ea typeface="Nimbus Sans"/>
                <a:cs typeface="Nimbus Sans"/>
              </a:rPr>
              <a:t>No arrow leads from refusal to Work. Booking still requires a separate current Root packet and action.</a:t>
            </a:r>
          </a:p>
        </p:txBody>
      </p:sp>
      <p:sp>
        <p:nvSpPr>
          <p:cNvPr id="31" name="S16_rule" descr="rule">
            <a:extLst xmlns:a="http://schemas.openxmlformats.org/drawingml/2006/main">
              <a:ext uri="{FF2B5EF4-FFF2-40B4-BE49-F238E27FC236}">
                <a16:creationId xmlns:a16="http://schemas.microsoft.com/office/drawing/2014/main" id="{12752244-6C48-5310-AAED-EEF9613E1100}"/>
              </a:ext>
              <a:ext uri="urn:g6b3r1:native-source:v1">
                <g6:source xmlns:g6="urn:g6b3r1:native-source:v1">{"alt":"rule","color":"#B8C8C6","h":0,"id":"S16_rule","kind":"line","reading_order":29,"stroke_width":1,"w":1162,"x":56,"y":671}</g6:source>
              </a:ext>
            </a:extLst>
          </p:cNvPr>
          <p:cNvSpPr>
            <a:spLocks xmlns:a="http://schemas.openxmlformats.org/drawingml/2006/main" noGrp="1"/>
          </p:cNvSpPr>
          <p:nvPr/>
        </p:nvSpPr>
        <p:spPr>
          <a:xfrm xmlns:a="http://schemas.openxmlformats.org/drawingml/2006/main" flipH="0" flipV="0" rot="0">
            <a:off x="533400" y="6391275"/>
            <a:ext cx="11068050" cy="0"/>
          </a:xfrm>
          <a:prstGeom xmlns:a="http://schemas.openxmlformats.org/drawingml/2006/main" prst="line">
            <a:avLst/>
          </a:prstGeom>
          <a:noFill xmlns:a="http://schemas.openxmlformats.org/drawingml/2006/main"/>
          <a:ln xmlns:a="http://schemas.openxmlformats.org/drawingml/2006/main" w="9525">
            <a:solidFill>
              <a:srgbClr val="B8C8C6"/>
            </a:solidFill>
          </a:ln>
        </p:spPr>
      </p:sp>
      <p:sp>
        <p:nvSpPr>
          <p:cNvPr id="32" name="S16_source_link" descr="source link">
            <a:hlinkClick r:id="g6b3r1Link31"/>
            <a:extLst xmlns:a="http://schemas.openxmlformats.org/drawingml/2006/main">
              <a:ext uri="{FF2B5EF4-FFF2-40B4-BE49-F238E27FC236}">
                <a16:creationId xmlns:a16="http://schemas.microsoft.com/office/drawing/2014/main" id="{8011E410-E2F4-5C55-844B-D1C5DC6E47C8}"/>
              </a:ext>
              <a:ext uri="urn:g6b3r1:native-source:v1">
                <g6:source xmlns:g6="urn:g6b3r1:native-source:v1">{"alt":"source link","bold":false,"color":"#315E8B","font_px":18,"h":27,"id":"S16_source_link","kind":"text","line_height_px":20.7,"link_target":"../references/episode_sources.json","reading_order":30,"text":"S16 Source: football","w":560,"x":56,"y":685}</g6:source>
              </a:ext>
            </a:extLst>
          </p:cNvPr>
          <p:cNvSpPr>
            <a:spLocks xmlns:a="http://schemas.openxmlformats.org/drawingml/2006/main" noGrp="1"/>
          </p:cNvSpPr>
          <p:nvPr/>
        </p:nvSpPr>
        <p:spPr>
          <a:xfrm xmlns:a="http://schemas.openxmlformats.org/drawingml/2006/main">
            <a:off x="533400" y="6524625"/>
            <a:ext cx="5334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553"/>
              </a:lnSpc>
              <a:spcBef>
                <a:spcPts val="0"/>
              </a:spcBef>
              <a:spcAft>
                <a:spcPts val="0"/>
              </a:spcAft>
              <a:defRPr sz="1350" b="0">
                <a:solidFill>
                  <a:srgbClr val="315E8B"/>
                </a:solidFill>
                <a:latin typeface="Nimbus Sans"/>
                <a:ea typeface="Nimbus Sans"/>
                <a:cs typeface="Nimbus Sans"/>
              </a:defRPr>
            </a:pPr>
            <a:r>
              <a:rPr sz="1350" b="0">
                <a:solidFill>
                  <a:srgbClr val="315E8B"/>
                </a:solidFill>
                <a:latin typeface="Nimbus Sans"/>
                <a:ea typeface="Nimbus Sans"/>
                <a:cs typeface="Nimbus Sans"/>
              </a:rPr>
              <a:t>S16 Source: football</a:t>
            </a:r>
          </a:p>
        </p:txBody>
      </p:sp>
      <p:sp>
        <p:nvSpPr>
          <p:cNvPr id="33" name="S16_atlas_locator" descr="atlas locator">
            <a:hlinkClick r:id="g6b3r1Link32"/>
            <a:extLst xmlns:a="http://schemas.openxmlformats.org/drawingml/2006/main">
              <a:ext uri="{FF2B5EF4-FFF2-40B4-BE49-F238E27FC236}">
                <a16:creationId xmlns:a16="http://schemas.microsoft.com/office/drawing/2014/main" id="{4FD7F636-0B0B-5016-921C-943D060E3E2F}"/>
              </a:ext>
              <a:ext uri="urn:g6b3r1:native-source:v1">
                <g6:source xmlns:g6="urn:g6b3r1:native-source:v1">{"alt":"atlas locator","bold":false,"color":"#315E8B","font_px":17,"h":27,"id":"S16_atlas_locator","kind":"text","line_height_px":19.549999999999997,"link_target":"../atlas/README.html","reading_order":31,"text":"Atlas: Overview / GEO 1 2 3 4 5 6 7","w":560,"x":660,"y":685}</g6:source>
              </a:ext>
            </a:extLst>
          </p:cNvPr>
          <p:cNvSpPr>
            <a:spLocks xmlns:a="http://schemas.openxmlformats.org/drawingml/2006/main" noGrp="1"/>
          </p:cNvSpPr>
          <p:nvPr/>
        </p:nvSpPr>
        <p:spPr>
          <a:xfrm xmlns:a="http://schemas.openxmlformats.org/drawingml/2006/main">
            <a:off x="6286500" y="6524625"/>
            <a:ext cx="5334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466"/>
              </a:lnSpc>
              <a:spcBef>
                <a:spcPts val="0"/>
              </a:spcBef>
              <a:spcAft>
                <a:spcPts val="0"/>
              </a:spcAft>
              <a:defRPr sz="1275" b="0">
                <a:solidFill>
                  <a:srgbClr val="315E8B"/>
                </a:solidFill>
                <a:latin typeface="Nimbus Sans"/>
                <a:ea typeface="Nimbus Sans"/>
                <a:cs typeface="Nimbus Sans"/>
              </a:defRPr>
            </a:pPr>
            <a:r>
              <a:rPr sz="1275" b="0">
                <a:solidFill>
                  <a:srgbClr val="315E8B"/>
                </a:solidFill>
                <a:latin typeface="Nimbus Sans"/>
                <a:ea typeface="Nimbus Sans"/>
                <a:cs typeface="Nimbus Sans"/>
              </a:rPr>
              <a:t>Atlas: Overview / GEO 1 2 3 4 5 6 7</a:t>
            </a:r>
          </a:p>
        </p:txBody>
      </p:sp>
    </p:spTree>
    <p:extLst>
      <p:ext uri="{BB962C8B-B14F-4D97-AF65-F5344CB8AC3E}">
        <p14:creationId xmlns:p14="http://schemas.microsoft.com/office/powerpoint/2010/main" val="3672198777"/>
      </p:ext>
      <p:ext uri="urn:g6b3r1:native-source:v1">
        <g6:source xmlns:g6="urn:g6b3r1:native-source:v1">{"id":"S16","notes_en":"RECORDED FOOTBALL RELATIONS / E is a value inside B; B is material inside C\n\nQualified context reaches Work; refusal stops RECORDED FOOTBALL RELATIONS / E is a value inside B; B is material inside C Producer E offer_json Released B B.offer = E Local checks body / status Qualified C C.body = B value source qualified Authenticated STATUS and source address DATA, not control REVOKED / invalid STOP: no consumption refused branch Requester Work consumes offer field only valid C No arrow leads from refusal to Work. Booking still requires a separate current Root packet and action.\n\nThis is an editorial explanation of the named recorded or conceptual scope, not a new runtime result. Follow the source references for exact fields and limitations. B5 and final publication are not performed.","notes_ru":"E вложен в B.offer, B вложен в C.body. STATUS предоставляет данные локальному проверяющему. Отозванный источник блокирует потребление до Work; подпись не приказывает Root.","reading_order":["S16_title","S16_scope","S16_body0","S16_body0_label","S16_body1","S16_body1_label","S16_body2","S16_body2_label","S16_body3","S16_body3_label","S16_flow0","S16_flow0_label","S16_flow1","S16_flow1_label","S16_flow2","S16_flow2_label","S16_status","S16_status_label","S16_status_input","S16_status_relation_label","S16_refusal","S16_refusal_label","S16_refused","S16_refused_label","S16_consumer","S16_consumer_label","S16_positive","S16_positive_label","S16_qualification","S16_rule","S16_source_link","S16_atlas_locator"],"relations":[{"id":"S16_flow0","item":"value","relation":"DATA","source":"E","source_object":"S16_body0","target":"B","target_object":"S16_body1"},{"id":"S16_flow1","item":"source","relation":"DATA","source":"B","source_object":"S16_body1","target":"CURRENTNESS","target_object":"S16_body2"},{"id":"S16_flow2","item":"qualified","relation":"DATA","source":"CURRENTNESS","source_object":"S16_body2","target":"C","target_object":"S16_body3"},{"id":"S16_refused","item":"refused branch","relation":"DATA","source":"CURRENTNESS","source_object":"S16_body2","target":"CURRENTNESS","target_object":"S16_refusal"},{"id":"S16_positive","item":"only valid C","relation":"DATA","source":"C","source_object":"S16_body3","target":"WORK","target_object":"S16_consumer"}],"scope":"RECORDED FOOTBALL RELATIONS / E is a value inside B; B is material inside C","source_refs":[{"label":"football","target":"../references/episode_sources.json"},{"label":"chapter","target":"../chapters/07_football.html"}],"title":"Qualified context reaches Work; refusal stops"}</g6:source>
      </p:ext>
    </p:extLst>
  </p:cSld>
</p:sld>
</file>

<file path=ppt/slides/slide17.xml><?xml version="1.0" encoding="utf-8"?>
<p:sld xmlns:p="http://schemas.openxmlformats.org/presentationml/2006/main" xmlns:a="http://schemas.openxmlformats.org/drawingml/2006/main" xmlns:r="http://schemas.openxmlformats.org/officeDocument/2006/relationships">
  <p:cSld name="S17">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17_title" descr="title">
            <a:extLst xmlns:a="http://schemas.openxmlformats.org/drawingml/2006/main">
              <a:ext uri="{FF2B5EF4-FFF2-40B4-BE49-F238E27FC236}">
                <a16:creationId xmlns:a16="http://schemas.microsoft.com/office/drawing/2014/main" id="{9245DBB0-837A-5121-A79F-1D26B0EBCCD3}"/>
              </a:ext>
              <a:ext uri="urn:g6b3r1:native-source:v1">
                <g6:source xmlns:g6="urn:g6b3r1:native-source:v1">{"alt":"title","bold":true,"color":"#16282B","font_px":42,"h":75,"id":"S17_title","kind":"text","line_height_px":48.3,"reading_order":0,"text":"Creating a component does not grant its authority","w":1170,"x":54,"y":36}</g6:source>
              </a:ext>
            </a:extLst>
          </p:cNvPr>
          <p:cNvSpPr>
            <a:spLocks xmlns:a="http://schemas.openxmlformats.org/drawingml/2006/main" noGrp="1"/>
          </p:cNvSpPr>
          <p:nvPr/>
        </p:nvSpPr>
        <p:spPr>
          <a:xfrm xmlns:a="http://schemas.openxmlformats.org/drawingml/2006/main">
            <a:off x="514350" y="342900"/>
            <a:ext cx="11144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3623"/>
              </a:lnSpc>
              <a:spcBef>
                <a:spcPts val="0"/>
              </a:spcBef>
              <a:spcAft>
                <a:spcPts val="0"/>
              </a:spcAft>
              <a:defRPr sz="3150" b="1">
                <a:solidFill>
                  <a:srgbClr val="16282B"/>
                </a:solidFill>
                <a:latin typeface="Nimbus Sans"/>
                <a:ea typeface="Nimbus Sans"/>
                <a:cs typeface="Nimbus Sans"/>
              </a:defRPr>
            </a:pPr>
            <a:r>
              <a:rPr sz="3150" b="1">
                <a:solidFill>
                  <a:srgbClr val="16282B"/>
                </a:solidFill>
                <a:latin typeface="Nimbus Sans"/>
                <a:ea typeface="Nimbus Sans"/>
                <a:cs typeface="Nimbus Sans"/>
              </a:rPr>
              <a:t>Creating a component does not grant its authority</a:t>
            </a:r>
          </a:p>
        </p:txBody>
      </p:sp>
      <p:sp>
        <p:nvSpPr>
          <p:cNvPr id="3" name="S17_scope" descr="scope">
            <a:extLst xmlns:a="http://schemas.openxmlformats.org/drawingml/2006/main">
              <a:ext uri="{FF2B5EF4-FFF2-40B4-BE49-F238E27FC236}">
                <a16:creationId xmlns:a16="http://schemas.microsoft.com/office/drawing/2014/main" id="{D220B324-B2AF-551F-94C9-E1CA45BC55B8}"/>
              </a:ext>
              <a:ext uri="urn:g6b3r1:native-source:v1">
                <g6:source xmlns:g6="urn:g6b3r1:native-source:v1">{"alt":"scope","bold":false,"color":"#43595D","font_px":23,"h":54,"id":"S17_scope","kind":"text","line_height_px":26.45,"reading_order":1,"text":"CONCEPTUAL / HOW and WHAT are separate; candidate material is not its author","w":1160,"x":56,"y":113}</g6:source>
              </a:ext>
            </a:extLst>
          </p:cNvPr>
          <p:cNvSpPr>
            <a:spLocks xmlns:a="http://schemas.openxmlformats.org/drawingml/2006/main" noGrp="1"/>
          </p:cNvSpPr>
          <p:nvPr/>
        </p:nvSpPr>
        <p:spPr>
          <a:xfrm xmlns:a="http://schemas.openxmlformats.org/drawingml/2006/main">
            <a:off x="533400" y="1076325"/>
            <a:ext cx="1104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984"/>
              </a:lnSpc>
              <a:spcBef>
                <a:spcPts val="0"/>
              </a:spcBef>
              <a:spcAft>
                <a:spcPts val="0"/>
              </a:spcAft>
              <a:defRPr sz="1725" b="0">
                <a:solidFill>
                  <a:srgbClr val="43595D"/>
                </a:solidFill>
                <a:latin typeface="Nimbus Sans"/>
                <a:ea typeface="Nimbus Sans"/>
                <a:cs typeface="Nimbus Sans"/>
              </a:defRPr>
            </a:pPr>
            <a:r>
              <a:rPr sz="1725" b="0">
                <a:solidFill>
                  <a:srgbClr val="43595D"/>
                </a:solidFill>
                <a:latin typeface="Nimbus Sans"/>
                <a:ea typeface="Nimbus Sans"/>
                <a:cs typeface="Nimbus Sans"/>
              </a:rPr>
              <a:t>CONCEPTUAL / HOW and WHAT are separate; candidate material is not its author</a:t>
            </a:r>
          </a:p>
        </p:txBody>
      </p:sp>
      <p:sp>
        <p:nvSpPr>
          <p:cNvPr id="4" name="S17_kit" descr="KIT: HOW: interfaces">
            <a:extLst xmlns:a="http://schemas.openxmlformats.org/drawingml/2006/main">
              <a:ext uri="{FF2B5EF4-FFF2-40B4-BE49-F238E27FC236}">
                <a16:creationId xmlns:a16="http://schemas.microsoft.com/office/drawing/2014/main" id="{78A7D14B-68E8-5A7D-92E6-6AC43E7F48CD}"/>
              </a:ext>
              <a:ext uri="urn:g6b3r1:native-source:v1">
                <g6:source xmlns:g6="urn:g6b3r1:native-source:v1">{"alt":"KIT: HOW: interfaces","entity_id":"KIT","fill":"#EFF5F3","h":60,"id":"S17_kit","kind":"rect","reading_order":2,"stroke":"#176B68","stroke_width":2,"w":282,"x":56,"y":205}</g6:source>
              </a:ext>
            </a:extLst>
          </p:cNvPr>
          <p:cNvSpPr>
            <a:spLocks xmlns:a="http://schemas.openxmlformats.org/drawingml/2006/main" noGrp="1"/>
          </p:cNvSpPr>
          <p:nvPr/>
        </p:nvSpPr>
        <p:spPr>
          <a:xfrm xmlns:a="http://schemas.openxmlformats.org/drawingml/2006/main">
            <a:off x="533400" y="1952625"/>
            <a:ext cx="2686050" cy="571500"/>
          </a:xfrm>
          <a:prstGeom xmlns:a="http://schemas.openxmlformats.org/drawingml/2006/main" prst="rect">
            <a:avLst/>
          </a:prstGeom>
          <a:solidFill xmlns:a="http://schemas.openxmlformats.org/drawingml/2006/main">
            <a:srgbClr val="EFF5F3"/>
          </a:solidFill>
          <a:ln xmlns:a="http://schemas.openxmlformats.org/drawingml/2006/main" w="19050">
            <a:solidFill>
              <a:srgbClr val="176B68"/>
            </a:solidFill>
          </a:ln>
        </p:spPr>
      </p:sp>
      <p:sp>
        <p:nvSpPr>
          <p:cNvPr id="5" name="S17_kit_label" descr="kit label">
            <a:extLst xmlns:a="http://schemas.openxmlformats.org/drawingml/2006/main">
              <a:ext uri="{FF2B5EF4-FFF2-40B4-BE49-F238E27FC236}">
                <a16:creationId xmlns:a16="http://schemas.microsoft.com/office/drawing/2014/main" id="{F8698FD5-7F44-5B49-9EB8-617211624311}"/>
              </a:ext>
              <a:ext uri="urn:g6b3r1:native-source:v1">
                <g6:source xmlns:g6="urn:g6b3r1:native-source:v1">{"alt":"kit label","bold":false,"color":"#16282B","font_px":24,"h":36,"id":"S17_kit_label","kind":"text","line_height_px":27.599999999999998,"reading_order":3,"text":"HOW: interfaces","w":256,"x":69,"y":217}</g6:source>
              </a:ext>
            </a:extLst>
          </p:cNvPr>
          <p:cNvSpPr>
            <a:spLocks xmlns:a="http://schemas.openxmlformats.org/drawingml/2006/main" noGrp="1"/>
          </p:cNvSpPr>
          <p:nvPr/>
        </p:nvSpPr>
        <p:spPr>
          <a:xfrm xmlns:a="http://schemas.openxmlformats.org/drawingml/2006/main">
            <a:off x="657225" y="2066925"/>
            <a:ext cx="2438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HOW: interfaces</a:t>
            </a:r>
          </a:p>
        </p:txBody>
      </p:sp>
      <p:sp>
        <p:nvSpPr>
          <p:cNvPr id="6" name="S17_what" descr="WHAT: WHAT: task">
            <a:extLst xmlns:a="http://schemas.openxmlformats.org/drawingml/2006/main">
              <a:ext uri="{FF2B5EF4-FFF2-40B4-BE49-F238E27FC236}">
                <a16:creationId xmlns:a16="http://schemas.microsoft.com/office/drawing/2014/main" id="{598CC497-764D-5C04-AE9B-56C313041B2C}"/>
              </a:ext>
              <a:ext uri="urn:g6b3r1:native-source:v1">
                <g6:source xmlns:g6="urn:g6b3r1:native-source:v1">{"alt":"WHAT: WHAT: task","entity_id":"WHAT","fill":"#EFF5F3","h":60,"id":"S17_what","kind":"rect","reading_order":4,"stroke":"#176B68","stroke_width":2,"w":282,"x":56,"y":310}</g6:source>
              </a:ext>
            </a:extLst>
          </p:cNvPr>
          <p:cNvSpPr>
            <a:spLocks xmlns:a="http://schemas.openxmlformats.org/drawingml/2006/main" noGrp="1"/>
          </p:cNvSpPr>
          <p:nvPr/>
        </p:nvSpPr>
        <p:spPr>
          <a:xfrm xmlns:a="http://schemas.openxmlformats.org/drawingml/2006/main">
            <a:off x="533400" y="2952750"/>
            <a:ext cx="2686050" cy="571500"/>
          </a:xfrm>
          <a:prstGeom xmlns:a="http://schemas.openxmlformats.org/drawingml/2006/main" prst="rect">
            <a:avLst/>
          </a:prstGeom>
          <a:solidFill xmlns:a="http://schemas.openxmlformats.org/drawingml/2006/main">
            <a:srgbClr val="EFF5F3"/>
          </a:solidFill>
          <a:ln xmlns:a="http://schemas.openxmlformats.org/drawingml/2006/main" w="19050">
            <a:solidFill>
              <a:srgbClr val="176B68"/>
            </a:solidFill>
          </a:ln>
        </p:spPr>
      </p:sp>
      <p:sp>
        <p:nvSpPr>
          <p:cNvPr id="7" name="S17_what_label" descr="what label">
            <a:extLst xmlns:a="http://schemas.openxmlformats.org/drawingml/2006/main">
              <a:ext uri="{FF2B5EF4-FFF2-40B4-BE49-F238E27FC236}">
                <a16:creationId xmlns:a16="http://schemas.microsoft.com/office/drawing/2014/main" id="{2362BD30-F381-5496-80F8-8B99587A31F6}"/>
              </a:ext>
              <a:ext uri="urn:g6b3r1:native-source:v1">
                <g6:source xmlns:g6="urn:g6b3r1:native-source:v1">{"alt":"what label","bold":false,"color":"#16282B","font_px":24,"h":36,"id":"S17_what_label","kind":"text","line_height_px":27.599999999999998,"reading_order":5,"text":"WHAT: task","w":256,"x":69,"y":322}</g6:source>
              </a:ext>
            </a:extLst>
          </p:cNvPr>
          <p:cNvSpPr>
            <a:spLocks xmlns:a="http://schemas.openxmlformats.org/drawingml/2006/main" noGrp="1"/>
          </p:cNvSpPr>
          <p:nvPr/>
        </p:nvSpPr>
        <p:spPr>
          <a:xfrm xmlns:a="http://schemas.openxmlformats.org/drawingml/2006/main">
            <a:off x="657225" y="3067050"/>
            <a:ext cx="2438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WHAT: task</a:t>
            </a:r>
          </a:p>
        </p:txBody>
      </p:sp>
      <p:sp>
        <p:nvSpPr>
          <p:cNvPr id="8" name="S17_author" descr="AUTHOR: External author">
            <a:extLst xmlns:a="http://schemas.openxmlformats.org/drawingml/2006/main">
              <a:ext uri="{FF2B5EF4-FFF2-40B4-BE49-F238E27FC236}">
                <a16:creationId xmlns:a16="http://schemas.microsoft.com/office/drawing/2014/main" id="{DDF9AE33-8C57-5F32-83CE-B346DEA515F7}"/>
              </a:ext>
              <a:ext uri="urn:g6b3r1:native-source:v1">
                <g6:source xmlns:g6="urn:g6b3r1:native-source:v1">{"alt":"AUTHOR: External author","entity_id":"AUTHOR","fill":"#EFF5F3","h":80,"id":"S17_author","kind":"rect","reading_order":6,"stroke":"#176B68","stroke_width":2,"w":260,"x":441,"y":251}</g6:source>
              </a:ext>
            </a:extLst>
          </p:cNvPr>
          <p:cNvSpPr>
            <a:spLocks xmlns:a="http://schemas.openxmlformats.org/drawingml/2006/main" noGrp="1"/>
          </p:cNvSpPr>
          <p:nvPr/>
        </p:nvSpPr>
        <p:spPr>
          <a:xfrm xmlns:a="http://schemas.openxmlformats.org/drawingml/2006/main">
            <a:off x="4200525" y="2390775"/>
            <a:ext cx="2476500" cy="762000"/>
          </a:xfrm>
          <a:prstGeom xmlns:a="http://schemas.openxmlformats.org/drawingml/2006/main" prst="rect">
            <a:avLst/>
          </a:prstGeom>
          <a:solidFill xmlns:a="http://schemas.openxmlformats.org/drawingml/2006/main">
            <a:srgbClr val="EFF5F3"/>
          </a:solidFill>
          <a:ln xmlns:a="http://schemas.openxmlformats.org/drawingml/2006/main" w="19050">
            <a:solidFill>
              <a:srgbClr val="176B68"/>
            </a:solidFill>
          </a:ln>
        </p:spPr>
      </p:sp>
      <p:sp>
        <p:nvSpPr>
          <p:cNvPr id="9" name="S17_author_label" descr="author label">
            <a:extLst xmlns:a="http://schemas.openxmlformats.org/drawingml/2006/main">
              <a:ext uri="{FF2B5EF4-FFF2-40B4-BE49-F238E27FC236}">
                <a16:creationId xmlns:a16="http://schemas.microsoft.com/office/drawing/2014/main" id="{E13AAE66-CC01-5AFA-95EE-215483886344}"/>
              </a:ext>
              <a:ext uri="urn:g6b3r1:native-source:v1">
                <g6:source xmlns:g6="urn:g6b3r1:native-source:v1">{"alt":"author label","bold":false,"color":"#16282B","font_px":24,"h":56,"id":"S17_author_label","kind":"text","line_height_px":27.599999999999998,"reading_order":7,"text":"External author","w":234,"x":454,"y":263}</g6:source>
              </a:ext>
            </a:extLst>
          </p:cNvPr>
          <p:cNvSpPr>
            <a:spLocks xmlns:a="http://schemas.openxmlformats.org/drawingml/2006/main" noGrp="1"/>
          </p:cNvSpPr>
          <p:nvPr/>
        </p:nvSpPr>
        <p:spPr>
          <a:xfrm xmlns:a="http://schemas.openxmlformats.org/drawingml/2006/main">
            <a:off x="4324350" y="2505075"/>
            <a:ext cx="22288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External author</a:t>
            </a:r>
          </a:p>
        </p:txBody>
      </p:sp>
      <p:sp>
        <p:nvSpPr>
          <p:cNvPr id="10" name="S17_candidate" descr="CANDIDATE: Candidate bytes">
            <a:extLst xmlns:a="http://schemas.openxmlformats.org/drawingml/2006/main">
              <a:ext uri="{FF2B5EF4-FFF2-40B4-BE49-F238E27FC236}">
                <a16:creationId xmlns:a16="http://schemas.microsoft.com/office/drawing/2014/main" id="{4DF5A042-FD71-513F-9B89-633FB1B82AD2}"/>
              </a:ext>
              <a:ext uri="urn:g6b3r1:native-source:v1">
                <g6:source xmlns:g6="urn:g6b3r1:native-source:v1">{"alt":"CANDIDATE: Candidate bytes","entity_id":"CANDIDATE","fill":"#EFF5F3","h":80,"id":"S17_candidate","kind":"rect","reading_order":8,"stroke":"#176B68","stroke_width":2,"w":356,"x":844,"y":251}</g6:source>
              </a:ext>
            </a:extLst>
          </p:cNvPr>
          <p:cNvSpPr>
            <a:spLocks xmlns:a="http://schemas.openxmlformats.org/drawingml/2006/main" noGrp="1"/>
          </p:cNvSpPr>
          <p:nvPr/>
        </p:nvSpPr>
        <p:spPr>
          <a:xfrm xmlns:a="http://schemas.openxmlformats.org/drawingml/2006/main">
            <a:off x="8039100" y="2390775"/>
            <a:ext cx="3390900" cy="762000"/>
          </a:xfrm>
          <a:prstGeom xmlns:a="http://schemas.openxmlformats.org/drawingml/2006/main" prst="rect">
            <a:avLst/>
          </a:prstGeom>
          <a:solidFill xmlns:a="http://schemas.openxmlformats.org/drawingml/2006/main">
            <a:srgbClr val="EFF5F3"/>
          </a:solidFill>
          <a:ln xmlns:a="http://schemas.openxmlformats.org/drawingml/2006/main" w="19050">
            <a:solidFill>
              <a:srgbClr val="176B68"/>
            </a:solidFill>
          </a:ln>
        </p:spPr>
      </p:sp>
      <p:sp>
        <p:nvSpPr>
          <p:cNvPr id="11" name="S17_candidate_label" descr="candidate label">
            <a:extLst xmlns:a="http://schemas.openxmlformats.org/drawingml/2006/main">
              <a:ext uri="{FF2B5EF4-FFF2-40B4-BE49-F238E27FC236}">
                <a16:creationId xmlns:a16="http://schemas.microsoft.com/office/drawing/2014/main" id="{C641762D-115D-5D0A-A27B-08E6413DF4E2}"/>
              </a:ext>
              <a:ext uri="urn:g6b3r1:native-source:v1">
                <g6:source xmlns:g6="urn:g6b3r1:native-source:v1">{"alt":"candidate label","bold":false,"color":"#16282B","font_px":24,"h":56,"id":"S17_candidate_label","kind":"text","line_height_px":27.599999999999998,"reading_order":9,"text":"Candidate bytes","w":330,"x":857,"y":263}</g6:source>
              </a:ext>
            </a:extLst>
          </p:cNvPr>
          <p:cNvSpPr>
            <a:spLocks xmlns:a="http://schemas.openxmlformats.org/drawingml/2006/main" noGrp="1"/>
          </p:cNvSpPr>
          <p:nvPr/>
        </p:nvSpPr>
        <p:spPr>
          <a:xfrm xmlns:a="http://schemas.openxmlformats.org/drawingml/2006/main">
            <a:off x="8162925" y="2505075"/>
            <a:ext cx="314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Candidate bytes</a:t>
            </a:r>
          </a:p>
        </p:txBody>
      </p:sp>
      <p:cxnSp>
        <p:nvCxnSpPr>
          <p:cNvPr id="12" name="S17_how_input" descr="DATA: reference">
            <a:extLst>
              <a:ext uri="urn:g6b3r1:native-source:v1">
                <g6:source xmlns:g6="urn:g6b3r1:native-source:v1">{"alt":"DATA: reference","color":"#176B68","h":56,"head":"triangle","id":"S17_how_input","kind":"arrow","reading_order":10,"relation_type":"DATA","source_id":"S17_kit","stroke_width":2,"target_id":"S17_author","w":103,"x":338,"y":235}</g6:source>
              </a:ext>
            </a:extLst>
          </p:cNvPr>
          <p:cNvCxnSpPr>
            <a:stCxn xmlns:a="http://schemas.openxmlformats.org/drawingml/2006/main" id="4" idx="3"/>
            <a:endCxn xmlns:a="http://schemas.openxmlformats.org/drawingml/2006/main" id="8" idx="1"/>
          </p:cNvCxnSpPr>
          <p:nvPr/>
        </p:nvCxnSpPr>
        <p:spPr>
          <a:xfrm xmlns:a="http://schemas.openxmlformats.org/drawingml/2006/main" rot="0" flipH="0" flipV="0">
            <a:off x="3219450" y="2238375"/>
            <a:ext cx="981075" cy="533400"/>
          </a:xfrm>
          <a:prstGeom xmlns:a="http://schemas.openxmlformats.org/drawingml/2006/main" prst="straightConnector1">
            <a:avLst/>
          </a:prstGeom>
          <a:ln xmlns:a="http://schemas.openxmlformats.org/drawingml/2006/main" w="19050">
            <a:solidFill>
              <a:srgbClr val="176B68"/>
            </a:solidFill>
            <a:tailEnd type="triangle" w="med" len="med"/>
          </a:ln>
        </p:spPr>
      </p:cxnSp>
      <p:sp>
        <p:nvSpPr>
          <p:cNvPr id="13" name="S17_how_input_label" descr="how input label">
            <a:extLst xmlns:a="http://schemas.openxmlformats.org/drawingml/2006/main">
              <a:ext uri="{FF2B5EF4-FFF2-40B4-BE49-F238E27FC236}">
                <a16:creationId xmlns:a16="http://schemas.microsoft.com/office/drawing/2014/main" id="{EA0E2ACB-5B5B-51F9-ACDF-F053B82FB62B}"/>
              </a:ext>
              <a:ext uri="urn:g6b3r1:native-source:v1">
                <g6:source xmlns:g6="urn:g6b3r1:native-source:v1">{"alt":"how input label","bold":false,"color":"#43595D","font_px":19,"h":34,"id":"S17_how_input_label","kind":"text","line_height_px":21.849999999999998,"reading_order":11,"text":"reference","w":157,"x":348,"y":208}</g6:source>
              </a:ext>
            </a:extLst>
          </p:cNvPr>
          <p:cNvSpPr>
            <a:spLocks xmlns:a="http://schemas.openxmlformats.org/drawingml/2006/main" noGrp="1"/>
          </p:cNvSpPr>
          <p:nvPr/>
        </p:nvSpPr>
        <p:spPr>
          <a:xfrm xmlns:a="http://schemas.openxmlformats.org/drawingml/2006/main">
            <a:off x="3314700" y="1981200"/>
            <a:ext cx="14954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639"/>
              </a:lnSpc>
              <a:spcBef>
                <a:spcPts val="0"/>
              </a:spcBef>
              <a:spcAft>
                <a:spcPts val="0"/>
              </a:spcAft>
              <a:defRPr sz="1425" b="0">
                <a:solidFill>
                  <a:srgbClr val="43595D"/>
                </a:solidFill>
                <a:latin typeface="Nimbus Sans"/>
                <a:ea typeface="Nimbus Sans"/>
                <a:cs typeface="Nimbus Sans"/>
              </a:defRPr>
            </a:pPr>
            <a:r>
              <a:rPr sz="1425" b="0">
                <a:solidFill>
                  <a:srgbClr val="43595D"/>
                </a:solidFill>
                <a:latin typeface="Nimbus Sans"/>
                <a:ea typeface="Nimbus Sans"/>
                <a:cs typeface="Nimbus Sans"/>
              </a:rPr>
              <a:t>reference</a:t>
            </a:r>
          </a:p>
        </p:txBody>
      </p:sp>
      <p:cxnSp>
        <p:nvCxnSpPr>
          <p:cNvPr id="14" name="S17_what_input" descr="DATA: task">
            <a:extLst>
              <a:ext uri="urn:g6b3r1:native-source:v1">
                <g6:source xmlns:g6="urn:g6b3r1:native-source:v1">{"alt":"DATA: task","color":"#176B68","h":-49,"head":"triangle","id":"S17_what_input","kind":"arrow","reading_order":12,"relation_type":"DATA","source_id":"S17_what","stroke_width":2,"target_id":"S17_author","w":103,"x":338,"y":340}</g6:source>
              </a:ext>
            </a:extLst>
          </p:cNvPr>
          <p:cNvCxnSpPr>
            <a:stCxn xmlns:a="http://schemas.openxmlformats.org/drawingml/2006/main" id="6" idx="3"/>
            <a:endCxn xmlns:a="http://schemas.openxmlformats.org/drawingml/2006/main" id="8" idx="1"/>
          </p:cNvCxnSpPr>
          <p:nvPr/>
        </p:nvCxnSpPr>
        <p:spPr>
          <a:xfrm xmlns:a="http://schemas.openxmlformats.org/drawingml/2006/main" flipV="1" rot="0" flipH="0">
            <a:off x="3219450" y="2771775"/>
            <a:ext cx="981075" cy="466725"/>
          </a:xfrm>
          <a:prstGeom xmlns:a="http://schemas.openxmlformats.org/drawingml/2006/main" prst="straightConnector1">
            <a:avLst/>
          </a:prstGeom>
          <a:ln xmlns:a="http://schemas.openxmlformats.org/drawingml/2006/main" w="19050">
            <a:solidFill>
              <a:srgbClr val="176B68"/>
            </a:solidFill>
            <a:tailEnd type="triangle" w="med" len="med"/>
          </a:ln>
        </p:spPr>
      </p:cxnSp>
      <p:sp>
        <p:nvSpPr>
          <p:cNvPr id="15" name="S17_what_input_label" descr="what input label">
            <a:extLst xmlns:a="http://schemas.openxmlformats.org/drawingml/2006/main">
              <a:ext uri="{FF2B5EF4-FFF2-40B4-BE49-F238E27FC236}">
                <a16:creationId xmlns:a16="http://schemas.microsoft.com/office/drawing/2014/main" id="{6691ECD3-E27E-54DC-A0F3-6E6BF469933E}"/>
              </a:ext>
              <a:ext uri="urn:g6b3r1:native-source:v1">
                <g6:source xmlns:g6="urn:g6b3r1:native-source:v1">{"alt":"what input label","bold":false,"color":"#43595D","font_px":19,"h":34,"id":"S17_what_input_label","kind":"text","line_height_px":21.849999999999998,"reading_order":13,"text":"task","w":113,"x":348,"y":335}</g6:source>
              </a:ext>
            </a:extLst>
          </p:cNvPr>
          <p:cNvSpPr>
            <a:spLocks xmlns:a="http://schemas.openxmlformats.org/drawingml/2006/main" noGrp="1"/>
          </p:cNvSpPr>
          <p:nvPr/>
        </p:nvSpPr>
        <p:spPr>
          <a:xfrm xmlns:a="http://schemas.openxmlformats.org/drawingml/2006/main">
            <a:off x="3314700" y="3190875"/>
            <a:ext cx="1076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639"/>
              </a:lnSpc>
              <a:spcBef>
                <a:spcPts val="0"/>
              </a:spcBef>
              <a:spcAft>
                <a:spcPts val="0"/>
              </a:spcAft>
              <a:defRPr sz="1425" b="0">
                <a:solidFill>
                  <a:srgbClr val="43595D"/>
                </a:solidFill>
                <a:latin typeface="Nimbus Sans"/>
                <a:ea typeface="Nimbus Sans"/>
                <a:cs typeface="Nimbus Sans"/>
              </a:defRPr>
            </a:pPr>
            <a:r>
              <a:rPr sz="1425" b="0">
                <a:solidFill>
                  <a:srgbClr val="43595D"/>
                </a:solidFill>
                <a:latin typeface="Nimbus Sans"/>
                <a:ea typeface="Nimbus Sans"/>
                <a:cs typeface="Nimbus Sans"/>
              </a:rPr>
              <a:t>task</a:t>
            </a:r>
          </a:p>
        </p:txBody>
      </p:sp>
      <p:cxnSp>
        <p:nvCxnSpPr>
          <p:cNvPr id="16" name="S17_creates" descr="DATA: creates">
            <a:extLst>
              <a:ext uri="urn:g6b3r1:native-source:v1">
                <g6:source xmlns:g6="urn:g6b3r1:native-source:v1">{"alt":"DATA: creates","color":"#176B68","h":0,"head":"triangle","id":"S17_creates","kind":"arrow","reading_order":14,"relation_type":"DATA","source_id":"S17_author","stroke_width":2,"target_id":"S17_candidate","w":143,"x":701,"y":291}</g6:source>
              </a:ext>
            </a:extLst>
          </p:cNvPr>
          <p:cNvCxnSpPr>
            <a:stCxn xmlns:a="http://schemas.openxmlformats.org/drawingml/2006/main" id="8" idx="3"/>
            <a:endCxn xmlns:a="http://schemas.openxmlformats.org/drawingml/2006/main" id="10" idx="1"/>
          </p:cNvCxnSpPr>
          <p:nvPr/>
        </p:nvCxnSpPr>
        <p:spPr>
          <a:xfrm xmlns:a="http://schemas.openxmlformats.org/drawingml/2006/main" rot="0" flipH="0" flipV="0">
            <a:off x="6677025" y="2771775"/>
            <a:ext cx="1362075" cy="0"/>
          </a:xfrm>
          <a:prstGeom xmlns:a="http://schemas.openxmlformats.org/drawingml/2006/main" prst="straightConnector1">
            <a:avLst/>
          </a:prstGeom>
          <a:ln xmlns:a="http://schemas.openxmlformats.org/drawingml/2006/main" w="19050">
            <a:solidFill>
              <a:srgbClr val="176B68"/>
            </a:solidFill>
            <a:tailEnd type="triangle" w="med" len="med"/>
          </a:ln>
        </p:spPr>
      </p:cxnSp>
      <p:sp>
        <p:nvSpPr>
          <p:cNvPr id="17" name="S17_creates_label" descr="creates label">
            <a:extLst xmlns:a="http://schemas.openxmlformats.org/drawingml/2006/main">
              <a:ext uri="{FF2B5EF4-FFF2-40B4-BE49-F238E27FC236}">
                <a16:creationId xmlns:a16="http://schemas.microsoft.com/office/drawing/2014/main" id="{5069D21A-E859-584E-BBD4-6C8E2F312F4B}"/>
              </a:ext>
              <a:ext uri="urn:g6b3r1:native-source:v1">
                <g6:source xmlns:g6="urn:g6b3r1:native-source:v1">{"alt":"creates label","bold":false,"color":"#43595D","font_px":19,"h":34,"id":"S17_creates_label","kind":"text","line_height_px":21.849999999999998,"reading_order":15,"text":"creates","w":110,"x":721,"y":230}</g6:source>
              </a:ext>
            </a:extLst>
          </p:cNvPr>
          <p:cNvSpPr>
            <a:spLocks xmlns:a="http://schemas.openxmlformats.org/drawingml/2006/main" noGrp="1"/>
          </p:cNvSpPr>
          <p:nvPr/>
        </p:nvSpPr>
        <p:spPr>
          <a:xfrm xmlns:a="http://schemas.openxmlformats.org/drawingml/2006/main">
            <a:off x="6867525" y="2190750"/>
            <a:ext cx="104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639"/>
              </a:lnSpc>
              <a:spcBef>
                <a:spcPts val="0"/>
              </a:spcBef>
              <a:spcAft>
                <a:spcPts val="0"/>
              </a:spcAft>
              <a:defRPr sz="1425" b="0">
                <a:solidFill>
                  <a:srgbClr val="43595D"/>
                </a:solidFill>
                <a:latin typeface="Nimbus Sans"/>
                <a:ea typeface="Nimbus Sans"/>
                <a:cs typeface="Nimbus Sans"/>
              </a:defRPr>
            </a:pPr>
            <a:r>
              <a:rPr sz="1425" b="0">
                <a:solidFill>
                  <a:srgbClr val="43595D"/>
                </a:solidFill>
                <a:latin typeface="Nimbus Sans"/>
                <a:ea typeface="Nimbus Sans"/>
                <a:cs typeface="Nimbus Sans"/>
              </a:rPr>
              <a:t>creates</a:t>
            </a:r>
          </a:p>
        </p:txBody>
      </p:sp>
      <p:sp>
        <p:nvSpPr>
          <p:cNvPr id="18" name="S17_exam" descr="EXAMINER: Independent exam">
            <a:extLst xmlns:a="http://schemas.openxmlformats.org/drawingml/2006/main">
              <a:ext uri="{FF2B5EF4-FFF2-40B4-BE49-F238E27FC236}">
                <a16:creationId xmlns:a16="http://schemas.microsoft.com/office/drawing/2014/main" id="{0F6F5B16-9D61-59CE-A877-BB386806717F}"/>
              </a:ext>
              <a:ext uri="urn:g6b3r1:native-source:v1">
                <g6:source xmlns:g6="urn:g6b3r1:native-source:v1">{"alt":"EXAMINER: Independent exam","entity_id":"EXAMINER","fill":"#EFF5F3","h":74,"id":"S17_exam","kind":"rect","reading_order":16,"stroke":"#176B68","stroke_width":2,"w":356,"x":844,"y":428}</g6:source>
              </a:ext>
            </a:extLst>
          </p:cNvPr>
          <p:cNvSpPr>
            <a:spLocks xmlns:a="http://schemas.openxmlformats.org/drawingml/2006/main" noGrp="1"/>
          </p:cNvSpPr>
          <p:nvPr/>
        </p:nvSpPr>
        <p:spPr>
          <a:xfrm xmlns:a="http://schemas.openxmlformats.org/drawingml/2006/main">
            <a:off x="8039100" y="4076700"/>
            <a:ext cx="3390900" cy="704850"/>
          </a:xfrm>
          <a:prstGeom xmlns:a="http://schemas.openxmlformats.org/drawingml/2006/main" prst="rect">
            <a:avLst/>
          </a:prstGeom>
          <a:solidFill xmlns:a="http://schemas.openxmlformats.org/drawingml/2006/main">
            <a:srgbClr val="EFF5F3"/>
          </a:solidFill>
          <a:ln xmlns:a="http://schemas.openxmlformats.org/drawingml/2006/main" w="19050">
            <a:solidFill>
              <a:srgbClr val="176B68"/>
            </a:solidFill>
          </a:ln>
        </p:spPr>
      </p:sp>
      <p:sp>
        <p:nvSpPr>
          <p:cNvPr id="19" name="S17_exam_label" descr="exam label">
            <a:extLst xmlns:a="http://schemas.openxmlformats.org/drawingml/2006/main">
              <a:ext uri="{FF2B5EF4-FFF2-40B4-BE49-F238E27FC236}">
                <a16:creationId xmlns:a16="http://schemas.microsoft.com/office/drawing/2014/main" id="{7EA8A00C-98CE-50D9-8FFD-D1D075998F73}"/>
              </a:ext>
              <a:ext uri="urn:g6b3r1:native-source:v1">
                <g6:source xmlns:g6="urn:g6b3r1:native-source:v1">{"alt":"exam label","bold":false,"color":"#16282B","font_px":24,"h":50,"id":"S17_exam_label","kind":"text","line_height_px":27.599999999999998,"reading_order":17,"text":"Independent exam","w":330,"x":857,"y":440}</g6:source>
              </a:ext>
            </a:extLst>
          </p:cNvPr>
          <p:cNvSpPr>
            <a:spLocks xmlns:a="http://schemas.openxmlformats.org/drawingml/2006/main" noGrp="1"/>
          </p:cNvSpPr>
          <p:nvPr/>
        </p:nvSpPr>
        <p:spPr>
          <a:xfrm xmlns:a="http://schemas.openxmlformats.org/drawingml/2006/main">
            <a:off x="8162925" y="4191000"/>
            <a:ext cx="314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Independent exam</a:t>
            </a:r>
          </a:p>
        </p:txBody>
      </p:sp>
      <p:sp>
        <p:nvSpPr>
          <p:cNvPr id="20" name="S17_admission" descr="SOURCE_ADMISSION: Owner source admission">
            <a:extLst xmlns:a="http://schemas.openxmlformats.org/drawingml/2006/main">
              <a:ext uri="{FF2B5EF4-FFF2-40B4-BE49-F238E27FC236}">
                <a16:creationId xmlns:a16="http://schemas.microsoft.com/office/drawing/2014/main" id="{E262016B-BFC4-5F6E-AA4E-BCE08BD3681B}"/>
              </a:ext>
              <a:ext uri="urn:g6b3r1:native-source:v1">
                <g6:source xmlns:g6="urn:g6b3r1:native-source:v1">{"alt":"SOURCE_ADMISSION: Owner source admission","entity_id":"SOURCE_ADMISSION","fill":"#EFF5F3","h":74,"id":"S17_admission","kind":"rect","reading_order":18,"stroke":"#176B68","stroke_width":2,"w":337,"x":410,"y":428}</g6:source>
              </a:ext>
            </a:extLst>
          </p:cNvPr>
          <p:cNvSpPr>
            <a:spLocks xmlns:a="http://schemas.openxmlformats.org/drawingml/2006/main" noGrp="1"/>
          </p:cNvSpPr>
          <p:nvPr/>
        </p:nvSpPr>
        <p:spPr>
          <a:xfrm xmlns:a="http://schemas.openxmlformats.org/drawingml/2006/main">
            <a:off x="3905250" y="4076700"/>
            <a:ext cx="3209925" cy="704850"/>
          </a:xfrm>
          <a:prstGeom xmlns:a="http://schemas.openxmlformats.org/drawingml/2006/main" prst="rect">
            <a:avLst/>
          </a:prstGeom>
          <a:solidFill xmlns:a="http://schemas.openxmlformats.org/drawingml/2006/main">
            <a:srgbClr val="EFF5F3"/>
          </a:solidFill>
          <a:ln xmlns:a="http://schemas.openxmlformats.org/drawingml/2006/main" w="19050">
            <a:solidFill>
              <a:srgbClr val="176B68"/>
            </a:solidFill>
          </a:ln>
        </p:spPr>
      </p:sp>
      <p:sp>
        <p:nvSpPr>
          <p:cNvPr id="21" name="S17_admission_label" descr="admission label">
            <a:extLst xmlns:a="http://schemas.openxmlformats.org/drawingml/2006/main">
              <a:ext uri="{FF2B5EF4-FFF2-40B4-BE49-F238E27FC236}">
                <a16:creationId xmlns:a16="http://schemas.microsoft.com/office/drawing/2014/main" id="{9E523B23-42B3-5C7E-A7A3-8664F87B56F9}"/>
              </a:ext>
              <a:ext uri="urn:g6b3r1:native-source:v1">
                <g6:source xmlns:g6="urn:g6b3r1:native-source:v1">{"alt":"admission label","bold":false,"color":"#16282B","font_px":24,"h":50,"id":"S17_admission_label","kind":"text","line_height_px":27.599999999999998,"reading_order":19,"text":"Owner source admission","w":311,"x":423,"y":440}</g6:source>
              </a:ext>
            </a:extLst>
          </p:cNvPr>
          <p:cNvSpPr>
            <a:spLocks xmlns:a="http://schemas.openxmlformats.org/drawingml/2006/main" noGrp="1"/>
          </p:cNvSpPr>
          <p:nvPr/>
        </p:nvSpPr>
        <p:spPr>
          <a:xfrm xmlns:a="http://schemas.openxmlformats.org/drawingml/2006/main">
            <a:off x="4029075" y="4191000"/>
            <a:ext cx="29622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Owner source admission</a:t>
            </a:r>
          </a:p>
        </p:txBody>
      </p:sp>
      <p:sp>
        <p:nvSpPr>
          <p:cNvPr id="22" name="S17_work" descr="WORK: New bounded Work">
            <a:extLst xmlns:a="http://schemas.openxmlformats.org/drawingml/2006/main">
              <a:ext uri="{FF2B5EF4-FFF2-40B4-BE49-F238E27FC236}">
                <a16:creationId xmlns:a16="http://schemas.microsoft.com/office/drawing/2014/main" id="{75478AAE-C29E-51D3-806D-458E04A1549B}"/>
              </a:ext>
              <a:ext uri="urn:g6b3r1:native-source:v1">
                <g6:source xmlns:g6="urn:g6b3r1:native-source:v1">{"alt":"WORK: New bounded Work","entity_id":"WORK","fill":"#EFF5F3","h":74,"id":"S17_work","kind":"rect","reading_order":20,"stroke":"#176B68","stroke_width":2,"w":253,"x":56,"y":428}</g6:source>
              </a:ext>
            </a:extLst>
          </p:cNvPr>
          <p:cNvSpPr>
            <a:spLocks xmlns:a="http://schemas.openxmlformats.org/drawingml/2006/main" noGrp="1"/>
          </p:cNvSpPr>
          <p:nvPr/>
        </p:nvSpPr>
        <p:spPr>
          <a:xfrm xmlns:a="http://schemas.openxmlformats.org/drawingml/2006/main">
            <a:off x="533400" y="4076700"/>
            <a:ext cx="2409825" cy="704850"/>
          </a:xfrm>
          <a:prstGeom xmlns:a="http://schemas.openxmlformats.org/drawingml/2006/main" prst="rect">
            <a:avLst/>
          </a:prstGeom>
          <a:solidFill xmlns:a="http://schemas.openxmlformats.org/drawingml/2006/main">
            <a:srgbClr val="EFF5F3"/>
          </a:solidFill>
          <a:ln xmlns:a="http://schemas.openxmlformats.org/drawingml/2006/main" w="19050">
            <a:solidFill>
              <a:srgbClr val="176B68"/>
            </a:solidFill>
          </a:ln>
        </p:spPr>
      </p:sp>
      <p:sp>
        <p:nvSpPr>
          <p:cNvPr id="23" name="S17_work_label" descr="work label">
            <a:extLst xmlns:a="http://schemas.openxmlformats.org/drawingml/2006/main">
              <a:ext uri="{FF2B5EF4-FFF2-40B4-BE49-F238E27FC236}">
                <a16:creationId xmlns:a16="http://schemas.microsoft.com/office/drawing/2014/main" id="{405017DF-2433-5B1B-8067-74EF0BF7FF9B}"/>
              </a:ext>
              <a:ext uri="urn:g6b3r1:native-source:v1">
                <g6:source xmlns:g6="urn:g6b3r1:native-source:v1">{"alt":"work label","bold":false,"color":"#16282B","font_px":24,"h":50,"id":"S17_work_label","kind":"text","line_height_px":27.599999999999998,"reading_order":21,"text":"New bounded Work","w":227,"x":69,"y":440}</g6:source>
              </a:ext>
            </a:extLst>
          </p:cNvPr>
          <p:cNvSpPr>
            <a:spLocks xmlns:a="http://schemas.openxmlformats.org/drawingml/2006/main" noGrp="1"/>
          </p:cNvSpPr>
          <p:nvPr/>
        </p:nvSpPr>
        <p:spPr>
          <a:xfrm xmlns:a="http://schemas.openxmlformats.org/drawingml/2006/main">
            <a:off x="657225" y="4191000"/>
            <a:ext cx="21621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New bounded Work</a:t>
            </a:r>
          </a:p>
        </p:txBody>
      </p:sp>
      <p:cxnSp>
        <p:nvCxnSpPr>
          <p:cNvPr id="24" name="S17_examines" descr="DATA: checks actual material">
            <a:extLst>
              <a:ext uri="urn:g6b3r1:native-source:v1">
                <g6:source xmlns:g6="urn:g6b3r1:native-source:v1">{"alt":"DATA: checks actual material","color":"#176B68","h":97,"head":"triangle","id":"S17_examines","kind":"arrow","reading_order":22,"relation_type":"DATA","source_id":"S17_candidate","stroke_width":2,"target_id":"S17_exam","w":0,"x":1022,"y":331}</g6:source>
              </a:ext>
            </a:extLst>
          </p:cNvPr>
          <p:cNvCxnSpPr>
            <a:stCxn xmlns:a="http://schemas.openxmlformats.org/drawingml/2006/main" id="10" idx="2"/>
            <a:endCxn xmlns:a="http://schemas.openxmlformats.org/drawingml/2006/main" id="18" idx="0"/>
          </p:cNvCxnSpPr>
          <p:nvPr/>
        </p:nvCxnSpPr>
        <p:spPr>
          <a:xfrm xmlns:a="http://schemas.openxmlformats.org/drawingml/2006/main" rot="0" flipH="0" flipV="0">
            <a:off x="9734550" y="3152775"/>
            <a:ext cx="0" cy="923925"/>
          </a:xfrm>
          <a:prstGeom xmlns:a="http://schemas.openxmlformats.org/drawingml/2006/main" prst="straightConnector1">
            <a:avLst/>
          </a:prstGeom>
          <a:ln xmlns:a="http://schemas.openxmlformats.org/drawingml/2006/main" w="19050">
            <a:solidFill>
              <a:srgbClr val="176B68"/>
            </a:solidFill>
            <a:tailEnd type="triangle" w="med" len="med"/>
          </a:ln>
        </p:spPr>
      </p:cxnSp>
      <p:sp>
        <p:nvSpPr>
          <p:cNvPr id="25" name="S17_examines_label" descr="examines label">
            <a:extLst xmlns:a="http://schemas.openxmlformats.org/drawingml/2006/main">
              <a:ext uri="{FF2B5EF4-FFF2-40B4-BE49-F238E27FC236}">
                <a16:creationId xmlns:a16="http://schemas.microsoft.com/office/drawing/2014/main" id="{FEF82715-E84F-5726-A3D3-D710174C30DC}"/>
              </a:ext>
              <a:ext uri="urn:g6b3r1:native-source:v1">
                <g6:source xmlns:g6="urn:g6b3r1:native-source:v1">{"alt":"examines label","bold":false,"color":"#43595D","font_px":19,"h":50,"id":"S17_examines_label","kind":"text","line_height_px":21.849999999999998,"reading_order":23,"text":"checks actual material","w":270,"x":728,"y":354}</g6:source>
              </a:ext>
            </a:extLst>
          </p:cNvPr>
          <p:cNvSpPr>
            <a:spLocks xmlns:a="http://schemas.openxmlformats.org/drawingml/2006/main" noGrp="1"/>
          </p:cNvSpPr>
          <p:nvPr/>
        </p:nvSpPr>
        <p:spPr>
          <a:xfrm xmlns:a="http://schemas.openxmlformats.org/drawingml/2006/main">
            <a:off x="6934200" y="3371850"/>
            <a:ext cx="257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639"/>
              </a:lnSpc>
              <a:spcBef>
                <a:spcPts val="0"/>
              </a:spcBef>
              <a:spcAft>
                <a:spcPts val="0"/>
              </a:spcAft>
              <a:defRPr sz="1425" b="0">
                <a:solidFill>
                  <a:srgbClr val="43595D"/>
                </a:solidFill>
                <a:latin typeface="Nimbus Sans"/>
                <a:ea typeface="Nimbus Sans"/>
                <a:cs typeface="Nimbus Sans"/>
              </a:defRPr>
            </a:pPr>
            <a:r>
              <a:rPr sz="1425" b="0">
                <a:solidFill>
                  <a:srgbClr val="43595D"/>
                </a:solidFill>
                <a:latin typeface="Nimbus Sans"/>
                <a:ea typeface="Nimbus Sans"/>
                <a:cs typeface="Nimbus Sans"/>
              </a:rPr>
              <a:t>checks actual material</a:t>
            </a:r>
          </a:p>
        </p:txBody>
      </p:sp>
      <p:cxnSp>
        <p:nvCxnSpPr>
          <p:cNvPr id="26" name="S17_review" descr="DATA: review">
            <a:extLst>
              <a:ext uri="urn:g6b3r1:native-source:v1">
                <g6:source xmlns:g6="urn:g6b3r1:native-source:v1">{"alt":"DATA: review","color":"#176B68","h":0,"head":"triangle","id":"S17_review","kind":"arrow","reading_order":24,"relation_type":"DATA","source_id":"S17_exam","stroke_width":2,"target_id":"S17_admission","w":-97,"x":844,"y":465}</g6:source>
              </a:ext>
            </a:extLst>
          </p:cNvPr>
          <p:cNvCxnSpPr>
            <a:stCxn xmlns:a="http://schemas.openxmlformats.org/drawingml/2006/main" id="18" idx="1"/>
            <a:endCxn xmlns:a="http://schemas.openxmlformats.org/drawingml/2006/main" id="20" idx="3"/>
          </p:cNvCxnSpPr>
          <p:nvPr/>
        </p:nvCxnSpPr>
        <p:spPr>
          <a:xfrm xmlns:a="http://schemas.openxmlformats.org/drawingml/2006/main" flipH="1" rot="0" flipV="0">
            <a:off x="7115175" y="4429125"/>
            <a:ext cx="923925" cy="0"/>
          </a:xfrm>
          <a:prstGeom xmlns:a="http://schemas.openxmlformats.org/drawingml/2006/main" prst="straightConnector1">
            <a:avLst/>
          </a:prstGeom>
          <a:ln xmlns:a="http://schemas.openxmlformats.org/drawingml/2006/main" w="19050">
            <a:solidFill>
              <a:srgbClr val="176B68"/>
            </a:solidFill>
            <a:tailEnd type="triangle" w="med" len="med"/>
          </a:ln>
        </p:spPr>
      </p:cxnSp>
      <p:sp>
        <p:nvSpPr>
          <p:cNvPr id="27" name="S17_review_label" descr="review label">
            <a:extLst xmlns:a="http://schemas.openxmlformats.org/drawingml/2006/main">
              <a:ext uri="{FF2B5EF4-FFF2-40B4-BE49-F238E27FC236}">
                <a16:creationId xmlns:a16="http://schemas.microsoft.com/office/drawing/2014/main" id="{55333F96-AE78-5C7C-BF28-6A3ED589C69B}"/>
              </a:ext>
              <a:ext uri="urn:g6b3r1:native-source:v1">
                <g6:source xmlns:g6="urn:g6b3r1:native-source:v1">{"alt":"review label","bold":false,"color":"#43595D","font_px":19,"h":30,"id":"S17_review_label","kind":"text","line_height_px":21.849999999999998,"reading_order":25,"text":"review","w":86,"x":757,"y":396}</g6:source>
              </a:ext>
            </a:extLst>
          </p:cNvPr>
          <p:cNvSpPr>
            <a:spLocks xmlns:a="http://schemas.openxmlformats.org/drawingml/2006/main" noGrp="1"/>
          </p:cNvSpPr>
          <p:nvPr/>
        </p:nvSpPr>
        <p:spPr>
          <a:xfrm xmlns:a="http://schemas.openxmlformats.org/drawingml/2006/main">
            <a:off x="7210425" y="37719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639"/>
              </a:lnSpc>
              <a:spcBef>
                <a:spcPts val="0"/>
              </a:spcBef>
              <a:spcAft>
                <a:spcPts val="0"/>
              </a:spcAft>
              <a:defRPr sz="1425" b="0">
                <a:solidFill>
                  <a:srgbClr val="43595D"/>
                </a:solidFill>
                <a:latin typeface="Nimbus Sans"/>
                <a:ea typeface="Nimbus Sans"/>
                <a:cs typeface="Nimbus Sans"/>
              </a:defRPr>
            </a:pPr>
            <a:r>
              <a:rPr sz="1425" b="0">
                <a:solidFill>
                  <a:srgbClr val="43595D"/>
                </a:solidFill>
                <a:latin typeface="Nimbus Sans"/>
                <a:ea typeface="Nimbus Sans"/>
                <a:cs typeface="Nimbus Sans"/>
              </a:rPr>
              <a:t>review</a:t>
            </a:r>
          </a:p>
        </p:txBody>
      </p:sp>
      <p:cxnSp>
        <p:nvCxnSpPr>
          <p:cNvPr id="28" name="S17_identity" descr="DATA: identity">
            <a:extLst>
              <a:ext uri="urn:g6b3r1:native-source:v1">
                <g6:source xmlns:g6="urn:g6b3r1:native-source:v1">{"alt":"DATA: identity","color":"#176B68","h":0,"head":"triangle","id":"S17_identity","kind":"arrow","reading_order":26,"relation_type":"DATA","source_id":"S17_admission","stroke_width":2,"target_id":"S17_work","w":-101,"x":410,"y":465}</g6:source>
              </a:ext>
            </a:extLst>
          </p:cNvPr>
          <p:cNvCxnSpPr>
            <a:stCxn xmlns:a="http://schemas.openxmlformats.org/drawingml/2006/main" id="20" idx="1"/>
            <a:endCxn xmlns:a="http://schemas.openxmlformats.org/drawingml/2006/main" id="22" idx="3"/>
          </p:cNvCxnSpPr>
          <p:nvPr/>
        </p:nvCxnSpPr>
        <p:spPr>
          <a:xfrm xmlns:a="http://schemas.openxmlformats.org/drawingml/2006/main" flipH="1" rot="0" flipV="0">
            <a:off x="2943225" y="4429125"/>
            <a:ext cx="962025" cy="0"/>
          </a:xfrm>
          <a:prstGeom xmlns:a="http://schemas.openxmlformats.org/drawingml/2006/main" prst="straightConnector1">
            <a:avLst/>
          </a:prstGeom>
          <a:ln xmlns:a="http://schemas.openxmlformats.org/drawingml/2006/main" w="19050">
            <a:solidFill>
              <a:srgbClr val="176B68"/>
            </a:solidFill>
            <a:tailEnd type="triangle" w="med" len="med"/>
          </a:ln>
        </p:spPr>
      </p:cxnSp>
      <p:sp>
        <p:nvSpPr>
          <p:cNvPr id="29" name="S17_identity_label" descr="identity label">
            <a:extLst xmlns:a="http://schemas.openxmlformats.org/drawingml/2006/main">
              <a:ext uri="{FF2B5EF4-FFF2-40B4-BE49-F238E27FC236}">
                <a16:creationId xmlns:a16="http://schemas.microsoft.com/office/drawing/2014/main" id="{B692C0C4-D3F0-5EC9-8527-3B3583E1911E}"/>
              </a:ext>
              <a:ext uri="urn:g6b3r1:native-source:v1">
                <g6:source xmlns:g6="urn:g6b3r1:native-source:v1">{"alt":"identity label","bold":false,"color":"#43595D","font_px":19,"h":30,"id":"S17_identity_label","kind":"text","line_height_px":21.849999999999998,"reading_order":27,"text":"identity","w":92,"x":311,"y":397}</g6:source>
              </a:ext>
            </a:extLst>
          </p:cNvPr>
          <p:cNvSpPr>
            <a:spLocks xmlns:a="http://schemas.openxmlformats.org/drawingml/2006/main" noGrp="1"/>
          </p:cNvSpPr>
          <p:nvPr/>
        </p:nvSpPr>
        <p:spPr>
          <a:xfrm xmlns:a="http://schemas.openxmlformats.org/drawingml/2006/main">
            <a:off x="2962275" y="3781425"/>
            <a:ext cx="876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639"/>
              </a:lnSpc>
              <a:spcBef>
                <a:spcPts val="0"/>
              </a:spcBef>
              <a:spcAft>
                <a:spcPts val="0"/>
              </a:spcAft>
              <a:defRPr sz="1425" b="0">
                <a:solidFill>
                  <a:srgbClr val="43595D"/>
                </a:solidFill>
                <a:latin typeface="Nimbus Sans"/>
                <a:ea typeface="Nimbus Sans"/>
                <a:cs typeface="Nimbus Sans"/>
              </a:defRPr>
            </a:pPr>
            <a:r>
              <a:rPr sz="1425" b="0">
                <a:solidFill>
                  <a:srgbClr val="43595D"/>
                </a:solidFill>
                <a:latin typeface="Nimbus Sans"/>
                <a:ea typeface="Nimbus Sans"/>
                <a:cs typeface="Nimbus Sans"/>
              </a:rPr>
              <a:t>identity</a:t>
            </a:r>
          </a:p>
        </p:txBody>
      </p:sp>
      <p:sp>
        <p:nvSpPr>
          <p:cNvPr id="30" name="S17_current" descr="current">
            <a:extLst xmlns:a="http://schemas.openxmlformats.org/drawingml/2006/main">
              <a:ext uri="{FF2B5EF4-FFF2-40B4-BE49-F238E27FC236}">
                <a16:creationId xmlns:a16="http://schemas.microsoft.com/office/drawing/2014/main" id="{105FCBC2-4E5D-5DF8-A0CD-D8953AF0955C}"/>
              </a:ext>
              <a:ext uri="urn:g6b3r1:native-source:v1">
                <g6:source xmlns:g6="urn:g6b3r1:native-source:v1">{"alt":"current","bold":false,"color":"#16282B","font_px":25,"h":50,"id":"S17_current","kind":"text","line_height_px":28.749999999999996,"reading_order":28,"text":"New current inputs and Root decisions remain required. No stored runtime grant.","w":1160,"x":56,"y":538}</g6:source>
              </a:ext>
            </a:extLst>
          </p:cNvPr>
          <p:cNvSpPr>
            <a:spLocks xmlns:a="http://schemas.openxmlformats.org/drawingml/2006/main" noGrp="1"/>
          </p:cNvSpPr>
          <p:nvPr/>
        </p:nvSpPr>
        <p:spPr>
          <a:xfrm xmlns:a="http://schemas.openxmlformats.org/drawingml/2006/main">
            <a:off x="533400" y="512445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156"/>
              </a:lnSpc>
              <a:spcBef>
                <a:spcPts val="0"/>
              </a:spcBef>
              <a:spcAft>
                <a:spcPts val="0"/>
              </a:spcAft>
              <a:defRPr sz="1875" b="0">
                <a:solidFill>
                  <a:srgbClr val="16282B"/>
                </a:solidFill>
                <a:latin typeface="Nimbus Sans"/>
                <a:ea typeface="Nimbus Sans"/>
                <a:cs typeface="Nimbus Sans"/>
              </a:defRPr>
            </a:pPr>
            <a:r>
              <a:rPr sz="1875" b="0">
                <a:solidFill>
                  <a:srgbClr val="16282B"/>
                </a:solidFill>
                <a:latin typeface="Nimbus Sans"/>
                <a:ea typeface="Nimbus Sans"/>
                <a:cs typeface="Nimbus Sans"/>
              </a:rPr>
              <a:t>New current inputs and Root decisions remain required. No stored runtime grant.</a:t>
            </a:r>
          </a:p>
        </p:txBody>
      </p:sp>
      <p:sp>
        <p:nvSpPr>
          <p:cNvPr id="31" name="S17_qualification" descr="qualification">
            <a:extLst xmlns:a="http://schemas.openxmlformats.org/drawingml/2006/main">
              <a:ext uri="{FF2B5EF4-FFF2-40B4-BE49-F238E27FC236}">
                <a16:creationId xmlns:a16="http://schemas.microsoft.com/office/drawing/2014/main" id="{7341F6A7-1A48-531D-B814-65FCCB6ACB30}"/>
              </a:ext>
              <a:ext uri="urn:g6b3r1:native-source:v1">
                <g6:source xmlns:g6="urn:g6b3r1:native-source:v1">{"alt":"qualification","bold":false,"color":"#43595D","font_px":23,"h":58,"id":"S17_qualification","kind":"text","line_height_px":26.45,"reading_order":29,"text":"G54B1/G54D remain INCOMPLETE. G54D1 includes explicitly authorized correction 4; the audit packet is not the\nkit.","w":1162,"x":56,"y":596}</g6:source>
              </a:ext>
            </a:extLst>
          </p:cNvPr>
          <p:cNvSpPr>
            <a:spLocks xmlns:a="http://schemas.openxmlformats.org/drawingml/2006/main" noGrp="1"/>
          </p:cNvSpPr>
          <p:nvPr/>
        </p:nvSpPr>
        <p:spPr>
          <a:xfrm xmlns:a="http://schemas.openxmlformats.org/drawingml/2006/main">
            <a:off x="533400" y="5676900"/>
            <a:ext cx="11068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984"/>
              </a:lnSpc>
              <a:spcBef>
                <a:spcPts val="0"/>
              </a:spcBef>
              <a:spcAft>
                <a:spcPts val="0"/>
              </a:spcAft>
              <a:defRPr sz="1725" b="0">
                <a:solidFill>
                  <a:srgbClr val="43595D"/>
                </a:solidFill>
                <a:latin typeface="Nimbus Sans"/>
                <a:ea typeface="Nimbus Sans"/>
                <a:cs typeface="Nimbus Sans"/>
              </a:defRPr>
            </a:pPr>
            <a:r>
              <a:rPr sz="1725" b="0">
                <a:solidFill>
                  <a:srgbClr val="43595D"/>
                </a:solidFill>
                <a:latin typeface="Nimbus Sans"/>
                <a:ea typeface="Nimbus Sans"/>
                <a:cs typeface="Nimbus Sans"/>
              </a:rPr>
              <a:t>G54B1/G54D remain INCOMPLETE. G54D1 includes explicitly authorized correction 4; the audit packet is not the</a:t>
            </a:r>
          </a:p>
          <a:p xmlns:a="http://schemas.openxmlformats.org/drawingml/2006/main">
            <a:pPr algn="l">
              <a:lnSpc>
                <a:spcPts val="1984"/>
              </a:lnSpc>
              <a:spcBef>
                <a:spcPts val="0"/>
              </a:spcBef>
              <a:spcAft>
                <a:spcPts val="0"/>
              </a:spcAft>
              <a:defRPr sz="1725" b="0">
                <a:solidFill>
                  <a:srgbClr val="43595D"/>
                </a:solidFill>
                <a:latin typeface="Nimbus Sans"/>
                <a:ea typeface="Nimbus Sans"/>
                <a:cs typeface="Nimbus Sans"/>
              </a:defRPr>
            </a:pPr>
            <a:r>
              <a:rPr sz="1725" b="0">
                <a:solidFill>
                  <a:srgbClr val="43595D"/>
                </a:solidFill>
                <a:latin typeface="Nimbus Sans"/>
                <a:ea typeface="Nimbus Sans"/>
                <a:cs typeface="Nimbus Sans"/>
              </a:rPr>
              <a:t>kit.</a:t>
            </a:r>
          </a:p>
        </p:txBody>
      </p:sp>
      <p:sp>
        <p:nvSpPr>
          <p:cNvPr id="32" name="S17_rule" descr="rule">
            <a:extLst xmlns:a="http://schemas.openxmlformats.org/drawingml/2006/main">
              <a:ext uri="{FF2B5EF4-FFF2-40B4-BE49-F238E27FC236}">
                <a16:creationId xmlns:a16="http://schemas.microsoft.com/office/drawing/2014/main" id="{1D573E3B-999B-5DBD-87E6-1D179EB7EC99}"/>
              </a:ext>
              <a:ext uri="urn:g6b3r1:native-source:v1">
                <g6:source xmlns:g6="urn:g6b3r1:native-source:v1">{"alt":"rule","color":"#B8C8C6","h":0,"id":"S17_rule","kind":"line","reading_order":30,"stroke_width":1,"w":1162,"x":56,"y":671}</g6:source>
              </a:ext>
            </a:extLst>
          </p:cNvPr>
          <p:cNvSpPr>
            <a:spLocks xmlns:a="http://schemas.openxmlformats.org/drawingml/2006/main" noGrp="1"/>
          </p:cNvSpPr>
          <p:nvPr/>
        </p:nvSpPr>
        <p:spPr>
          <a:xfrm xmlns:a="http://schemas.openxmlformats.org/drawingml/2006/main" flipH="0" flipV="0" rot="0">
            <a:off x="533400" y="6391275"/>
            <a:ext cx="11068050" cy="0"/>
          </a:xfrm>
          <a:prstGeom xmlns:a="http://schemas.openxmlformats.org/drawingml/2006/main" prst="line">
            <a:avLst/>
          </a:prstGeom>
          <a:noFill xmlns:a="http://schemas.openxmlformats.org/drawingml/2006/main"/>
          <a:ln xmlns:a="http://schemas.openxmlformats.org/drawingml/2006/main" w="9525">
            <a:solidFill>
              <a:srgbClr val="B8C8C6"/>
            </a:solidFill>
          </a:ln>
        </p:spPr>
      </p:sp>
      <p:sp>
        <p:nvSpPr>
          <p:cNvPr id="33" name="S17_source_link" descr="source link">
            <a:hlinkClick r:id="g6b3r1Link32"/>
            <a:extLst xmlns:a="http://schemas.openxmlformats.org/drawingml/2006/main">
              <a:ext uri="{FF2B5EF4-FFF2-40B4-BE49-F238E27FC236}">
                <a16:creationId xmlns:a16="http://schemas.microsoft.com/office/drawing/2014/main" id="{EB3763CA-40B0-53FD-8B71-5CD444ABACD0}"/>
              </a:ext>
              <a:ext uri="urn:g6b3r1:native-source:v1">
                <g6:source xmlns:g6="urn:g6b3r1:native-source:v1">{"alt":"source link","bold":false,"color":"#315E8B","font_px":18,"h":27,"id":"S17_source_link","kind":"text","line_height_px":20.7,"link_target":"https://github.com/AAkhtanin/hedgehog-os/blob/2e965ecb18e545e428380eb8e9aa5a7037a388be/docs/gate5_authoring_kit_v01/START_HERE.md","reading_order":31,"text":"S17 Source: author","w":560,"x":56,"y":685}</g6:source>
              </a:ext>
            </a:extLst>
          </p:cNvPr>
          <p:cNvSpPr>
            <a:spLocks xmlns:a="http://schemas.openxmlformats.org/drawingml/2006/main" noGrp="1"/>
          </p:cNvSpPr>
          <p:nvPr/>
        </p:nvSpPr>
        <p:spPr>
          <a:xfrm xmlns:a="http://schemas.openxmlformats.org/drawingml/2006/main">
            <a:off x="533400" y="6524625"/>
            <a:ext cx="5334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553"/>
              </a:lnSpc>
              <a:spcBef>
                <a:spcPts val="0"/>
              </a:spcBef>
              <a:spcAft>
                <a:spcPts val="0"/>
              </a:spcAft>
              <a:defRPr sz="1350" b="0">
                <a:solidFill>
                  <a:srgbClr val="315E8B"/>
                </a:solidFill>
                <a:latin typeface="Nimbus Sans"/>
                <a:ea typeface="Nimbus Sans"/>
                <a:cs typeface="Nimbus Sans"/>
              </a:defRPr>
            </a:pPr>
            <a:r>
              <a:rPr sz="1350" b="0">
                <a:solidFill>
                  <a:srgbClr val="315E8B"/>
                </a:solidFill>
                <a:latin typeface="Nimbus Sans"/>
                <a:ea typeface="Nimbus Sans"/>
                <a:cs typeface="Nimbus Sans"/>
              </a:rPr>
              <a:t>S17 Source: author</a:t>
            </a:r>
          </a:p>
        </p:txBody>
      </p:sp>
      <p:sp>
        <p:nvSpPr>
          <p:cNvPr id="34" name="S17_atlas_locator" descr="atlas locator">
            <a:hlinkClick r:id="g6b3r1Link33"/>
            <a:extLst xmlns:a="http://schemas.openxmlformats.org/drawingml/2006/main">
              <a:ext uri="{FF2B5EF4-FFF2-40B4-BE49-F238E27FC236}">
                <a16:creationId xmlns:a16="http://schemas.microsoft.com/office/drawing/2014/main" id="{9F9F63A1-9B0E-5D50-88BE-6CEC7E2ED914}"/>
              </a:ext>
              <a:ext uri="urn:g6b3r1:native-source:v1">
                <g6:source xmlns:g6="urn:g6b3r1:native-source:v1">{"alt":"atlas locator","bold":false,"color":"#315E8B","font_px":17,"h":27,"id":"S17_atlas_locator","kind":"text","line_height_px":19.549999999999997,"link_target":"../atlas/README.html","reading_order":32,"text":"Atlas: Overview / GEO 1 2 3 4 5 6 7","w":560,"x":660,"y":685}</g6:source>
              </a:ext>
            </a:extLst>
          </p:cNvPr>
          <p:cNvSpPr>
            <a:spLocks xmlns:a="http://schemas.openxmlformats.org/drawingml/2006/main" noGrp="1"/>
          </p:cNvSpPr>
          <p:nvPr/>
        </p:nvSpPr>
        <p:spPr>
          <a:xfrm xmlns:a="http://schemas.openxmlformats.org/drawingml/2006/main">
            <a:off x="6286500" y="6524625"/>
            <a:ext cx="5334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466"/>
              </a:lnSpc>
              <a:spcBef>
                <a:spcPts val="0"/>
              </a:spcBef>
              <a:spcAft>
                <a:spcPts val="0"/>
              </a:spcAft>
              <a:defRPr sz="1275" b="0">
                <a:solidFill>
                  <a:srgbClr val="315E8B"/>
                </a:solidFill>
                <a:latin typeface="Nimbus Sans"/>
                <a:ea typeface="Nimbus Sans"/>
                <a:cs typeface="Nimbus Sans"/>
              </a:defRPr>
            </a:pPr>
            <a:r>
              <a:rPr sz="1275" b="0">
                <a:solidFill>
                  <a:srgbClr val="315E8B"/>
                </a:solidFill>
                <a:latin typeface="Nimbus Sans"/>
                <a:ea typeface="Nimbus Sans"/>
                <a:cs typeface="Nimbus Sans"/>
              </a:rPr>
              <a:t>Atlas: Overview / GEO 1 2 3 4 5 6 7</a:t>
            </a:r>
          </a:p>
        </p:txBody>
      </p:sp>
    </p:spTree>
    <p:extLst>
      <p:ext uri="{BB962C8B-B14F-4D97-AF65-F5344CB8AC3E}">
        <p14:creationId xmlns:p14="http://schemas.microsoft.com/office/powerpoint/2010/main" val="350812125"/>
      </p:ext>
      <p:ext uri="urn:g6b3r1:native-source:v1">
        <g6:source xmlns:g6="urn:g6b3r1:native-source:v1">{"id":"S17","notes_en":"CONCEPTUAL / HOW and WHAT are separate; candidate material is not its author\n\nCreating a component does not grant its authority CONCEPTUAL / HOW and WHAT are separate; candidate material is not its author HOW: interfaces WHAT: task External author Candidate bytes reference task creates Independent exam Owner source admission New bounded Work checks actual material review identity New current inputs and Root decisions remain required. No stored runtime grant. G54B1/G54D remain INCOMPLETE. G54D1 includes explicitly authorized correction 4; the audit packet is not the kit.\n\nThis is an editorial explanation of the named recorded or conceptual scope, not a new runtime result. Follow the source references for exact fields and limitations. B5 and final publication are not performed.","notes_ru":"Автор получает HOW и WHAT раздельно. Независимый экзамен и проверка предшествуют внесению точных исходников владельцем. Нижняя полоса начинается с новой задачи, источников и текущих решений.","reading_order":["S17_title","S17_scope","S17_kit","S17_kit_label","S17_what","S17_what_label","S17_author","S17_author_label","S17_candidate","S17_candidate_label","S17_how_input","S17_how_input_label","S17_what_input","S17_what_input_label","S17_creates","S17_creates_label","S17_exam","S17_exam_label","S17_admission","S17_admission_label","S17_work","S17_work_label","S17_examines","S17_examines_label","S17_review","S17_review_label","S17_identity","S17_identity_label","S17_current","S17_qualification","S17_rule","S17_source_link","S17_atlas_locator"],"relations":[{"id":"S17_how_input","item":"reference","relation":"DATA","source":"KIT","source_object":"S17_kit","target":"AUTHOR","target_object":"S17_author"},{"id":"S17_what_input","item":"task","relation":"DATA","source":"WHAT","source_object":"S17_what","target":"AUTHOR","target_object":"S17_author"},{"id":"S17_creates","item":"creates","relation":"DATA","source":"AUTHOR","source_object":"S17_author","target":"CANDIDATE","target_object":"S17_candidate"},{"id":"S17_examines","item":"checks actual material","relation":"DATA","source":"CANDIDATE","source_object":"S17_candidate","target":"EXAMINER","target_object":"S17_exam"},{"id":"S17_review","item":"review","relation":"DATA","source":"EXAMINER","source_object":"S17_exam","target":"SOURCE_ADMISSION","target_object":"S17_admission"},{"id":"S17_identity","item":"identity","relation":"DATA","source":"SOURCE_ADMISSION","source_object":"S17_admission","target":"WORK","target_object":"S17_work"}],"scope":"CONCEPTUAL / HOW and WHAT are separate; candidate material is not its author","source_refs":[{"label":"author","target":"https://github.com/AAkhtanin/hedgehog-os/blob/2e965ecb18e545e428380eb8e9aa5a7037a388be/docs/gate5_authoring_kit_v01/START_HERE.md"},{"label":"chapter","target":"../chapters/11_integration.html"}],"title":"Creating a component does not grant its authority"}</g6:source>
      </p:ext>
    </p:extLst>
  </p:cSld>
</p:sld>
</file>

<file path=ppt/slides/slide18.xml><?xml version="1.0" encoding="utf-8"?>
<p:sld xmlns:p="http://schemas.openxmlformats.org/presentationml/2006/main" xmlns:a="http://schemas.openxmlformats.org/drawingml/2006/main" xmlns:r="http://schemas.openxmlformats.org/officeDocument/2006/relationships">
  <p:cSld name="S18">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18_title" descr="title">
            <a:extLst xmlns:a="http://schemas.openxmlformats.org/drawingml/2006/main">
              <a:ext uri="{FF2B5EF4-FFF2-40B4-BE49-F238E27FC236}">
                <a16:creationId xmlns:a16="http://schemas.microsoft.com/office/drawing/2014/main" id="{FF08D5F8-6F37-5396-A3F3-9D863CEBD3E0}"/>
              </a:ext>
              <a:ext uri="urn:g6b3r1:native-source:v1">
                <g6:source xmlns:g6="urn:g6b3r1:native-source:v1">{"alt":"title","bold":true,"color":"#16282B","font_px":42,"h":75,"id":"S18_title","kind":"text","line_height_px":48.3,"reading_order":0,"text":"The entry boundary defines the audit question","w":1170,"x":54,"y":36}</g6:source>
              </a:ext>
            </a:extLst>
          </p:cNvPr>
          <p:cNvSpPr>
            <a:spLocks xmlns:a="http://schemas.openxmlformats.org/drawingml/2006/main" noGrp="1"/>
          </p:cNvSpPr>
          <p:nvPr/>
        </p:nvSpPr>
        <p:spPr>
          <a:xfrm xmlns:a="http://schemas.openxmlformats.org/drawingml/2006/main">
            <a:off x="514350" y="342900"/>
            <a:ext cx="11144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3623"/>
              </a:lnSpc>
              <a:spcBef>
                <a:spcPts val="0"/>
              </a:spcBef>
              <a:spcAft>
                <a:spcPts val="0"/>
              </a:spcAft>
              <a:defRPr sz="3150" b="1">
                <a:solidFill>
                  <a:srgbClr val="16282B"/>
                </a:solidFill>
                <a:latin typeface="Nimbus Sans"/>
                <a:ea typeface="Nimbus Sans"/>
                <a:cs typeface="Nimbus Sans"/>
              </a:defRPr>
            </a:pPr>
            <a:r>
              <a:rPr sz="3150" b="1">
                <a:solidFill>
                  <a:srgbClr val="16282B"/>
                </a:solidFill>
                <a:latin typeface="Nimbus Sans"/>
                <a:ea typeface="Nimbus Sans"/>
                <a:cs typeface="Nimbus Sans"/>
              </a:rPr>
              <a:t>The entry boundary defines the audit question</a:t>
            </a:r>
          </a:p>
        </p:txBody>
      </p:sp>
      <p:sp>
        <p:nvSpPr>
          <p:cNvPr id="3" name="S18_scope" descr="scope">
            <a:extLst xmlns:a="http://schemas.openxmlformats.org/drawingml/2006/main">
              <a:ext uri="{FF2B5EF4-FFF2-40B4-BE49-F238E27FC236}">
                <a16:creationId xmlns:a16="http://schemas.microsoft.com/office/drawing/2014/main" id="{4D54C059-3647-5697-ACE6-BF24F3FAF523}"/>
              </a:ext>
              <a:ext uri="urn:g6b3r1:native-source:v1">
                <g6:source xmlns:g6="urn:g6b3r1:native-source:v1">{"alt":"scope","bold":false,"color":"#43595D","font_px":23,"h":54,"id":"S18_scope","kind":"text","line_height_px":26.45,"reading_order":1,"text":"METHOD / THREAT MODEL / No new exploit trial in this publication","w":1160,"x":56,"y":113}</g6:source>
              </a:ext>
            </a:extLst>
          </p:cNvPr>
          <p:cNvSpPr>
            <a:spLocks xmlns:a="http://schemas.openxmlformats.org/drawingml/2006/main" noGrp="1"/>
          </p:cNvSpPr>
          <p:nvPr/>
        </p:nvSpPr>
        <p:spPr>
          <a:xfrm xmlns:a="http://schemas.openxmlformats.org/drawingml/2006/main">
            <a:off x="533400" y="1076325"/>
            <a:ext cx="1104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984"/>
              </a:lnSpc>
              <a:spcBef>
                <a:spcPts val="0"/>
              </a:spcBef>
              <a:spcAft>
                <a:spcPts val="0"/>
              </a:spcAft>
              <a:defRPr sz="1725" b="0">
                <a:solidFill>
                  <a:srgbClr val="43595D"/>
                </a:solidFill>
                <a:latin typeface="Nimbus Sans"/>
                <a:ea typeface="Nimbus Sans"/>
                <a:cs typeface="Nimbus Sans"/>
              </a:defRPr>
            </a:pPr>
            <a:r>
              <a:rPr sz="1725" b="0">
                <a:solidFill>
                  <a:srgbClr val="43595D"/>
                </a:solidFill>
                <a:latin typeface="Nimbus Sans"/>
                <a:ea typeface="Nimbus Sans"/>
                <a:cs typeface="Nimbus Sans"/>
              </a:rPr>
              <a:t>METHOD / THREAT MODEL / No new exploit trial in this publication</a:t>
            </a:r>
          </a:p>
        </p:txBody>
      </p:sp>
      <p:sp>
        <p:nvSpPr>
          <p:cNvPr id="4" name="S18_admin_0" descr="METHOD_ADMIN: Pre-granted&#10;admin access">
            <a:extLst xmlns:a="http://schemas.openxmlformats.org/drawingml/2006/main">
              <a:ext uri="{FF2B5EF4-FFF2-40B4-BE49-F238E27FC236}">
                <a16:creationId xmlns:a16="http://schemas.microsoft.com/office/drawing/2014/main" id="{55F185F9-0F0A-5791-B420-16289F44B7D8}"/>
              </a:ext>
              <a:ext uri="urn:g6b3r1:native-source:v1">
                <g6:source xmlns:g6="urn:g6b3r1:native-source:v1">{"alt":"METHOD_ADMIN: Pre-granted\nadmin access","entity_id":"METHOD_ADMIN","fill":"#EFF5F3","h":110,"id":"S18_admin_0","kind":"rect","reading_order":2,"stroke":"#176B68","stroke_width":2,"w":420,"x":56,"y":224}</g6:source>
              </a:ext>
            </a:extLst>
          </p:cNvPr>
          <p:cNvSpPr>
            <a:spLocks xmlns:a="http://schemas.openxmlformats.org/drawingml/2006/main" noGrp="1"/>
          </p:cNvSpPr>
          <p:nvPr/>
        </p:nvSpPr>
        <p:spPr>
          <a:xfrm xmlns:a="http://schemas.openxmlformats.org/drawingml/2006/main">
            <a:off x="533400" y="2133600"/>
            <a:ext cx="4000500" cy="1047750"/>
          </a:xfrm>
          <a:prstGeom xmlns:a="http://schemas.openxmlformats.org/drawingml/2006/main" prst="rect">
            <a:avLst/>
          </a:prstGeom>
          <a:solidFill xmlns:a="http://schemas.openxmlformats.org/drawingml/2006/main">
            <a:srgbClr val="EFF5F3"/>
          </a:solidFill>
          <a:ln xmlns:a="http://schemas.openxmlformats.org/drawingml/2006/main" w="19050">
            <a:solidFill>
              <a:srgbClr val="176B68"/>
            </a:solidFill>
          </a:ln>
        </p:spPr>
      </p:sp>
      <p:sp>
        <p:nvSpPr>
          <p:cNvPr id="5" name="S18_admin_0_label" descr="admin 0 label">
            <a:extLst xmlns:a="http://schemas.openxmlformats.org/drawingml/2006/main">
              <a:ext uri="{FF2B5EF4-FFF2-40B4-BE49-F238E27FC236}">
                <a16:creationId xmlns:a16="http://schemas.microsoft.com/office/drawing/2014/main" id="{83E75FDE-D20D-55AB-B82C-912A1AFED31E}"/>
              </a:ext>
              <a:ext uri="urn:g6b3r1:native-source:v1">
                <g6:source xmlns:g6="urn:g6b3r1:native-source:v1">{"alt":"admin 0 label","bold":false,"color":"#16282B","font_px":24,"h":86,"id":"S18_admin_0_label","kind":"text","line_height_px":27.599999999999998,"reading_order":3,"text":"Pre-granted\nadmin access","w":394,"x":69,"y":236}</g6:source>
              </a:ext>
            </a:extLst>
          </p:cNvPr>
          <p:cNvSpPr>
            <a:spLocks xmlns:a="http://schemas.openxmlformats.org/drawingml/2006/main" noGrp="1"/>
          </p:cNvSpPr>
          <p:nvPr/>
        </p:nvSpPr>
        <p:spPr>
          <a:xfrm xmlns:a="http://schemas.openxmlformats.org/drawingml/2006/main">
            <a:off x="657225" y="2247900"/>
            <a:ext cx="37528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Pre-granted</a:t>
            </a:r>
          </a:p>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admin access</a:t>
            </a:r>
          </a:p>
        </p:txBody>
      </p:sp>
      <p:sp>
        <p:nvSpPr>
          <p:cNvPr id="6" name="S18_admin_1" descr="METHOD_STATE_EDIT: Direct trusted-state&#10;modification">
            <a:extLst xmlns:a="http://schemas.openxmlformats.org/drawingml/2006/main">
              <a:ext uri="{FF2B5EF4-FFF2-40B4-BE49-F238E27FC236}">
                <a16:creationId xmlns:a16="http://schemas.microsoft.com/office/drawing/2014/main" id="{F981F61C-6A58-50EB-90E5-7DD3A2B1636C}"/>
              </a:ext>
              <a:ext uri="urn:g6b3r1:native-source:v1">
                <g6:source xmlns:g6="urn:g6b3r1:native-source:v1">{"alt":"METHOD_STATE_EDIT: Direct trusted-state\nmodification","entity_id":"METHOD_STATE_EDIT","fill":"#EFF5F3","h":110,"id":"S18_admin_1","kind":"rect","reading_order":4,"stroke":"#176B68","stroke_width":2,"w":420,"x":804,"y":224}</g6:source>
              </a:ext>
            </a:extLst>
          </p:cNvPr>
          <p:cNvSpPr>
            <a:spLocks xmlns:a="http://schemas.openxmlformats.org/drawingml/2006/main" noGrp="1"/>
          </p:cNvSpPr>
          <p:nvPr/>
        </p:nvSpPr>
        <p:spPr>
          <a:xfrm xmlns:a="http://schemas.openxmlformats.org/drawingml/2006/main">
            <a:off x="7658100" y="2133600"/>
            <a:ext cx="4000500" cy="1047750"/>
          </a:xfrm>
          <a:prstGeom xmlns:a="http://schemas.openxmlformats.org/drawingml/2006/main" prst="rect">
            <a:avLst/>
          </a:prstGeom>
          <a:solidFill xmlns:a="http://schemas.openxmlformats.org/drawingml/2006/main">
            <a:srgbClr val="EFF5F3"/>
          </a:solidFill>
          <a:ln xmlns:a="http://schemas.openxmlformats.org/drawingml/2006/main" w="19050">
            <a:solidFill>
              <a:srgbClr val="176B68"/>
            </a:solidFill>
          </a:ln>
        </p:spPr>
      </p:sp>
      <p:sp>
        <p:nvSpPr>
          <p:cNvPr id="7" name="S18_admin_1_label" descr="admin 1 label">
            <a:extLst xmlns:a="http://schemas.openxmlformats.org/drawingml/2006/main">
              <a:ext uri="{FF2B5EF4-FFF2-40B4-BE49-F238E27FC236}">
                <a16:creationId xmlns:a16="http://schemas.microsoft.com/office/drawing/2014/main" id="{F5F2F262-1687-513E-B695-8289CD9CC9AE}"/>
              </a:ext>
              <a:ext uri="urn:g6b3r1:native-source:v1">
                <g6:source xmlns:g6="urn:g6b3r1:native-source:v1">{"alt":"admin 1 label","bold":false,"color":"#16282B","font_px":24,"h":86,"id":"S18_admin_1_label","kind":"text","line_height_px":27.599999999999998,"reading_order":5,"text":"Direct trusted-state\nmodification","w":394,"x":817,"y":236}</g6:source>
              </a:ext>
            </a:extLst>
          </p:cNvPr>
          <p:cNvSpPr>
            <a:spLocks xmlns:a="http://schemas.openxmlformats.org/drawingml/2006/main" noGrp="1"/>
          </p:cNvSpPr>
          <p:nvPr/>
        </p:nvSpPr>
        <p:spPr>
          <a:xfrm xmlns:a="http://schemas.openxmlformats.org/drawingml/2006/main">
            <a:off x="7781925" y="2247900"/>
            <a:ext cx="37528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Direct trusted-state</a:t>
            </a:r>
          </a:p>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modification</a:t>
            </a:r>
          </a:p>
        </p:txBody>
      </p:sp>
      <p:cxnSp>
        <p:nvCxnSpPr>
          <p:cNvPr id="8" name="S18_admin_edge_0" descr="CONTROL: already privileged">
            <a:extLst>
              <a:ext uri="urn:g6b3r1:native-source:v1">
                <g6:source xmlns:g6="urn:g6b3r1:native-source:v1">{"alt":"CONTROL: already privileged","color":"#176B68","h":0,"head":"triangle","id":"S18_admin_edge_0","kind":"arrow","reading_order":6,"relation_type":"CONTROL","source_id":"S18_admin_0","stroke_width":2,"target_id":"S18_admin_1","w":328,"x":476,"y":279}</g6:source>
              </a:ext>
            </a:extLst>
          </p:cNvPr>
          <p:cNvCxnSpPr>
            <a:stCxn xmlns:a="http://schemas.openxmlformats.org/drawingml/2006/main" id="4" idx="3"/>
            <a:endCxn xmlns:a="http://schemas.openxmlformats.org/drawingml/2006/main" id="6" idx="1"/>
          </p:cNvCxnSpPr>
          <p:nvPr/>
        </p:nvCxnSpPr>
        <p:spPr>
          <a:xfrm xmlns:a="http://schemas.openxmlformats.org/drawingml/2006/main" rot="0" flipH="0" flipV="0">
            <a:off x="4533900" y="2657475"/>
            <a:ext cx="3124200" cy="0"/>
          </a:xfrm>
          <a:prstGeom xmlns:a="http://schemas.openxmlformats.org/drawingml/2006/main" prst="straightConnector1">
            <a:avLst/>
          </a:prstGeom>
          <a:ln xmlns:a="http://schemas.openxmlformats.org/drawingml/2006/main" w="19050">
            <a:solidFill>
              <a:srgbClr val="176B68"/>
            </a:solidFill>
            <a:tailEnd type="triangle" w="med" len="med"/>
          </a:ln>
        </p:spPr>
      </p:cxnSp>
      <p:sp>
        <p:nvSpPr>
          <p:cNvPr id="9" name="S18_admin_edge_0_label" descr="admin edge 0 label">
            <a:extLst xmlns:a="http://schemas.openxmlformats.org/drawingml/2006/main">
              <a:ext uri="{FF2B5EF4-FFF2-40B4-BE49-F238E27FC236}">
                <a16:creationId xmlns:a16="http://schemas.microsoft.com/office/drawing/2014/main" id="{E75B1D58-3F26-5568-BE71-143B1CD2DF6D}"/>
              </a:ext>
              <a:ext uri="urn:g6b3r1:native-source:v1">
                <g6:source xmlns:g6="urn:g6b3r1:native-source:v1">{"alt":"admin edge 0 label","bold":false,"color":"#43595D","font_px":17,"h":78,"id":"S18_admin_edge_0_label","kind":"text","line_height_px":19.549999999999997,"reading_order":7,"text":"already privileged","w":320,"x":480,"y":197}</g6:source>
              </a:ext>
            </a:extLst>
          </p:cNvPr>
          <p:cNvSpPr>
            <a:spLocks xmlns:a="http://schemas.openxmlformats.org/drawingml/2006/main" noGrp="1"/>
          </p:cNvSpPr>
          <p:nvPr/>
        </p:nvSpPr>
        <p:spPr>
          <a:xfrm xmlns:a="http://schemas.openxmlformats.org/drawingml/2006/main">
            <a:off x="4572000" y="1876425"/>
            <a:ext cx="304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466"/>
              </a:lnSpc>
              <a:spcBef>
                <a:spcPts val="0"/>
              </a:spcBef>
              <a:spcAft>
                <a:spcPts val="0"/>
              </a:spcAft>
              <a:defRPr sz="1275" b="0">
                <a:solidFill>
                  <a:srgbClr val="43595D"/>
                </a:solidFill>
                <a:latin typeface="Nimbus Sans"/>
                <a:ea typeface="Nimbus Sans"/>
                <a:cs typeface="Nimbus Sans"/>
              </a:defRPr>
            </a:pPr>
            <a:r>
              <a:rPr sz="1275" b="0">
                <a:solidFill>
                  <a:srgbClr val="43595D"/>
                </a:solidFill>
                <a:latin typeface="Nimbus Sans"/>
                <a:ea typeface="Nimbus Sans"/>
                <a:cs typeface="Nimbus Sans"/>
              </a:rPr>
              <a:t>already privileged</a:t>
            </a:r>
          </a:p>
        </p:txBody>
      </p:sp>
      <p:sp>
        <p:nvSpPr>
          <p:cNvPr id="10" name="S18_untrusted_0" descr="PROPOSAL: Allowed untrusted&#10;input">
            <a:extLst xmlns:a="http://schemas.openxmlformats.org/drawingml/2006/main">
              <a:ext uri="{FF2B5EF4-FFF2-40B4-BE49-F238E27FC236}">
                <a16:creationId xmlns:a16="http://schemas.microsoft.com/office/drawing/2014/main" id="{36C66229-4F6B-5E0C-ADF0-4E1BB5664A6E}"/>
              </a:ext>
              <a:ext uri="urn:g6b3r1:native-source:v1">
                <g6:source xmlns:g6="urn:g6b3r1:native-source:v1">{"alt":"PROPOSAL: Allowed untrusted\ninput","entity_id":"PROPOSAL","fill":"#EFF5F3","h":110,"id":"S18_untrusted_0","kind":"rect","reading_order":8,"stroke":"#176B68","stroke_width":2,"w":290,"x":56,"y":446}</g6:source>
              </a:ext>
            </a:extLst>
          </p:cNvPr>
          <p:cNvSpPr>
            <a:spLocks xmlns:a="http://schemas.openxmlformats.org/drawingml/2006/main" noGrp="1"/>
          </p:cNvSpPr>
          <p:nvPr/>
        </p:nvSpPr>
        <p:spPr>
          <a:xfrm xmlns:a="http://schemas.openxmlformats.org/drawingml/2006/main">
            <a:off x="533400" y="4248150"/>
            <a:ext cx="2762250" cy="1047750"/>
          </a:xfrm>
          <a:prstGeom xmlns:a="http://schemas.openxmlformats.org/drawingml/2006/main" prst="rect">
            <a:avLst/>
          </a:prstGeom>
          <a:solidFill xmlns:a="http://schemas.openxmlformats.org/drawingml/2006/main">
            <a:srgbClr val="EFF5F3"/>
          </a:solidFill>
          <a:ln xmlns:a="http://schemas.openxmlformats.org/drawingml/2006/main" w="19050">
            <a:solidFill>
              <a:srgbClr val="176B68"/>
            </a:solidFill>
          </a:ln>
        </p:spPr>
      </p:sp>
      <p:sp>
        <p:nvSpPr>
          <p:cNvPr id="11" name="S18_untrusted_0_label" descr="untrusted 0 label">
            <a:extLst xmlns:a="http://schemas.openxmlformats.org/drawingml/2006/main">
              <a:ext uri="{FF2B5EF4-FFF2-40B4-BE49-F238E27FC236}">
                <a16:creationId xmlns:a16="http://schemas.microsoft.com/office/drawing/2014/main" id="{4BE3F7BE-848C-5AD1-AF99-C9374F6C0190}"/>
              </a:ext>
              <a:ext uri="urn:g6b3r1:native-source:v1">
                <g6:source xmlns:g6="urn:g6b3r1:native-source:v1">{"alt":"untrusted 0 label","bold":false,"color":"#16282B","font_px":24,"h":86,"id":"S18_untrusted_0_label","kind":"text","line_height_px":27.599999999999998,"reading_order":9,"text":"Allowed untrusted\ninput","w":264,"x":69,"y":458}</g6:source>
              </a:ext>
            </a:extLst>
          </p:cNvPr>
          <p:cNvSpPr>
            <a:spLocks xmlns:a="http://schemas.openxmlformats.org/drawingml/2006/main" noGrp="1"/>
          </p:cNvSpPr>
          <p:nvPr/>
        </p:nvSpPr>
        <p:spPr>
          <a:xfrm xmlns:a="http://schemas.openxmlformats.org/drawingml/2006/main">
            <a:off x="657225" y="4362450"/>
            <a:ext cx="25146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Allowed untrusted</a:t>
            </a:r>
          </a:p>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input</a:t>
            </a:r>
          </a:p>
        </p:txBody>
      </p:sp>
      <p:sp>
        <p:nvSpPr>
          <p:cNvPr id="12" name="S18_untrusted_1" descr="CHECKER: Declared validation&#10;boundary">
            <a:extLst xmlns:a="http://schemas.openxmlformats.org/drawingml/2006/main">
              <a:ext uri="{FF2B5EF4-FFF2-40B4-BE49-F238E27FC236}">
                <a16:creationId xmlns:a16="http://schemas.microsoft.com/office/drawing/2014/main" id="{985AA558-5095-5235-8FEB-C84BFA20531C}"/>
              </a:ext>
              <a:ext uri="urn:g6b3r1:native-source:v1">
                <g6:source xmlns:g6="urn:g6b3r1:native-source:v1">{"alt":"CHECKER: Declared validation\nboundary","entity_id":"CHECKER","fill":"#EFF5F3","h":110,"id":"S18_untrusted_1","kind":"rect","reading_order":10,"stroke":"#176B68","stroke_width":2,"w":290,"x":495,"y":446}</g6:source>
              </a:ext>
            </a:extLst>
          </p:cNvPr>
          <p:cNvSpPr>
            <a:spLocks xmlns:a="http://schemas.openxmlformats.org/drawingml/2006/main" noGrp="1"/>
          </p:cNvSpPr>
          <p:nvPr/>
        </p:nvSpPr>
        <p:spPr>
          <a:xfrm xmlns:a="http://schemas.openxmlformats.org/drawingml/2006/main">
            <a:off x="4714875" y="4248150"/>
            <a:ext cx="2762250" cy="1047750"/>
          </a:xfrm>
          <a:prstGeom xmlns:a="http://schemas.openxmlformats.org/drawingml/2006/main" prst="rect">
            <a:avLst/>
          </a:prstGeom>
          <a:solidFill xmlns:a="http://schemas.openxmlformats.org/drawingml/2006/main">
            <a:srgbClr val="EFF5F3"/>
          </a:solidFill>
          <a:ln xmlns:a="http://schemas.openxmlformats.org/drawingml/2006/main" w="19050">
            <a:solidFill>
              <a:srgbClr val="176B68"/>
            </a:solidFill>
          </a:ln>
        </p:spPr>
      </p:sp>
      <p:sp>
        <p:nvSpPr>
          <p:cNvPr id="13" name="S18_untrusted_1_label" descr="untrusted 1 label">
            <a:extLst xmlns:a="http://schemas.openxmlformats.org/drawingml/2006/main">
              <a:ext uri="{FF2B5EF4-FFF2-40B4-BE49-F238E27FC236}">
                <a16:creationId xmlns:a16="http://schemas.microsoft.com/office/drawing/2014/main" id="{F7DEEDE6-7EA8-5B44-9CB8-CA03151F26A4}"/>
              </a:ext>
              <a:ext uri="urn:g6b3r1:native-source:v1">
                <g6:source xmlns:g6="urn:g6b3r1:native-source:v1">{"alt":"untrusted 1 label","bold":false,"color":"#16282B","font_px":24,"h":86,"id":"S18_untrusted_1_label","kind":"text","line_height_px":27.599999999999998,"reading_order":11,"text":"Declared validation\nboundary","w":264,"x":508,"y":458}</g6:source>
              </a:ext>
            </a:extLst>
          </p:cNvPr>
          <p:cNvSpPr>
            <a:spLocks xmlns:a="http://schemas.openxmlformats.org/drawingml/2006/main" noGrp="1"/>
          </p:cNvSpPr>
          <p:nvPr/>
        </p:nvSpPr>
        <p:spPr>
          <a:xfrm xmlns:a="http://schemas.openxmlformats.org/drawingml/2006/main">
            <a:off x="4838700" y="4362450"/>
            <a:ext cx="25146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Declared validation</a:t>
            </a:r>
          </a:p>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boundary</a:t>
            </a:r>
          </a:p>
        </p:txBody>
      </p:sp>
      <p:sp>
        <p:nvSpPr>
          <p:cNvPr id="14" name="S18_untrusted_2" descr="WORK: Reviewed reference&#10;execution">
            <a:extLst xmlns:a="http://schemas.openxmlformats.org/drawingml/2006/main">
              <a:ext uri="{FF2B5EF4-FFF2-40B4-BE49-F238E27FC236}">
                <a16:creationId xmlns:a16="http://schemas.microsoft.com/office/drawing/2014/main" id="{FD7164ED-ACFD-5742-A393-5758D939E784}"/>
              </a:ext>
              <a:ext uri="urn:g6b3r1:native-source:v1">
                <g6:source xmlns:g6="urn:g6b3r1:native-source:v1">{"alt":"WORK: Reviewed reference\nexecution","entity_id":"WORK","fill":"#EFF5F3","h":110,"id":"S18_untrusted_2","kind":"rect","reading_order":12,"stroke":"#176B68","stroke_width":2,"w":290,"x":934,"y":446}</g6:source>
              </a:ext>
            </a:extLst>
          </p:cNvPr>
          <p:cNvSpPr>
            <a:spLocks xmlns:a="http://schemas.openxmlformats.org/drawingml/2006/main" noGrp="1"/>
          </p:cNvSpPr>
          <p:nvPr/>
        </p:nvSpPr>
        <p:spPr>
          <a:xfrm xmlns:a="http://schemas.openxmlformats.org/drawingml/2006/main">
            <a:off x="8896350" y="4248150"/>
            <a:ext cx="2762250" cy="1047750"/>
          </a:xfrm>
          <a:prstGeom xmlns:a="http://schemas.openxmlformats.org/drawingml/2006/main" prst="rect">
            <a:avLst/>
          </a:prstGeom>
          <a:solidFill xmlns:a="http://schemas.openxmlformats.org/drawingml/2006/main">
            <a:srgbClr val="EFF5F3"/>
          </a:solidFill>
          <a:ln xmlns:a="http://schemas.openxmlformats.org/drawingml/2006/main" w="19050">
            <a:solidFill>
              <a:srgbClr val="176B68"/>
            </a:solidFill>
          </a:ln>
        </p:spPr>
      </p:sp>
      <p:sp>
        <p:nvSpPr>
          <p:cNvPr id="15" name="S18_untrusted_2_label" descr="untrusted 2 label">
            <a:extLst xmlns:a="http://schemas.openxmlformats.org/drawingml/2006/main">
              <a:ext uri="{FF2B5EF4-FFF2-40B4-BE49-F238E27FC236}">
                <a16:creationId xmlns:a16="http://schemas.microsoft.com/office/drawing/2014/main" id="{98E48233-9956-54AE-81FF-5D34B60E675A}"/>
              </a:ext>
              <a:ext uri="urn:g6b3r1:native-source:v1">
                <g6:source xmlns:g6="urn:g6b3r1:native-source:v1">{"alt":"untrusted 2 label","bold":false,"color":"#16282B","font_px":24,"h":86,"id":"S18_untrusted_2_label","kind":"text","line_height_px":27.599999999999998,"reading_order":13,"text":"Reviewed reference\nexecution","w":264,"x":947,"y":458}</g6:source>
              </a:ext>
            </a:extLst>
          </p:cNvPr>
          <p:cNvSpPr>
            <a:spLocks xmlns:a="http://schemas.openxmlformats.org/drawingml/2006/main" noGrp="1"/>
          </p:cNvSpPr>
          <p:nvPr/>
        </p:nvSpPr>
        <p:spPr>
          <a:xfrm xmlns:a="http://schemas.openxmlformats.org/drawingml/2006/main">
            <a:off x="9020175" y="4362450"/>
            <a:ext cx="25146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Reviewed reference</a:t>
            </a:r>
          </a:p>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execution</a:t>
            </a:r>
          </a:p>
        </p:txBody>
      </p:sp>
      <p:cxnSp>
        <p:nvCxnSpPr>
          <p:cNvPr id="16" name="S18_untrusted_edge_0" descr="DATA: candidate data">
            <a:extLst>
              <a:ext uri="urn:g6b3r1:native-source:v1">
                <g6:source xmlns:g6="urn:g6b3r1:native-source:v1">{"alt":"DATA: candidate data","color":"#176B68","h":0,"head":"triangle","id":"S18_untrusted_edge_0","kind":"arrow","reading_order":14,"relation_type":"DATA","source_id":"S18_untrusted_0","stroke_width":2,"target_id":"S18_untrusted_1","w":149,"x":346,"y":501}</g6:source>
              </a:ext>
            </a:extLst>
          </p:cNvPr>
          <p:cNvCxnSpPr>
            <a:stCxn xmlns:a="http://schemas.openxmlformats.org/drawingml/2006/main" id="10" idx="3"/>
            <a:endCxn xmlns:a="http://schemas.openxmlformats.org/drawingml/2006/main" id="12" idx="1"/>
          </p:cNvCxnSpPr>
          <p:nvPr/>
        </p:nvCxnSpPr>
        <p:spPr>
          <a:xfrm xmlns:a="http://schemas.openxmlformats.org/drawingml/2006/main" rot="0" flipH="0" flipV="0">
            <a:off x="3295650" y="4772025"/>
            <a:ext cx="1419225" cy="0"/>
          </a:xfrm>
          <a:prstGeom xmlns:a="http://schemas.openxmlformats.org/drawingml/2006/main" prst="straightConnector1">
            <a:avLst/>
          </a:prstGeom>
          <a:ln xmlns:a="http://schemas.openxmlformats.org/drawingml/2006/main" w="19050">
            <a:solidFill>
              <a:srgbClr val="176B68"/>
            </a:solidFill>
            <a:tailEnd type="triangle" w="med" len="med"/>
          </a:ln>
        </p:spPr>
      </p:cxnSp>
      <p:sp>
        <p:nvSpPr>
          <p:cNvPr id="17" name="S18_untrusted_edge_0_label" descr="untrusted edge 0 label">
            <a:extLst xmlns:a="http://schemas.openxmlformats.org/drawingml/2006/main">
              <a:ext uri="{FF2B5EF4-FFF2-40B4-BE49-F238E27FC236}">
                <a16:creationId xmlns:a16="http://schemas.microsoft.com/office/drawing/2014/main" id="{964F6B91-A3E7-5F0E-BAAB-C733F0ECAD3E}"/>
              </a:ext>
              <a:ext uri="urn:g6b3r1:native-source:v1">
                <g6:source xmlns:g6="urn:g6b3r1:native-source:v1">{"alt":"untrusted edge 0 label","bold":false,"color":"#43595D","font_px":17,"h":78,"id":"S18_untrusted_edge_0_label","kind":"text","line_height_px":19.549999999999997,"reading_order":15,"text":"candidate data","w":141,"x":350,"y":419}</g6:source>
              </a:ext>
            </a:extLst>
          </p:cNvPr>
          <p:cNvSpPr>
            <a:spLocks xmlns:a="http://schemas.openxmlformats.org/drawingml/2006/main" noGrp="1"/>
          </p:cNvSpPr>
          <p:nvPr/>
        </p:nvSpPr>
        <p:spPr>
          <a:xfrm xmlns:a="http://schemas.openxmlformats.org/drawingml/2006/main">
            <a:off x="3333750" y="3990975"/>
            <a:ext cx="13430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466"/>
              </a:lnSpc>
              <a:spcBef>
                <a:spcPts val="0"/>
              </a:spcBef>
              <a:spcAft>
                <a:spcPts val="0"/>
              </a:spcAft>
              <a:defRPr sz="1275" b="0">
                <a:solidFill>
                  <a:srgbClr val="43595D"/>
                </a:solidFill>
                <a:latin typeface="Nimbus Sans"/>
                <a:ea typeface="Nimbus Sans"/>
                <a:cs typeface="Nimbus Sans"/>
              </a:defRPr>
            </a:pPr>
            <a:r>
              <a:rPr sz="1275" b="0">
                <a:solidFill>
                  <a:srgbClr val="43595D"/>
                </a:solidFill>
                <a:latin typeface="Nimbus Sans"/>
                <a:ea typeface="Nimbus Sans"/>
                <a:cs typeface="Nimbus Sans"/>
              </a:rPr>
              <a:t>candidate data</a:t>
            </a:r>
          </a:p>
        </p:txBody>
      </p:sp>
      <p:cxnSp>
        <p:nvCxnSpPr>
          <p:cNvPr id="18" name="S18_untrusted_edge_1" descr="CONTROL: only admitted input">
            <a:extLst>
              <a:ext uri="urn:g6b3r1:native-source:v1">
                <g6:source xmlns:g6="urn:g6b3r1:native-source:v1">{"alt":"CONTROL: only admitted input","color":"#176B68","h":0,"head":"triangle","id":"S18_untrusted_edge_1","kind":"arrow","reading_order":16,"relation_type":"CONTROL","source_id":"S18_untrusted_1","stroke_width":2,"target_id":"S18_untrusted_2","w":149,"x":785,"y":501}</g6:source>
              </a:ext>
            </a:extLst>
          </p:cNvPr>
          <p:cNvCxnSpPr>
            <a:stCxn xmlns:a="http://schemas.openxmlformats.org/drawingml/2006/main" id="12" idx="3"/>
            <a:endCxn xmlns:a="http://schemas.openxmlformats.org/drawingml/2006/main" id="14" idx="1"/>
          </p:cNvCxnSpPr>
          <p:nvPr/>
        </p:nvCxnSpPr>
        <p:spPr>
          <a:xfrm xmlns:a="http://schemas.openxmlformats.org/drawingml/2006/main" rot="0" flipH="0" flipV="0">
            <a:off x="7477125" y="4772025"/>
            <a:ext cx="1419225" cy="0"/>
          </a:xfrm>
          <a:prstGeom xmlns:a="http://schemas.openxmlformats.org/drawingml/2006/main" prst="straightConnector1">
            <a:avLst/>
          </a:prstGeom>
          <a:ln xmlns:a="http://schemas.openxmlformats.org/drawingml/2006/main" w="19050">
            <a:solidFill>
              <a:srgbClr val="176B68"/>
            </a:solidFill>
            <a:tailEnd type="triangle" w="med" len="med"/>
          </a:ln>
        </p:spPr>
      </p:cxnSp>
      <p:sp>
        <p:nvSpPr>
          <p:cNvPr id="19" name="S18_untrusted_edge_1_label" descr="untrusted edge 1 label">
            <a:extLst xmlns:a="http://schemas.openxmlformats.org/drawingml/2006/main">
              <a:ext uri="{FF2B5EF4-FFF2-40B4-BE49-F238E27FC236}">
                <a16:creationId xmlns:a16="http://schemas.microsoft.com/office/drawing/2014/main" id="{38B9EF4A-997A-5661-A175-563404DC9AFC}"/>
              </a:ext>
              <a:ext uri="urn:g6b3r1:native-source:v1">
                <g6:source xmlns:g6="urn:g6b3r1:native-source:v1">{"alt":"untrusted edge 1 label","bold":false,"color":"#43595D","font_px":17,"h":78,"id":"S18_untrusted_edge_1_label","kind":"text","line_height_px":19.549999999999997,"reading_order":17,"text":"only admitted\ninput","w":141,"x":789,"y":419}</g6:source>
              </a:ext>
            </a:extLst>
          </p:cNvPr>
          <p:cNvSpPr>
            <a:spLocks xmlns:a="http://schemas.openxmlformats.org/drawingml/2006/main" noGrp="1"/>
          </p:cNvSpPr>
          <p:nvPr/>
        </p:nvSpPr>
        <p:spPr>
          <a:xfrm xmlns:a="http://schemas.openxmlformats.org/drawingml/2006/main">
            <a:off x="7515225" y="3990975"/>
            <a:ext cx="13430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466"/>
              </a:lnSpc>
              <a:spcBef>
                <a:spcPts val="0"/>
              </a:spcBef>
              <a:spcAft>
                <a:spcPts val="0"/>
              </a:spcAft>
              <a:defRPr sz="1275" b="0">
                <a:solidFill>
                  <a:srgbClr val="43595D"/>
                </a:solidFill>
                <a:latin typeface="Nimbus Sans"/>
                <a:ea typeface="Nimbus Sans"/>
                <a:cs typeface="Nimbus Sans"/>
              </a:defRPr>
            </a:pPr>
            <a:r>
              <a:rPr sz="1275" b="0">
                <a:solidFill>
                  <a:srgbClr val="43595D"/>
                </a:solidFill>
                <a:latin typeface="Nimbus Sans"/>
                <a:ea typeface="Nimbus Sans"/>
                <a:cs typeface="Nimbus Sans"/>
              </a:rPr>
              <a:t>only admitted</a:t>
            </a:r>
          </a:p>
          <a:p xmlns:a="http://schemas.openxmlformats.org/drawingml/2006/main">
            <a:pPr algn="l">
              <a:lnSpc>
                <a:spcPts val="1466"/>
              </a:lnSpc>
              <a:spcBef>
                <a:spcPts val="0"/>
              </a:spcBef>
              <a:spcAft>
                <a:spcPts val="0"/>
              </a:spcAft>
              <a:defRPr sz="1275" b="0">
                <a:solidFill>
                  <a:srgbClr val="43595D"/>
                </a:solidFill>
                <a:latin typeface="Nimbus Sans"/>
                <a:ea typeface="Nimbus Sans"/>
                <a:cs typeface="Nimbus Sans"/>
              </a:defRPr>
            </a:pPr>
            <a:r>
              <a:rPr sz="1275" b="0">
                <a:solidFill>
                  <a:srgbClr val="43595D"/>
                </a:solidFill>
                <a:latin typeface="Nimbus Sans"/>
                <a:ea typeface="Nimbus Sans"/>
                <a:cs typeface="Nimbus Sans"/>
              </a:rPr>
              <a:t>input</a:t>
            </a:r>
          </a:p>
        </p:txBody>
      </p:sp>
      <p:sp>
        <p:nvSpPr>
          <p:cNvPr id="20" name="S18_qualification" descr="qualification">
            <a:extLst xmlns:a="http://schemas.openxmlformats.org/drawingml/2006/main">
              <a:ext uri="{FF2B5EF4-FFF2-40B4-BE49-F238E27FC236}">
                <a16:creationId xmlns:a16="http://schemas.microsoft.com/office/drawing/2014/main" id="{AE6D4DF8-B4F3-5A3D-94CF-0B2B06B21549}"/>
              </a:ext>
              <a:ext uri="urn:g6b3r1:native-source:v1">
                <g6:source xmlns:g6="urn:g6b3r1:native-source:v1">{"alt":"qualification","bold":false,"color":"#43595D","font_px":23,"h":58,"id":"S18_qualification","kind":"text","line_height_px":26.45,"reading_order":18,"text":"An exploit reachable from an allowed input remains in scope. Reviewed-reference assumptions do not certify\nuniversal isolation.","w":1162,"x":56,"y":596}</g6:source>
              </a:ext>
            </a:extLst>
          </p:cNvPr>
          <p:cNvSpPr>
            <a:spLocks xmlns:a="http://schemas.openxmlformats.org/drawingml/2006/main" noGrp="1"/>
          </p:cNvSpPr>
          <p:nvPr/>
        </p:nvSpPr>
        <p:spPr>
          <a:xfrm xmlns:a="http://schemas.openxmlformats.org/drawingml/2006/main">
            <a:off x="533400" y="5676900"/>
            <a:ext cx="11068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984"/>
              </a:lnSpc>
              <a:spcBef>
                <a:spcPts val="0"/>
              </a:spcBef>
              <a:spcAft>
                <a:spcPts val="0"/>
              </a:spcAft>
              <a:defRPr sz="1725" b="0">
                <a:solidFill>
                  <a:srgbClr val="43595D"/>
                </a:solidFill>
                <a:latin typeface="Nimbus Sans"/>
                <a:ea typeface="Nimbus Sans"/>
                <a:cs typeface="Nimbus Sans"/>
              </a:defRPr>
            </a:pPr>
            <a:r>
              <a:rPr sz="1725" b="0">
                <a:solidFill>
                  <a:srgbClr val="43595D"/>
                </a:solidFill>
                <a:latin typeface="Nimbus Sans"/>
                <a:ea typeface="Nimbus Sans"/>
                <a:cs typeface="Nimbus Sans"/>
              </a:rPr>
              <a:t>An exploit reachable from an allowed input remains in scope. Reviewed-reference assumptions do not certify</a:t>
            </a:r>
          </a:p>
          <a:p xmlns:a="http://schemas.openxmlformats.org/drawingml/2006/main">
            <a:pPr algn="l">
              <a:lnSpc>
                <a:spcPts val="1984"/>
              </a:lnSpc>
              <a:spcBef>
                <a:spcPts val="0"/>
              </a:spcBef>
              <a:spcAft>
                <a:spcPts val="0"/>
              </a:spcAft>
              <a:defRPr sz="1725" b="0">
                <a:solidFill>
                  <a:srgbClr val="43595D"/>
                </a:solidFill>
                <a:latin typeface="Nimbus Sans"/>
                <a:ea typeface="Nimbus Sans"/>
                <a:cs typeface="Nimbus Sans"/>
              </a:defRPr>
            </a:pPr>
            <a:r>
              <a:rPr sz="1725" b="0">
                <a:solidFill>
                  <a:srgbClr val="43595D"/>
                </a:solidFill>
                <a:latin typeface="Nimbus Sans"/>
                <a:ea typeface="Nimbus Sans"/>
                <a:cs typeface="Nimbus Sans"/>
              </a:rPr>
              <a:t>universal isolation.</a:t>
            </a:r>
          </a:p>
        </p:txBody>
      </p:sp>
      <p:sp>
        <p:nvSpPr>
          <p:cNvPr id="21" name="S18_rule" descr="rule">
            <a:extLst xmlns:a="http://schemas.openxmlformats.org/drawingml/2006/main">
              <a:ext uri="{FF2B5EF4-FFF2-40B4-BE49-F238E27FC236}">
                <a16:creationId xmlns:a16="http://schemas.microsoft.com/office/drawing/2014/main" id="{FEFC834E-7B8C-58EB-B3A2-52CF6557102D}"/>
              </a:ext>
              <a:ext uri="urn:g6b3r1:native-source:v1">
                <g6:source xmlns:g6="urn:g6b3r1:native-source:v1">{"alt":"rule","color":"#B8C8C6","h":0,"id":"S18_rule","kind":"line","reading_order":19,"stroke_width":1,"w":1162,"x":56,"y":671}</g6:source>
              </a:ext>
            </a:extLst>
          </p:cNvPr>
          <p:cNvSpPr>
            <a:spLocks xmlns:a="http://schemas.openxmlformats.org/drawingml/2006/main" noGrp="1"/>
          </p:cNvSpPr>
          <p:nvPr/>
        </p:nvSpPr>
        <p:spPr>
          <a:xfrm xmlns:a="http://schemas.openxmlformats.org/drawingml/2006/main" flipH="0" flipV="0" rot="0">
            <a:off x="533400" y="6391275"/>
            <a:ext cx="11068050" cy="0"/>
          </a:xfrm>
          <a:prstGeom xmlns:a="http://schemas.openxmlformats.org/drawingml/2006/main" prst="line">
            <a:avLst/>
          </a:prstGeom>
          <a:noFill xmlns:a="http://schemas.openxmlformats.org/drawingml/2006/main"/>
          <a:ln xmlns:a="http://schemas.openxmlformats.org/drawingml/2006/main" w="9525">
            <a:solidFill>
              <a:srgbClr val="B8C8C6"/>
            </a:solidFill>
          </a:ln>
        </p:spPr>
      </p:sp>
      <p:sp>
        <p:nvSpPr>
          <p:cNvPr id="22" name="S18_source_link" descr="source link">
            <a:hlinkClick r:id="g6b3r1Link21"/>
            <a:extLst xmlns:a="http://schemas.openxmlformats.org/drawingml/2006/main">
              <a:ext uri="{FF2B5EF4-FFF2-40B4-BE49-F238E27FC236}">
                <a16:creationId xmlns:a16="http://schemas.microsoft.com/office/drawing/2014/main" id="{3F963646-1C1A-5750-A492-7AEE84AD1FE1}"/>
              </a:ext>
              <a:ext uri="urn:g6b3r1:native-source:v1">
                <g6:source xmlns:g6="urn:g6b3r1:native-source:v1">{"alt":"source link","bold":false,"color":"#315E8B","font_px":18,"h":27,"id":"S18_source_link","kind":"text","line_height_px":20.7,"link_target":"https://github.com/AAkhtanin/hedgehog-os/blob/2e965ecb18e545e428380eb8e9aa5a7037a388be/docs/gate6_reference_v01/FINITE_COMPLETION.md","reading_order":20,"text":"S18 Source: method","w":560,"x":56,"y":685}</g6:source>
              </a:ext>
            </a:extLst>
          </p:cNvPr>
          <p:cNvSpPr>
            <a:spLocks xmlns:a="http://schemas.openxmlformats.org/drawingml/2006/main" noGrp="1"/>
          </p:cNvSpPr>
          <p:nvPr/>
        </p:nvSpPr>
        <p:spPr>
          <a:xfrm xmlns:a="http://schemas.openxmlformats.org/drawingml/2006/main">
            <a:off x="533400" y="6524625"/>
            <a:ext cx="5334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553"/>
              </a:lnSpc>
              <a:spcBef>
                <a:spcPts val="0"/>
              </a:spcBef>
              <a:spcAft>
                <a:spcPts val="0"/>
              </a:spcAft>
              <a:defRPr sz="1350" b="0">
                <a:solidFill>
                  <a:srgbClr val="315E8B"/>
                </a:solidFill>
                <a:latin typeface="Nimbus Sans"/>
                <a:ea typeface="Nimbus Sans"/>
                <a:cs typeface="Nimbus Sans"/>
              </a:defRPr>
            </a:pPr>
            <a:r>
              <a:rPr sz="1350" b="0">
                <a:solidFill>
                  <a:srgbClr val="315E8B"/>
                </a:solidFill>
                <a:latin typeface="Nimbus Sans"/>
                <a:ea typeface="Nimbus Sans"/>
                <a:cs typeface="Nimbus Sans"/>
              </a:rPr>
              <a:t>S18 Source: method</a:t>
            </a:r>
          </a:p>
        </p:txBody>
      </p:sp>
      <p:sp>
        <p:nvSpPr>
          <p:cNvPr id="23" name="S18_atlas_locator" descr="atlas locator">
            <a:hlinkClick r:id="g6b3r1Link22"/>
            <a:extLst xmlns:a="http://schemas.openxmlformats.org/drawingml/2006/main">
              <a:ext uri="{FF2B5EF4-FFF2-40B4-BE49-F238E27FC236}">
                <a16:creationId xmlns:a16="http://schemas.microsoft.com/office/drawing/2014/main" id="{07A45754-DE1B-596C-9483-8C7EBE571DE3}"/>
              </a:ext>
              <a:ext uri="urn:g6b3r1:native-source:v1">
                <g6:source xmlns:g6="urn:g6b3r1:native-source:v1">{"alt":"atlas locator","bold":false,"color":"#315E8B","font_px":17,"h":27,"id":"S18_atlas_locator","kind":"text","line_height_px":19.549999999999997,"link_target":"../atlas/README.html","reading_order":21,"text":"Atlas: Overview / GEO 1 2 3 4 5 6 7","w":560,"x":660,"y":685}</g6:source>
              </a:ext>
            </a:extLst>
          </p:cNvPr>
          <p:cNvSpPr>
            <a:spLocks xmlns:a="http://schemas.openxmlformats.org/drawingml/2006/main" noGrp="1"/>
          </p:cNvSpPr>
          <p:nvPr/>
        </p:nvSpPr>
        <p:spPr>
          <a:xfrm xmlns:a="http://schemas.openxmlformats.org/drawingml/2006/main">
            <a:off x="6286500" y="6524625"/>
            <a:ext cx="5334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466"/>
              </a:lnSpc>
              <a:spcBef>
                <a:spcPts val="0"/>
              </a:spcBef>
              <a:spcAft>
                <a:spcPts val="0"/>
              </a:spcAft>
              <a:defRPr sz="1275" b="0">
                <a:solidFill>
                  <a:srgbClr val="315E8B"/>
                </a:solidFill>
                <a:latin typeface="Nimbus Sans"/>
                <a:ea typeface="Nimbus Sans"/>
                <a:cs typeface="Nimbus Sans"/>
              </a:defRPr>
            </a:pPr>
            <a:r>
              <a:rPr sz="1275" b="0">
                <a:solidFill>
                  <a:srgbClr val="315E8B"/>
                </a:solidFill>
                <a:latin typeface="Nimbus Sans"/>
                <a:ea typeface="Nimbus Sans"/>
                <a:cs typeface="Nimbus Sans"/>
              </a:rPr>
              <a:t>Atlas: Overview / GEO 1 2 3 4 5 6 7</a:t>
            </a:r>
          </a:p>
        </p:txBody>
      </p:sp>
    </p:spTree>
    <p:extLst>
      <p:ext uri="{BB962C8B-B14F-4D97-AF65-F5344CB8AC3E}">
        <p14:creationId xmlns:p14="http://schemas.microsoft.com/office/powerpoint/2010/main" val="593485430"/>
      </p:ext>
      <p:ext uri="urn:g6b3r1:native-source:v1">
        <g6:source xmlns:g6="urn:g6b3r1:native-source:v1">{"id":"S18","notes_en":"METHOD / THREAT MODEL  /  No new exploit trial in this publication\n\nThe entry boundary defines the audit question METHOD / THREAT MODEL / No new exploit trial in this publication Pre-granted admin access Direct trusted-state modification already privileged Allowed untrusted input Declared validation boundary Reviewed reference execution candidate data only admitted input An exploit reachable from an allowed input remains in scope. Reviewed-reference assumptions do not certify universal isolation.\n\nThis is an editorial explanation of the named recorded or conceptual scope, not a new runtime result. Follow the source references for exact fields and limitations. B5 and final publication are not performed.","notes_ru":"Предоставленный заранее административный доступ и вход недоверенных данных являются разными предпосылками. Достижимое нарушение через разрешённый вход нельзя исключить постфактум. Это схема метода, не новый результат атаки.","reading_order":["S18_title","S18_scope","S18_admin_0","S18_admin_0_label","S18_admin_1","S18_admin_1_label","S18_admin_edge_0","S18_admin_edge_0_label","S18_untrusted_0","S18_untrusted_0_label","S18_untrusted_1","S18_untrusted_1_label","S18_untrusted_2","S18_untrusted_2_label","S18_untrusted_edge_0","S18_untrusted_edge_0_label","S18_untrusted_edge_1","S18_untrusted_edge_1_label","S18_qualification","S18_rule","S18_source_link","S18_atlas_locator"],"relations":[{"id":"S18_admin_edge_0","item":"already privileged","relation":"CONTROL","source":"METHOD_ADMIN","source_object":"S18_admin_0","target":"METHOD_STATE_EDIT","target_object":"S18_admin_1"},{"id":"S18_untrusted_edge_0","item":"candidate data","relation":"DATA","source":"PROPOSAL","source_object":"S18_untrusted_0","target":"CHECKER","target_object":"S18_untrusted_1"},{"id":"S18_untrusted_edge_1","item":"only admitted input","relation":"CONTROL","source":"CHECKER","source_object":"S18_untrusted_1","target":"WORK","target_object":"S18_untrusted_2"}],"scope":"METHOD / THREAT MODEL  /  No new exploit trial in this publication","source_refs":[{"label":"method","target":"https://github.com/AAkhtanin/hedgehog-os/blob/2e965ecb18e545e428380eb8e9aa5a7037a388be/docs/gate6_reference_v01/FINITE_COMPLETION.md"},{"label":"chapter","target":"../chapters/06_method.html"}],"title":"The entry boundary defines the audit question"}</g6:source>
      </p:ext>
    </p:extLst>
  </p:cSld>
</p:sld>
</file>

<file path=ppt/slides/slide19.xml><?xml version="1.0" encoding="utf-8"?>
<p:sld xmlns:p="http://schemas.openxmlformats.org/presentationml/2006/main" xmlns:a="http://schemas.openxmlformats.org/drawingml/2006/main" xmlns:r="http://schemas.openxmlformats.org/officeDocument/2006/relationships">
  <p:cSld name="S19">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19_title" descr="title">
            <a:extLst xmlns:a="http://schemas.openxmlformats.org/drawingml/2006/main">
              <a:ext uri="{FF2B5EF4-FFF2-40B4-BE49-F238E27FC236}">
                <a16:creationId xmlns:a16="http://schemas.microsoft.com/office/drawing/2014/main" id="{0D42B2FC-C9BF-5960-A7D6-B78C7616B64F}"/>
              </a:ext>
              <a:ext uri="urn:g6b3r1:native-source:v1">
                <g6:source xmlns:g6="urn:g6b3r1:native-source:v1">{"alt":"title","bold":true,"color":"#16282B","font_px":42,"h":75,"id":"S19_title","kind":"text","line_height_px":48.3,"reading_order":0,"text":"A visual companion helps recognize a record","w":1170,"x":54,"y":36}</g6:source>
              </a:ext>
            </a:extLst>
          </p:cNvPr>
          <p:cNvSpPr>
            <a:spLocks xmlns:a="http://schemas.openxmlformats.org/drawingml/2006/main" noGrp="1"/>
          </p:cNvSpPr>
          <p:nvPr/>
        </p:nvSpPr>
        <p:spPr>
          <a:xfrm xmlns:a="http://schemas.openxmlformats.org/drawingml/2006/main">
            <a:off x="514350" y="342900"/>
            <a:ext cx="11144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3623"/>
              </a:lnSpc>
              <a:spcBef>
                <a:spcPts val="0"/>
              </a:spcBef>
              <a:spcAft>
                <a:spcPts val="0"/>
              </a:spcAft>
              <a:defRPr sz="3150" b="1">
                <a:solidFill>
                  <a:srgbClr val="16282B"/>
                </a:solidFill>
                <a:latin typeface="Nimbus Sans"/>
                <a:ea typeface="Nimbus Sans"/>
                <a:cs typeface="Nimbus Sans"/>
              </a:defRPr>
            </a:pPr>
            <a:r>
              <a:rPr sz="3150" b="1">
                <a:solidFill>
                  <a:srgbClr val="16282B"/>
                </a:solidFill>
                <a:latin typeface="Nimbus Sans"/>
                <a:ea typeface="Nimbus Sans"/>
                <a:cs typeface="Nimbus Sans"/>
              </a:rPr>
              <a:t>A visual companion helps recognize a record</a:t>
            </a:r>
          </a:p>
        </p:txBody>
      </p:sp>
      <p:sp>
        <p:nvSpPr>
          <p:cNvPr id="3" name="S19_scope" descr="scope">
            <a:extLst xmlns:a="http://schemas.openxmlformats.org/drawingml/2006/main">
              <a:ext uri="{FF2B5EF4-FFF2-40B4-BE49-F238E27FC236}">
                <a16:creationId xmlns:a16="http://schemas.microsoft.com/office/drawing/2014/main" id="{D4AF8DBC-6543-5E5A-B107-795FA8EB920D}"/>
              </a:ext>
              <a:ext uri="urn:g6b3r1:native-source:v1">
                <g6:source xmlns:g6="urn:g6b3r1:native-source:v1">{"alt":"scope","bold":false,"color":"#43595D","font_px":23,"h":54,"id":"S19_scope","kind":"text","line_height_px":26.45,"reading_order":1,"text":"CONCEPTUAL VISUAL SEAL / NONCANONICAL preview, actual receipt-to-image binding unknown","w":1160,"x":56,"y":113}</g6:source>
              </a:ext>
            </a:extLst>
          </p:cNvPr>
          <p:cNvSpPr>
            <a:spLocks xmlns:a="http://schemas.openxmlformats.org/drawingml/2006/main" noGrp="1"/>
          </p:cNvSpPr>
          <p:nvPr/>
        </p:nvSpPr>
        <p:spPr>
          <a:xfrm xmlns:a="http://schemas.openxmlformats.org/drawingml/2006/main">
            <a:off x="533400" y="1076325"/>
            <a:ext cx="1104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984"/>
              </a:lnSpc>
              <a:spcBef>
                <a:spcPts val="0"/>
              </a:spcBef>
              <a:spcAft>
                <a:spcPts val="0"/>
              </a:spcAft>
              <a:defRPr sz="1725" b="0">
                <a:solidFill>
                  <a:srgbClr val="43595D"/>
                </a:solidFill>
                <a:latin typeface="Nimbus Sans"/>
                <a:ea typeface="Nimbus Sans"/>
                <a:cs typeface="Nimbus Sans"/>
              </a:defRPr>
            </a:pPr>
            <a:r>
              <a:rPr sz="1725" b="0">
                <a:solidFill>
                  <a:srgbClr val="43595D"/>
                </a:solidFill>
                <a:latin typeface="Nimbus Sans"/>
                <a:ea typeface="Nimbus Sans"/>
                <a:cs typeface="Nimbus Sans"/>
              </a:rPr>
              <a:t>CONCEPTUAL VISUAL SEAL / NONCANONICAL preview, actual receipt-to-image binding unknown</a:t>
            </a:r>
          </a:p>
        </p:txBody>
      </p:sp>
      <p:pic>
        <p:nvPicPr>
          <p:cNvPr id="4" name="S19_seal" descr="Existing noncanonical Visual Seal preview; no proven receipt binding">
            <a:extLst>
              <a:ext uri="urn:g6b3r1:native-source:v1">
                <g6:source xmlns:g6="urn:g6b3r1:native-source:v1">{"alt":"Existing noncanonical Visual Seal preview; no proven receipt binding","h":350,"id":"S19_seal","kind":"image","originalbitmap":true,"path":"../assets/visual_seal_NONCANONICAL_PREVIEW.png","reading_order":2,"w":420,"x":90,"y":200}</g6:source>
              </a:ext>
            </a:extLst>
          </p:cNvPr>
          <p:cNvPicPr>
            <a:picLocks xmlns:a="http://schemas.openxmlformats.org/drawingml/2006/main" noChangeAspect="1"/>
          </p:cNvPicPr>
          <p:nvPr/>
        </p:nvPicPr>
        <p:blipFill>
          <a:blip xmlns:r="http://schemas.openxmlformats.org/officeDocument/2006/relationships" xmlns:a="http://schemas.openxmlformats.org/drawingml/2006/main" r:embed="R6da3d90deb3a423d"/>
          <a:stretch xmlns:a="http://schemas.openxmlformats.org/drawingml/2006/main"/>
        </p:blipFill>
        <p:spPr>
          <a:xfrm xmlns:a="http://schemas.openxmlformats.org/drawingml/2006/main">
            <a:off x="1190625" y="1905000"/>
            <a:ext cx="3333750" cy="3333750"/>
          </a:xfrm>
          <a:prstGeom xmlns:a="http://schemas.openxmlformats.org/drawingml/2006/main" prst="rect">
            <a:avLst/>
          </a:prstGeom>
        </p:spPr>
      </p:pic>
      <p:sp>
        <p:nvSpPr>
          <p:cNvPr id="5" name="S19_distinction" descr="distinction">
            <a:extLst xmlns:a="http://schemas.openxmlformats.org/drawingml/2006/main">
              <a:ext uri="{FF2B5EF4-FFF2-40B4-BE49-F238E27FC236}">
                <a16:creationId xmlns:a16="http://schemas.microsoft.com/office/drawing/2014/main" id="{9C5DA970-A2BB-51A6-9861-D1EF6369EDB7}"/>
              </a:ext>
              <a:ext uri="urn:g6b3r1:native-source:v1">
                <g6:source xmlns:g6="urn:g6b3r1:native-source:v1">{"alt":"distinction","bold":false,"color":"#16282B","font_px":34,"h":275,"id":"S19_distinction","kind":"text","line_height_px":39.099999999999994,"reading_order":3,"text":"VISUAL_SEAL\nHuman-facing companion\n\nCRYPTO_SEAL\nBound evidence and its verification","w":610,"x":596,"y":225}</g6:source>
              </a:ext>
            </a:extLst>
          </p:cNvPr>
          <p:cNvSpPr>
            <a:spLocks xmlns:a="http://schemas.openxmlformats.org/drawingml/2006/main" noGrp="1"/>
          </p:cNvSpPr>
          <p:nvPr/>
        </p:nvSpPr>
        <p:spPr>
          <a:xfrm xmlns:a="http://schemas.openxmlformats.org/drawingml/2006/main">
            <a:off x="5676900" y="2143125"/>
            <a:ext cx="5810250" cy="261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932"/>
              </a:lnSpc>
              <a:spcBef>
                <a:spcPts val="0"/>
              </a:spcBef>
              <a:spcAft>
                <a:spcPts val="0"/>
              </a:spcAft>
              <a:defRPr sz="2550" b="0">
                <a:solidFill>
                  <a:srgbClr val="16282B"/>
                </a:solidFill>
                <a:latin typeface="Nimbus Sans"/>
                <a:ea typeface="Nimbus Sans"/>
                <a:cs typeface="Nimbus Sans"/>
              </a:defRPr>
            </a:pPr>
            <a:r>
              <a:rPr sz="2550" b="0">
                <a:solidFill>
                  <a:srgbClr val="16282B"/>
                </a:solidFill>
                <a:latin typeface="Nimbus Sans"/>
                <a:ea typeface="Nimbus Sans"/>
                <a:cs typeface="Nimbus Sans"/>
              </a:rPr>
              <a:t>VISUAL_SEAL</a:t>
            </a:r>
          </a:p>
          <a:p xmlns:a="http://schemas.openxmlformats.org/drawingml/2006/main">
            <a:pPr algn="l">
              <a:lnSpc>
                <a:spcPts val="2932"/>
              </a:lnSpc>
              <a:spcBef>
                <a:spcPts val="0"/>
              </a:spcBef>
              <a:spcAft>
                <a:spcPts val="0"/>
              </a:spcAft>
              <a:defRPr sz="2550" b="0">
                <a:solidFill>
                  <a:srgbClr val="16282B"/>
                </a:solidFill>
                <a:latin typeface="Nimbus Sans"/>
                <a:ea typeface="Nimbus Sans"/>
                <a:cs typeface="Nimbus Sans"/>
              </a:defRPr>
            </a:pPr>
            <a:r>
              <a:rPr sz="2550" b="0">
                <a:solidFill>
                  <a:srgbClr val="16282B"/>
                </a:solidFill>
                <a:latin typeface="Nimbus Sans"/>
                <a:ea typeface="Nimbus Sans"/>
                <a:cs typeface="Nimbus Sans"/>
              </a:rPr>
              <a:t>Human-facing companion</a:t>
            </a:r>
          </a:p>
          <a:p xmlns:a="http://schemas.openxmlformats.org/drawingml/2006/main">
            <a:pPr>
              <a:lnSpc>
                <a:spcPts val="2932"/>
              </a:lnSpc>
              <a:spcBef>
                <a:spcPts val="0"/>
              </a:spcBef>
              <a:spcAft>
                <a:spcPts val="0"/>
              </a:spcAft>
            </a:pPr>
            <a:r>
              <a:t/>
            </a:r>
          </a:p>
          <a:p xmlns:a="http://schemas.openxmlformats.org/drawingml/2006/main">
            <a:pPr algn="l">
              <a:lnSpc>
                <a:spcPts val="2932"/>
              </a:lnSpc>
              <a:spcBef>
                <a:spcPts val="0"/>
              </a:spcBef>
              <a:spcAft>
                <a:spcPts val="0"/>
              </a:spcAft>
              <a:defRPr sz="2550" b="0">
                <a:solidFill>
                  <a:srgbClr val="16282B"/>
                </a:solidFill>
                <a:latin typeface="Nimbus Sans"/>
                <a:ea typeface="Nimbus Sans"/>
                <a:cs typeface="Nimbus Sans"/>
              </a:defRPr>
            </a:pPr>
            <a:r>
              <a:rPr sz="2550" b="0">
                <a:solidFill>
                  <a:srgbClr val="16282B"/>
                </a:solidFill>
                <a:latin typeface="Nimbus Sans"/>
                <a:ea typeface="Nimbus Sans"/>
                <a:cs typeface="Nimbus Sans"/>
              </a:rPr>
              <a:t>CRYPTO_SEAL</a:t>
            </a:r>
          </a:p>
          <a:p xmlns:a="http://schemas.openxmlformats.org/drawingml/2006/main">
            <a:pPr algn="l">
              <a:lnSpc>
                <a:spcPts val="2932"/>
              </a:lnSpc>
              <a:spcBef>
                <a:spcPts val="0"/>
              </a:spcBef>
              <a:spcAft>
                <a:spcPts val="0"/>
              </a:spcAft>
              <a:defRPr sz="2550" b="0">
                <a:solidFill>
                  <a:srgbClr val="16282B"/>
                </a:solidFill>
                <a:latin typeface="Nimbus Sans"/>
                <a:ea typeface="Nimbus Sans"/>
                <a:cs typeface="Nimbus Sans"/>
              </a:defRPr>
            </a:pPr>
            <a:r>
              <a:rPr sz="2550" b="0">
                <a:solidFill>
                  <a:srgbClr val="16282B"/>
                </a:solidFill>
                <a:latin typeface="Nimbus Sans"/>
                <a:ea typeface="Nimbus Sans"/>
                <a:cs typeface="Nimbus Sans"/>
              </a:rPr>
              <a:t>Bound evidence and its verification</a:t>
            </a:r>
          </a:p>
        </p:txBody>
      </p:sp>
      <p:sp>
        <p:nvSpPr>
          <p:cNvPr id="6" name="S19_unknown" descr="unknown">
            <a:extLst xmlns:a="http://schemas.openxmlformats.org/drawingml/2006/main">
              <a:ext uri="{FF2B5EF4-FFF2-40B4-BE49-F238E27FC236}">
                <a16:creationId xmlns:a16="http://schemas.microsoft.com/office/drawing/2014/main" id="{8A88DF10-879D-5C43-90DF-2227F40FD318}"/>
              </a:ext>
              <a:ext uri="urn:g6b3r1:native-source:v1">
                <g6:source xmlns:g6="urn:g6b3r1:native-source:v1">{"alt":"unknown","bold":false,"color":"#16282B","font_px":29,"h":84,"id":"S19_unknown","kind":"text","line_height_px":33.349999999999994,"reading_order":4,"text":"No invented digest, decoder or signature from\nthis picture.","w":603,"x":596,"y":511}</g6:source>
              </a:ext>
            </a:extLst>
          </p:cNvPr>
          <p:cNvSpPr>
            <a:spLocks xmlns:a="http://schemas.openxmlformats.org/drawingml/2006/main" noGrp="1"/>
          </p:cNvSpPr>
          <p:nvPr/>
        </p:nvSpPr>
        <p:spPr>
          <a:xfrm xmlns:a="http://schemas.openxmlformats.org/drawingml/2006/main">
            <a:off x="5676900" y="4867275"/>
            <a:ext cx="57435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501"/>
              </a:lnSpc>
              <a:spcBef>
                <a:spcPts val="0"/>
              </a:spcBef>
              <a:spcAft>
                <a:spcPts val="0"/>
              </a:spcAft>
              <a:defRPr sz="2175" b="0">
                <a:solidFill>
                  <a:srgbClr val="16282B"/>
                </a:solidFill>
                <a:latin typeface="Nimbus Sans"/>
                <a:ea typeface="Nimbus Sans"/>
                <a:cs typeface="Nimbus Sans"/>
              </a:defRPr>
            </a:pPr>
            <a:r>
              <a:rPr sz="2175" b="0">
                <a:solidFill>
                  <a:srgbClr val="16282B"/>
                </a:solidFill>
                <a:latin typeface="Nimbus Sans"/>
                <a:ea typeface="Nimbus Sans"/>
                <a:cs typeface="Nimbus Sans"/>
              </a:rPr>
              <a:t>No invented digest, decoder or signature from</a:t>
            </a:r>
          </a:p>
          <a:p xmlns:a="http://schemas.openxmlformats.org/drawingml/2006/main">
            <a:pPr algn="l">
              <a:lnSpc>
                <a:spcPts val="2501"/>
              </a:lnSpc>
              <a:spcBef>
                <a:spcPts val="0"/>
              </a:spcBef>
              <a:spcAft>
                <a:spcPts val="0"/>
              </a:spcAft>
              <a:defRPr sz="2175" b="0">
                <a:solidFill>
                  <a:srgbClr val="16282B"/>
                </a:solidFill>
                <a:latin typeface="Nimbus Sans"/>
                <a:ea typeface="Nimbus Sans"/>
                <a:cs typeface="Nimbus Sans"/>
              </a:defRPr>
            </a:pPr>
            <a:r>
              <a:rPr sz="2175" b="0">
                <a:solidFill>
                  <a:srgbClr val="16282B"/>
                </a:solidFill>
                <a:latin typeface="Nimbus Sans"/>
                <a:ea typeface="Nimbus Sans"/>
                <a:cs typeface="Nimbus Sans"/>
              </a:rPr>
              <a:t>this picture.</a:t>
            </a:r>
          </a:p>
        </p:txBody>
      </p:sp>
      <p:sp>
        <p:nvSpPr>
          <p:cNvPr id="7" name="S19_qualification" descr="qualification">
            <a:extLst xmlns:a="http://schemas.openxmlformats.org/drawingml/2006/main">
              <a:ext uri="{FF2B5EF4-FFF2-40B4-BE49-F238E27FC236}">
                <a16:creationId xmlns:a16="http://schemas.microsoft.com/office/drawing/2014/main" id="{7AEBF996-859A-51D6-B08D-823FB2897DF2}"/>
              </a:ext>
              <a:ext uri="urn:g6b3r1:native-source:v1">
                <g6:source xmlns:g6="urn:g6b3r1:native-source:v1">{"alt":"qualification","bold":false,"color":"#43595D","font_px":23,"h":58,"id":"S19_qualification","kind":"text","line_height_px":26.45,"reading_order":5,"text":"The companion can support recognition. Its existence does not establish the truth, authority or completeness of a\nrecord.","w":1162,"x":56,"y":596}</g6:source>
              </a:ext>
            </a:extLst>
          </p:cNvPr>
          <p:cNvSpPr>
            <a:spLocks xmlns:a="http://schemas.openxmlformats.org/drawingml/2006/main" noGrp="1"/>
          </p:cNvSpPr>
          <p:nvPr/>
        </p:nvSpPr>
        <p:spPr>
          <a:xfrm xmlns:a="http://schemas.openxmlformats.org/drawingml/2006/main">
            <a:off x="533400" y="5676900"/>
            <a:ext cx="11068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984"/>
              </a:lnSpc>
              <a:spcBef>
                <a:spcPts val="0"/>
              </a:spcBef>
              <a:spcAft>
                <a:spcPts val="0"/>
              </a:spcAft>
              <a:defRPr sz="1725" b="0">
                <a:solidFill>
                  <a:srgbClr val="43595D"/>
                </a:solidFill>
                <a:latin typeface="Nimbus Sans"/>
                <a:ea typeface="Nimbus Sans"/>
                <a:cs typeface="Nimbus Sans"/>
              </a:defRPr>
            </a:pPr>
            <a:r>
              <a:rPr sz="1725" b="0">
                <a:solidFill>
                  <a:srgbClr val="43595D"/>
                </a:solidFill>
                <a:latin typeface="Nimbus Sans"/>
                <a:ea typeface="Nimbus Sans"/>
                <a:cs typeface="Nimbus Sans"/>
              </a:rPr>
              <a:t>The companion can support recognition. Its existence does not establish the truth, authority or completeness of a</a:t>
            </a:r>
          </a:p>
          <a:p xmlns:a="http://schemas.openxmlformats.org/drawingml/2006/main">
            <a:pPr algn="l">
              <a:lnSpc>
                <a:spcPts val="1984"/>
              </a:lnSpc>
              <a:spcBef>
                <a:spcPts val="0"/>
              </a:spcBef>
              <a:spcAft>
                <a:spcPts val="0"/>
              </a:spcAft>
              <a:defRPr sz="1725" b="0">
                <a:solidFill>
                  <a:srgbClr val="43595D"/>
                </a:solidFill>
                <a:latin typeface="Nimbus Sans"/>
                <a:ea typeface="Nimbus Sans"/>
                <a:cs typeface="Nimbus Sans"/>
              </a:defRPr>
            </a:pPr>
            <a:r>
              <a:rPr sz="1725" b="0">
                <a:solidFill>
                  <a:srgbClr val="43595D"/>
                </a:solidFill>
                <a:latin typeface="Nimbus Sans"/>
                <a:ea typeface="Nimbus Sans"/>
                <a:cs typeface="Nimbus Sans"/>
              </a:rPr>
              <a:t>record.</a:t>
            </a:r>
          </a:p>
        </p:txBody>
      </p:sp>
      <p:sp>
        <p:nvSpPr>
          <p:cNvPr id="8" name="S19_rule" descr="rule">
            <a:extLst xmlns:a="http://schemas.openxmlformats.org/drawingml/2006/main">
              <a:ext uri="{FF2B5EF4-FFF2-40B4-BE49-F238E27FC236}">
                <a16:creationId xmlns:a16="http://schemas.microsoft.com/office/drawing/2014/main" id="{381F0DCB-AF98-5D8C-95FD-F8E0C6BD7E98}"/>
              </a:ext>
              <a:ext uri="urn:g6b3r1:native-source:v1">
                <g6:source xmlns:g6="urn:g6b3r1:native-source:v1">{"alt":"rule","color":"#B8C8C6","h":0,"id":"S19_rule","kind":"line","reading_order":6,"stroke_width":1,"w":1162,"x":56,"y":671}</g6:source>
              </a:ext>
            </a:extLst>
          </p:cNvPr>
          <p:cNvSpPr>
            <a:spLocks xmlns:a="http://schemas.openxmlformats.org/drawingml/2006/main" noGrp="1"/>
          </p:cNvSpPr>
          <p:nvPr/>
        </p:nvSpPr>
        <p:spPr>
          <a:xfrm xmlns:a="http://schemas.openxmlformats.org/drawingml/2006/main" flipH="0" flipV="0" rot="0">
            <a:off x="533400" y="6391275"/>
            <a:ext cx="11068050" cy="0"/>
          </a:xfrm>
          <a:prstGeom xmlns:a="http://schemas.openxmlformats.org/drawingml/2006/main" prst="line">
            <a:avLst/>
          </a:prstGeom>
          <a:noFill xmlns:a="http://schemas.openxmlformats.org/drawingml/2006/main"/>
          <a:ln xmlns:a="http://schemas.openxmlformats.org/drawingml/2006/main" w="9525">
            <a:solidFill>
              <a:srgbClr val="B8C8C6"/>
            </a:solidFill>
          </a:ln>
        </p:spPr>
      </p:sp>
      <p:sp>
        <p:nvSpPr>
          <p:cNvPr id="9" name="S19_source_link" descr="source link">
            <a:hlinkClick r:id="g6b3r1Link8"/>
            <a:extLst xmlns:a="http://schemas.openxmlformats.org/drawingml/2006/main">
              <a:ext uri="{FF2B5EF4-FFF2-40B4-BE49-F238E27FC236}">
                <a16:creationId xmlns:a16="http://schemas.microsoft.com/office/drawing/2014/main" id="{D162688D-0284-5F54-B3E9-7BBB29EFB2AF}"/>
              </a:ext>
              <a:ext uri="urn:g6b3r1:native-source:v1">
                <g6:source xmlns:g6="urn:g6b3r1:native-source:v1">{"alt":"source link","bold":false,"color":"#315E8B","font_px":18,"h":27,"id":"S19_source_link","kind":"text","line_height_px":20.7,"link_target":"../VISUAL_SEAL.html","reading_order":7,"text":"S19 Source: identity","w":560,"x":56,"y":685}</g6:source>
              </a:ext>
            </a:extLst>
          </p:cNvPr>
          <p:cNvSpPr>
            <a:spLocks xmlns:a="http://schemas.openxmlformats.org/drawingml/2006/main" noGrp="1"/>
          </p:cNvSpPr>
          <p:nvPr/>
        </p:nvSpPr>
        <p:spPr>
          <a:xfrm xmlns:a="http://schemas.openxmlformats.org/drawingml/2006/main">
            <a:off x="533400" y="6524625"/>
            <a:ext cx="5334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553"/>
              </a:lnSpc>
              <a:spcBef>
                <a:spcPts val="0"/>
              </a:spcBef>
              <a:spcAft>
                <a:spcPts val="0"/>
              </a:spcAft>
              <a:defRPr sz="1350" b="0">
                <a:solidFill>
                  <a:srgbClr val="315E8B"/>
                </a:solidFill>
                <a:latin typeface="Nimbus Sans"/>
                <a:ea typeface="Nimbus Sans"/>
                <a:cs typeface="Nimbus Sans"/>
              </a:defRPr>
            </a:pPr>
            <a:r>
              <a:rPr sz="1350" b="0">
                <a:solidFill>
                  <a:srgbClr val="315E8B"/>
                </a:solidFill>
                <a:latin typeface="Nimbus Sans"/>
                <a:ea typeface="Nimbus Sans"/>
                <a:cs typeface="Nimbus Sans"/>
              </a:rPr>
              <a:t>S19 Source: identity</a:t>
            </a:r>
          </a:p>
        </p:txBody>
      </p:sp>
      <p:sp>
        <p:nvSpPr>
          <p:cNvPr id="10" name="S19_atlas_locator" descr="atlas locator">
            <a:hlinkClick r:id="g6b3r1Link9"/>
            <a:extLst xmlns:a="http://schemas.openxmlformats.org/drawingml/2006/main">
              <a:ext uri="{FF2B5EF4-FFF2-40B4-BE49-F238E27FC236}">
                <a16:creationId xmlns:a16="http://schemas.microsoft.com/office/drawing/2014/main" id="{1B07099D-E643-513B-A440-A956D45E6BAC}"/>
              </a:ext>
              <a:ext uri="urn:g6b3r1:native-source:v1">
                <g6:source xmlns:g6="urn:g6b3r1:native-source:v1">{"alt":"atlas locator","bold":false,"color":"#315E8B","font_px":17,"h":27,"id":"S19_atlas_locator","kind":"text","line_height_px":19.549999999999997,"link_target":"../atlas/README.html","reading_order":8,"text":"Atlas: Overview / GEO 1 2 3 4 5 6 7","w":560,"x":660,"y":685}</g6:source>
              </a:ext>
            </a:extLst>
          </p:cNvPr>
          <p:cNvSpPr>
            <a:spLocks xmlns:a="http://schemas.openxmlformats.org/drawingml/2006/main" noGrp="1"/>
          </p:cNvSpPr>
          <p:nvPr/>
        </p:nvSpPr>
        <p:spPr>
          <a:xfrm xmlns:a="http://schemas.openxmlformats.org/drawingml/2006/main">
            <a:off x="6286500" y="6524625"/>
            <a:ext cx="5334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466"/>
              </a:lnSpc>
              <a:spcBef>
                <a:spcPts val="0"/>
              </a:spcBef>
              <a:spcAft>
                <a:spcPts val="0"/>
              </a:spcAft>
              <a:defRPr sz="1275" b="0">
                <a:solidFill>
                  <a:srgbClr val="315E8B"/>
                </a:solidFill>
                <a:latin typeface="Nimbus Sans"/>
                <a:ea typeface="Nimbus Sans"/>
                <a:cs typeface="Nimbus Sans"/>
              </a:defRPr>
            </a:pPr>
            <a:r>
              <a:rPr sz="1275" b="0">
                <a:solidFill>
                  <a:srgbClr val="315E8B"/>
                </a:solidFill>
                <a:latin typeface="Nimbus Sans"/>
                <a:ea typeface="Nimbus Sans"/>
                <a:cs typeface="Nimbus Sans"/>
              </a:rPr>
              <a:t>Atlas: Overview / GEO 1 2 3 4 5 6 7</a:t>
            </a:r>
          </a:p>
        </p:txBody>
      </p:sp>
    </p:spTree>
    <p:extLst>
      <p:ext uri="{BB962C8B-B14F-4D97-AF65-F5344CB8AC3E}">
        <p14:creationId xmlns:p14="http://schemas.microsoft.com/office/powerpoint/2010/main" val="3930787190"/>
      </p:ext>
      <p:ext uri="urn:g6b3r1:native-source:v1">
        <g6:source xmlns:g6="urn:g6b3r1:native-source:v1">{"id":"S19","notes_en":"CONCEPTUAL VISUAL SEAL  /  NONCANONICAL preview, actual receipt-to-image binding unknown\n\nA visual companion helps recognize a record CONCEPTUAL VISUAL SEAL / NONCANONICAL preview, actual receipt-to-image binding unknown VISUAL_SEAL Human-facing companion  CRYPTO_SEAL Bound evidence and its verification No invented digest, decoder or signature from this picture. The companion can support recognition. Its existence does not establish the truth, authority or completeness of a record.\n\nThis is an editorial explanation of the named recorded or conceptual scope, not a new runtime result. Follow the source references for exact fields and limitations. B5 and final publication are not performed.","notes_ru":"Это существующий некaнонический прототип. По изображению нельзя вывести подпись, уникальность или действительную привязку к квитанции. Криптографическое свидетельство остаётся отдельной сущностью.","reading_order":["S19_title","S19_scope","S19_seal","S19_distinction","S19_unknown","S19_qualification","S19_rule","S19_source_link","S19_atlas_locator"],"relations":[],"scope":"CONCEPTUAL VISUAL SEAL  /  NONCANONICAL preview, actual receipt-to-image binding unknown","source_refs":[{"label":"identity","target":"../VISUAL_SEAL.html"},{"label":"chapter","target":"../chapters/14_identity.html"}],"title":"A visual companion helps recognize a record"}</g6:source>
      </p:ext>
    </p:extLst>
  </p:cSld>
</p:sld>
</file>

<file path=ppt/slides/slide20.xml><?xml version="1.0" encoding="utf-8"?>
<p:sld xmlns:p="http://schemas.openxmlformats.org/presentationml/2006/main" xmlns:a="http://schemas.openxmlformats.org/drawingml/2006/main" xmlns:r="http://schemas.openxmlformats.org/officeDocument/2006/relationships">
  <p:cSld name="S20">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20_title" descr="title">
            <a:extLst xmlns:a="http://schemas.openxmlformats.org/drawingml/2006/main">
              <a:ext uri="{FF2B5EF4-FFF2-40B4-BE49-F238E27FC236}">
                <a16:creationId xmlns:a16="http://schemas.microsoft.com/office/drawing/2014/main" id="{48BCE555-8081-58EC-8699-49C2095AF305}"/>
              </a:ext>
              <a:ext uri="urn:g6b3r1:native-source:v1">
                <g6:source xmlns:g6="urn:g6b3r1:native-source:v1">{"alt":"title","bold":true,"color":"#16282B","font_px":42,"h":75,"id":"S20_title","kind":"text","line_height_px":48.3,"reading_order":0,"text":"Integration supplies meaning within common boundaries","w":1170,"x":54,"y":36}</g6:source>
              </a:ext>
            </a:extLst>
          </p:cNvPr>
          <p:cNvSpPr>
            <a:spLocks xmlns:a="http://schemas.openxmlformats.org/drawingml/2006/main" noGrp="1"/>
          </p:cNvSpPr>
          <p:nvPr/>
        </p:nvSpPr>
        <p:spPr>
          <a:xfrm xmlns:a="http://schemas.openxmlformats.org/drawingml/2006/main">
            <a:off x="514350" y="342900"/>
            <a:ext cx="11144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3623"/>
              </a:lnSpc>
              <a:spcBef>
                <a:spcPts val="0"/>
              </a:spcBef>
              <a:spcAft>
                <a:spcPts val="0"/>
              </a:spcAft>
              <a:defRPr sz="3150" b="1">
                <a:solidFill>
                  <a:srgbClr val="16282B"/>
                </a:solidFill>
                <a:latin typeface="Nimbus Sans"/>
                <a:ea typeface="Nimbus Sans"/>
                <a:cs typeface="Nimbus Sans"/>
              </a:defRPr>
            </a:pPr>
            <a:r>
              <a:rPr sz="3150" b="1">
                <a:solidFill>
                  <a:srgbClr val="16282B"/>
                </a:solidFill>
                <a:latin typeface="Nimbus Sans"/>
                <a:ea typeface="Nimbus Sans"/>
                <a:cs typeface="Nimbus Sans"/>
              </a:rPr>
              <a:t>Integration supplies meaning within common boundaries</a:t>
            </a:r>
          </a:p>
        </p:txBody>
      </p:sp>
      <p:sp>
        <p:nvSpPr>
          <p:cNvPr id="3" name="S20_scope" descr="scope">
            <a:extLst xmlns:a="http://schemas.openxmlformats.org/drawingml/2006/main">
              <a:ext uri="{FF2B5EF4-FFF2-40B4-BE49-F238E27FC236}">
                <a16:creationId xmlns:a16="http://schemas.microsoft.com/office/drawing/2014/main" id="{9378230E-4EE1-538E-821E-2309D8683A26}"/>
              </a:ext>
              <a:ext uri="urn:g6b3r1:native-source:v1">
                <g6:source xmlns:g6="urn:g6b3r1:native-source:v1">{"alt":"scope","bold":false,"color":"#43595D","font_px":23,"h":54,"id":"S20_scope","kind":"text","line_height_px":26.45,"reading_order":1,"text":"INTEGRATOR VIEW / Existing HOW route, no claimed customer deployment","w":1160,"x":56,"y":113}</g6:source>
              </a:ext>
            </a:extLst>
          </p:cNvPr>
          <p:cNvSpPr>
            <a:spLocks xmlns:a="http://schemas.openxmlformats.org/drawingml/2006/main" noGrp="1"/>
          </p:cNvSpPr>
          <p:nvPr/>
        </p:nvSpPr>
        <p:spPr>
          <a:xfrm xmlns:a="http://schemas.openxmlformats.org/drawingml/2006/main">
            <a:off x="533400" y="1076325"/>
            <a:ext cx="1104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984"/>
              </a:lnSpc>
              <a:spcBef>
                <a:spcPts val="0"/>
              </a:spcBef>
              <a:spcAft>
                <a:spcPts val="0"/>
              </a:spcAft>
              <a:defRPr sz="1725" b="0">
                <a:solidFill>
                  <a:srgbClr val="43595D"/>
                </a:solidFill>
                <a:latin typeface="Nimbus Sans"/>
                <a:ea typeface="Nimbus Sans"/>
                <a:cs typeface="Nimbus Sans"/>
              </a:defRPr>
            </a:pPr>
            <a:r>
              <a:rPr sz="1725" b="0">
                <a:solidFill>
                  <a:srgbClr val="43595D"/>
                </a:solidFill>
                <a:latin typeface="Nimbus Sans"/>
                <a:ea typeface="Nimbus Sans"/>
                <a:cs typeface="Nimbus Sans"/>
              </a:rPr>
              <a:t>INTEGRATOR VIEW / Existing HOW route, no claimed customer deployment</a:t>
            </a:r>
          </a:p>
        </p:txBody>
      </p:sp>
      <p:sp>
        <p:nvSpPr>
          <p:cNvPr id="4" name="S20_integrate_0" descr="KERNEL: Kernel provides&#10;typed Work, time, Root">
            <a:extLst xmlns:a="http://schemas.openxmlformats.org/drawingml/2006/main">
              <a:ext uri="{FF2B5EF4-FFF2-40B4-BE49-F238E27FC236}">
                <a16:creationId xmlns:a16="http://schemas.microsoft.com/office/drawing/2014/main" id="{ED9932B9-ABA7-5402-BFB3-D5C6A640BE23}"/>
              </a:ext>
              <a:ext uri="urn:g6b3r1:native-source:v1">
                <g6:source xmlns:g6="urn:g6b3r1:native-source:v1">{"alt":"KERNEL: Kernel provides\ntyped Work, time, Root","entity_id":"KERNEL","fill":"#EFF5F3","h":110,"id":"S20_integrate_0","kind":"rect","reading_order":2,"stroke":"#176B68","stroke_width":2,"w":310,"x":56,"y":249}</g6:source>
              </a:ext>
            </a:extLst>
          </p:cNvPr>
          <p:cNvSpPr>
            <a:spLocks xmlns:a="http://schemas.openxmlformats.org/drawingml/2006/main" noGrp="1"/>
          </p:cNvSpPr>
          <p:nvPr/>
        </p:nvSpPr>
        <p:spPr>
          <a:xfrm xmlns:a="http://schemas.openxmlformats.org/drawingml/2006/main">
            <a:off x="533400" y="2371725"/>
            <a:ext cx="2952750" cy="1047750"/>
          </a:xfrm>
          <a:prstGeom xmlns:a="http://schemas.openxmlformats.org/drawingml/2006/main" prst="rect">
            <a:avLst/>
          </a:prstGeom>
          <a:solidFill xmlns:a="http://schemas.openxmlformats.org/drawingml/2006/main">
            <a:srgbClr val="EFF5F3"/>
          </a:solidFill>
          <a:ln xmlns:a="http://schemas.openxmlformats.org/drawingml/2006/main" w="19050">
            <a:solidFill>
              <a:srgbClr val="176B68"/>
            </a:solidFill>
          </a:ln>
        </p:spPr>
      </p:sp>
      <p:sp>
        <p:nvSpPr>
          <p:cNvPr id="5" name="S20_integrate_0_label" descr="integrate 0 label">
            <a:extLst xmlns:a="http://schemas.openxmlformats.org/drawingml/2006/main">
              <a:ext uri="{FF2B5EF4-FFF2-40B4-BE49-F238E27FC236}">
                <a16:creationId xmlns:a16="http://schemas.microsoft.com/office/drawing/2014/main" id="{216EBAA7-88B3-5764-956B-83DF67C79966}"/>
              </a:ext>
              <a:ext uri="urn:g6b3r1:native-source:v1">
                <g6:source xmlns:g6="urn:g6b3r1:native-source:v1">{"alt":"integrate 0 label","bold":false,"color":"#16282B","font_px":24,"h":86,"id":"S20_integrate_0_label","kind":"text","line_height_px":27.599999999999998,"reading_order":3,"text":"Kernel provides\ntyped Work, time, Root","w":284,"x":69,"y":261}</g6:source>
              </a:ext>
            </a:extLst>
          </p:cNvPr>
          <p:cNvSpPr>
            <a:spLocks xmlns:a="http://schemas.openxmlformats.org/drawingml/2006/main" noGrp="1"/>
          </p:cNvSpPr>
          <p:nvPr/>
        </p:nvSpPr>
        <p:spPr>
          <a:xfrm xmlns:a="http://schemas.openxmlformats.org/drawingml/2006/main">
            <a:off x="657225" y="2486025"/>
            <a:ext cx="27051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Kernel provides</a:t>
            </a:r>
          </a:p>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typed Work, time, Root</a:t>
            </a:r>
          </a:p>
        </p:txBody>
      </p:sp>
      <p:sp>
        <p:nvSpPr>
          <p:cNvPr id="6" name="S20_integrate_1" descr="CANDIDATE: Integration supplies&#10;sources and adapters">
            <a:extLst xmlns:a="http://schemas.openxmlformats.org/drawingml/2006/main">
              <a:ext uri="{FF2B5EF4-FFF2-40B4-BE49-F238E27FC236}">
                <a16:creationId xmlns:a16="http://schemas.microsoft.com/office/drawing/2014/main" id="{4909B56B-033E-56CB-BABB-A026D0278C60}"/>
              </a:ext>
              <a:ext uri="urn:g6b3r1:native-source:v1">
                <g6:source xmlns:g6="urn:g6b3r1:native-source:v1">{"alt":"CANDIDATE: Integration supplies\nsources and adapters","entity_id":"CANDIDATE","fill":"#EFF5F3","h":110,"id":"S20_integrate_1","kind":"rect","reading_order":4,"stroke":"#176B68","stroke_width":2,"w":310,"x":485,"y":249}</g6:source>
              </a:ext>
            </a:extLst>
          </p:cNvPr>
          <p:cNvSpPr>
            <a:spLocks xmlns:a="http://schemas.openxmlformats.org/drawingml/2006/main" noGrp="1"/>
          </p:cNvSpPr>
          <p:nvPr/>
        </p:nvSpPr>
        <p:spPr>
          <a:xfrm xmlns:a="http://schemas.openxmlformats.org/drawingml/2006/main">
            <a:off x="4619625" y="2371725"/>
            <a:ext cx="2952750" cy="1047750"/>
          </a:xfrm>
          <a:prstGeom xmlns:a="http://schemas.openxmlformats.org/drawingml/2006/main" prst="rect">
            <a:avLst/>
          </a:prstGeom>
          <a:solidFill xmlns:a="http://schemas.openxmlformats.org/drawingml/2006/main">
            <a:srgbClr val="EFF5F3"/>
          </a:solidFill>
          <a:ln xmlns:a="http://schemas.openxmlformats.org/drawingml/2006/main" w="19050">
            <a:solidFill>
              <a:srgbClr val="176B68"/>
            </a:solidFill>
          </a:ln>
        </p:spPr>
      </p:sp>
      <p:sp>
        <p:nvSpPr>
          <p:cNvPr id="7" name="S20_integrate_1_label" descr="integrate 1 label">
            <a:extLst xmlns:a="http://schemas.openxmlformats.org/drawingml/2006/main">
              <a:ext uri="{FF2B5EF4-FFF2-40B4-BE49-F238E27FC236}">
                <a16:creationId xmlns:a16="http://schemas.microsoft.com/office/drawing/2014/main" id="{D31297D7-350A-554B-9CE4-10214E2D84DA}"/>
              </a:ext>
              <a:ext uri="urn:g6b3r1:native-source:v1">
                <g6:source xmlns:g6="urn:g6b3r1:native-source:v1">{"alt":"integrate 1 label","bold":false,"color":"#16282B","font_px":24,"h":86,"id":"S20_integrate_1_label","kind":"text","line_height_px":27.599999999999998,"reading_order":5,"text":"Integration supplies\nsources and adapters","w":284,"x":498,"y":261}</g6:source>
              </a:ext>
            </a:extLst>
          </p:cNvPr>
          <p:cNvSpPr>
            <a:spLocks xmlns:a="http://schemas.openxmlformats.org/drawingml/2006/main" noGrp="1"/>
          </p:cNvSpPr>
          <p:nvPr/>
        </p:nvSpPr>
        <p:spPr>
          <a:xfrm xmlns:a="http://schemas.openxmlformats.org/drawingml/2006/main">
            <a:off x="4743450" y="2486025"/>
            <a:ext cx="27051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Integration supplies</a:t>
            </a:r>
          </a:p>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sources and adapters</a:t>
            </a:r>
          </a:p>
        </p:txBody>
      </p:sp>
      <p:sp>
        <p:nvSpPr>
          <p:cNvPr id="8" name="S20_integrate_2" descr="EXAMINER: Independent review&#10;checks exact candidate">
            <a:extLst xmlns:a="http://schemas.openxmlformats.org/drawingml/2006/main">
              <a:ext uri="{FF2B5EF4-FFF2-40B4-BE49-F238E27FC236}">
                <a16:creationId xmlns:a16="http://schemas.microsoft.com/office/drawing/2014/main" id="{2F3D320F-C08E-56D4-A838-1996585E1542}"/>
              </a:ext>
              <a:ext uri="urn:g6b3r1:native-source:v1">
                <g6:source xmlns:g6="urn:g6b3r1:native-source:v1">{"alt":"EXAMINER: Independent review\nchecks exact candidate","entity_id":"EXAMINER","fill":"#EFF5F3","h":110,"id":"S20_integrate_2","kind":"rect","reading_order":6,"stroke":"#176B68","stroke_width":2,"w":310,"x":914,"y":249}</g6:source>
              </a:ext>
            </a:extLst>
          </p:cNvPr>
          <p:cNvSpPr>
            <a:spLocks xmlns:a="http://schemas.openxmlformats.org/drawingml/2006/main" noGrp="1"/>
          </p:cNvSpPr>
          <p:nvPr/>
        </p:nvSpPr>
        <p:spPr>
          <a:xfrm xmlns:a="http://schemas.openxmlformats.org/drawingml/2006/main">
            <a:off x="8705850" y="2371725"/>
            <a:ext cx="2952750" cy="1047750"/>
          </a:xfrm>
          <a:prstGeom xmlns:a="http://schemas.openxmlformats.org/drawingml/2006/main" prst="rect">
            <a:avLst/>
          </a:prstGeom>
          <a:solidFill xmlns:a="http://schemas.openxmlformats.org/drawingml/2006/main">
            <a:srgbClr val="EFF5F3"/>
          </a:solidFill>
          <a:ln xmlns:a="http://schemas.openxmlformats.org/drawingml/2006/main" w="19050">
            <a:solidFill>
              <a:srgbClr val="176B68"/>
            </a:solidFill>
          </a:ln>
        </p:spPr>
      </p:sp>
      <p:sp>
        <p:nvSpPr>
          <p:cNvPr id="9" name="S20_integrate_2_label" descr="integrate 2 label">
            <a:extLst xmlns:a="http://schemas.openxmlformats.org/drawingml/2006/main">
              <a:ext uri="{FF2B5EF4-FFF2-40B4-BE49-F238E27FC236}">
                <a16:creationId xmlns:a16="http://schemas.microsoft.com/office/drawing/2014/main" id="{EB06A47B-6766-584A-A7BB-F7BECE0EBCEB}"/>
              </a:ext>
              <a:ext uri="urn:g6b3r1:native-source:v1">
                <g6:source xmlns:g6="urn:g6b3r1:native-source:v1">{"alt":"integrate 2 label","bold":false,"color":"#16282B","font_px":24,"h":86,"id":"S20_integrate_2_label","kind":"text","line_height_px":27.599999999999998,"reading_order":7,"text":"Independent review\nchecks exact candidate","w":284,"x":927,"y":261}</g6:source>
              </a:ext>
            </a:extLst>
          </p:cNvPr>
          <p:cNvSpPr>
            <a:spLocks xmlns:a="http://schemas.openxmlformats.org/drawingml/2006/main" noGrp="1"/>
          </p:cNvSpPr>
          <p:nvPr/>
        </p:nvSpPr>
        <p:spPr>
          <a:xfrm xmlns:a="http://schemas.openxmlformats.org/drawingml/2006/main">
            <a:off x="8829675" y="2486025"/>
            <a:ext cx="27051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Independent review</a:t>
            </a:r>
          </a:p>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checks exact candidate</a:t>
            </a:r>
          </a:p>
        </p:txBody>
      </p:sp>
      <p:cxnSp>
        <p:nvCxnSpPr>
          <p:cNvPr id="10" name="S20_integrate_edge_0" descr="DOCUMENT_REFERENCE: documented HOW">
            <a:extLst>
              <a:ext uri="urn:g6b3r1:native-source:v1">
                <g6:source xmlns:g6="urn:g6b3r1:native-source:v1">{"alt":"DOCUMENT_REFERENCE: documented HOW","color":"#315E8B","h":0,"head":"triangle","id":"S20_integrate_edge_0","kind":"arrow","reading_order":8,"relation_type":"DOCUMENT_REFERENCE","source_id":"S20_integrate_0","stroke_width":2,"target_id":"S20_integrate_1","w":119,"x":366,"y":304}</g6:source>
              </a:ext>
            </a:extLst>
          </p:cNvPr>
          <p:cNvCxnSpPr>
            <a:stCxn xmlns:a="http://schemas.openxmlformats.org/drawingml/2006/main" id="4" idx="3"/>
            <a:endCxn xmlns:a="http://schemas.openxmlformats.org/drawingml/2006/main" id="6" idx="1"/>
          </p:cNvCxnSpPr>
          <p:nvPr/>
        </p:nvCxnSpPr>
        <p:spPr>
          <a:xfrm xmlns:a="http://schemas.openxmlformats.org/drawingml/2006/main" rot="0" flipH="0" flipV="0">
            <a:off x="3486150" y="2895600"/>
            <a:ext cx="1133475" cy="0"/>
          </a:xfrm>
          <a:prstGeom xmlns:a="http://schemas.openxmlformats.org/drawingml/2006/main" prst="straightConnector1">
            <a:avLst/>
          </a:prstGeom>
          <a:ln xmlns:a="http://schemas.openxmlformats.org/drawingml/2006/main" w="19050">
            <a:solidFill>
              <a:srgbClr val="315E8B"/>
            </a:solidFill>
            <a:tailEnd type="triangle" w="med" len="med"/>
          </a:ln>
        </p:spPr>
      </p:cxnSp>
      <p:sp>
        <p:nvSpPr>
          <p:cNvPr id="11" name="S20_integrate_edge_0_label" descr="integrate edge 0 label">
            <a:extLst xmlns:a="http://schemas.openxmlformats.org/drawingml/2006/main">
              <a:ext uri="{FF2B5EF4-FFF2-40B4-BE49-F238E27FC236}">
                <a16:creationId xmlns:a16="http://schemas.microsoft.com/office/drawing/2014/main" id="{1A763BE7-2C63-5844-9CED-4CE62800AA75}"/>
              </a:ext>
              <a:ext uri="urn:g6b3r1:native-source:v1">
                <g6:source xmlns:g6="urn:g6b3r1:native-source:v1">{"alt":"integrate edge 0 label","bold":false,"color":"#43595D","font_px":17,"h":78,"id":"S20_integrate_edge_0_label","kind":"text","line_height_px":19.549999999999997,"reading_order":9,"text":"documented\nHOW","w":111,"x":370,"y":222}</g6:source>
              </a:ext>
            </a:extLst>
          </p:cNvPr>
          <p:cNvSpPr>
            <a:spLocks xmlns:a="http://schemas.openxmlformats.org/drawingml/2006/main" noGrp="1"/>
          </p:cNvSpPr>
          <p:nvPr/>
        </p:nvSpPr>
        <p:spPr>
          <a:xfrm xmlns:a="http://schemas.openxmlformats.org/drawingml/2006/main">
            <a:off x="3524250" y="2114550"/>
            <a:ext cx="10572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466"/>
              </a:lnSpc>
              <a:spcBef>
                <a:spcPts val="0"/>
              </a:spcBef>
              <a:spcAft>
                <a:spcPts val="0"/>
              </a:spcAft>
              <a:defRPr sz="1275" b="0">
                <a:solidFill>
                  <a:srgbClr val="43595D"/>
                </a:solidFill>
                <a:latin typeface="Nimbus Sans"/>
                <a:ea typeface="Nimbus Sans"/>
                <a:cs typeface="Nimbus Sans"/>
              </a:defRPr>
            </a:pPr>
            <a:r>
              <a:rPr sz="1275" b="0">
                <a:solidFill>
                  <a:srgbClr val="43595D"/>
                </a:solidFill>
                <a:latin typeface="Nimbus Sans"/>
                <a:ea typeface="Nimbus Sans"/>
                <a:cs typeface="Nimbus Sans"/>
              </a:rPr>
              <a:t>documented</a:t>
            </a:r>
          </a:p>
          <a:p xmlns:a="http://schemas.openxmlformats.org/drawingml/2006/main">
            <a:pPr algn="l">
              <a:lnSpc>
                <a:spcPts val="1466"/>
              </a:lnSpc>
              <a:spcBef>
                <a:spcPts val="0"/>
              </a:spcBef>
              <a:spcAft>
                <a:spcPts val="0"/>
              </a:spcAft>
              <a:defRPr sz="1275" b="0">
                <a:solidFill>
                  <a:srgbClr val="43595D"/>
                </a:solidFill>
                <a:latin typeface="Nimbus Sans"/>
                <a:ea typeface="Nimbus Sans"/>
                <a:cs typeface="Nimbus Sans"/>
              </a:defRPr>
            </a:pPr>
            <a:r>
              <a:rPr sz="1275" b="0">
                <a:solidFill>
                  <a:srgbClr val="43595D"/>
                </a:solidFill>
                <a:latin typeface="Nimbus Sans"/>
                <a:ea typeface="Nimbus Sans"/>
                <a:cs typeface="Nimbus Sans"/>
              </a:rPr>
              <a:t>HOW</a:t>
            </a:r>
          </a:p>
        </p:txBody>
      </p:sp>
      <p:cxnSp>
        <p:nvCxnSpPr>
          <p:cNvPr id="12" name="S20_integrate_edge_1" descr="DATA: observable evidence">
            <a:extLst>
              <a:ext uri="urn:g6b3r1:native-source:v1">
                <g6:source xmlns:g6="urn:g6b3r1:native-source:v1">{"alt":"DATA: observable evidence","color":"#176B68","h":0,"head":"triangle","id":"S20_integrate_edge_1","kind":"arrow","reading_order":10,"relation_type":"DATA","source_id":"S20_integrate_1","stroke_width":2,"target_id":"S20_integrate_2","w":119,"x":795,"y":304}</g6:source>
              </a:ext>
            </a:extLst>
          </p:cNvPr>
          <p:cNvCxnSpPr>
            <a:stCxn xmlns:a="http://schemas.openxmlformats.org/drawingml/2006/main" id="6" idx="3"/>
            <a:endCxn xmlns:a="http://schemas.openxmlformats.org/drawingml/2006/main" id="8" idx="1"/>
          </p:cNvCxnSpPr>
          <p:nvPr/>
        </p:nvCxnSpPr>
        <p:spPr>
          <a:xfrm xmlns:a="http://schemas.openxmlformats.org/drawingml/2006/main" rot="0" flipH="0" flipV="0">
            <a:off x="7572375" y="2895600"/>
            <a:ext cx="1133475" cy="0"/>
          </a:xfrm>
          <a:prstGeom xmlns:a="http://schemas.openxmlformats.org/drawingml/2006/main" prst="straightConnector1">
            <a:avLst/>
          </a:prstGeom>
          <a:ln xmlns:a="http://schemas.openxmlformats.org/drawingml/2006/main" w="19050">
            <a:solidFill>
              <a:srgbClr val="176B68"/>
            </a:solidFill>
            <a:tailEnd type="triangle" w="med" len="med"/>
          </a:ln>
        </p:spPr>
      </p:cxnSp>
      <p:sp>
        <p:nvSpPr>
          <p:cNvPr id="13" name="S20_integrate_edge_1_label" descr="integrate edge 1 label">
            <a:extLst xmlns:a="http://schemas.openxmlformats.org/drawingml/2006/main">
              <a:ext uri="{FF2B5EF4-FFF2-40B4-BE49-F238E27FC236}">
                <a16:creationId xmlns:a16="http://schemas.microsoft.com/office/drawing/2014/main" id="{32496502-773B-5231-B270-4A06A2B5B3AF}"/>
              </a:ext>
              <a:ext uri="urn:g6b3r1:native-source:v1">
                <g6:source xmlns:g6="urn:g6b3r1:native-source:v1">{"alt":"integrate edge 1 label","bold":false,"color":"#43595D","font_px":17,"h":78,"id":"S20_integrate_edge_1_label","kind":"text","line_height_px":19.549999999999997,"reading_order":11,"text":"observable\nevidence","w":111,"x":799,"y":222}</g6:source>
              </a:ext>
            </a:extLst>
          </p:cNvPr>
          <p:cNvSpPr>
            <a:spLocks xmlns:a="http://schemas.openxmlformats.org/drawingml/2006/main" noGrp="1"/>
          </p:cNvSpPr>
          <p:nvPr/>
        </p:nvSpPr>
        <p:spPr>
          <a:xfrm xmlns:a="http://schemas.openxmlformats.org/drawingml/2006/main">
            <a:off x="7610475" y="2114550"/>
            <a:ext cx="10572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466"/>
              </a:lnSpc>
              <a:spcBef>
                <a:spcPts val="0"/>
              </a:spcBef>
              <a:spcAft>
                <a:spcPts val="0"/>
              </a:spcAft>
              <a:defRPr sz="1275" b="0">
                <a:solidFill>
                  <a:srgbClr val="43595D"/>
                </a:solidFill>
                <a:latin typeface="Nimbus Sans"/>
                <a:ea typeface="Nimbus Sans"/>
                <a:cs typeface="Nimbus Sans"/>
              </a:defRPr>
            </a:pPr>
            <a:r>
              <a:rPr sz="1275" b="0">
                <a:solidFill>
                  <a:srgbClr val="43595D"/>
                </a:solidFill>
                <a:latin typeface="Nimbus Sans"/>
                <a:ea typeface="Nimbus Sans"/>
                <a:cs typeface="Nimbus Sans"/>
              </a:rPr>
              <a:t>observable</a:t>
            </a:r>
          </a:p>
          <a:p xmlns:a="http://schemas.openxmlformats.org/drawingml/2006/main">
            <a:pPr algn="l">
              <a:lnSpc>
                <a:spcPts val="1466"/>
              </a:lnSpc>
              <a:spcBef>
                <a:spcPts val="0"/>
              </a:spcBef>
              <a:spcAft>
                <a:spcPts val="0"/>
              </a:spcAft>
              <a:defRPr sz="1275" b="0">
                <a:solidFill>
                  <a:srgbClr val="43595D"/>
                </a:solidFill>
                <a:latin typeface="Nimbus Sans"/>
                <a:ea typeface="Nimbus Sans"/>
                <a:cs typeface="Nimbus Sans"/>
              </a:defRPr>
            </a:pPr>
            <a:r>
              <a:rPr sz="1275" b="0">
                <a:solidFill>
                  <a:srgbClr val="43595D"/>
                </a:solidFill>
                <a:latin typeface="Nimbus Sans"/>
                <a:ea typeface="Nimbus Sans"/>
                <a:cs typeface="Nimbus Sans"/>
              </a:rPr>
              <a:t>evidence</a:t>
            </a:r>
          </a:p>
        </p:txBody>
      </p:sp>
      <p:sp>
        <p:nvSpPr>
          <p:cNvPr id="14" name="S20_details" descr="details">
            <a:extLst xmlns:a="http://schemas.openxmlformats.org/drawingml/2006/main">
              <a:ext uri="{FF2B5EF4-FFF2-40B4-BE49-F238E27FC236}">
                <a16:creationId xmlns:a16="http://schemas.microsoft.com/office/drawing/2014/main" id="{A1577D87-F56A-514B-BB17-AFE4CEC2A668}"/>
              </a:ext>
              <a:ext uri="urn:g6b3r1:native-source:v1">
                <g6:source xmlns:g6="urn:g6b3r1:native-source:v1">{"alt":"details","bold":false,"color":"#16282B","font_px":30,"h":113,"id":"S20_details","kind":"text","line_height_px":34.5,"reading_order":12,"text":"Source observations, payload schemas and effect mapping remain integration work.\nIAM, policy engines and cloud services are possible integrations, not endorsements.","w":1160,"x":56,"y":420}</g6:source>
              </a:ext>
            </a:extLst>
          </p:cNvPr>
          <p:cNvSpPr>
            <a:spLocks xmlns:a="http://schemas.openxmlformats.org/drawingml/2006/main" noGrp="1"/>
          </p:cNvSpPr>
          <p:nvPr/>
        </p:nvSpPr>
        <p:spPr>
          <a:xfrm xmlns:a="http://schemas.openxmlformats.org/drawingml/2006/main">
            <a:off x="533400" y="4000500"/>
            <a:ext cx="110490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588"/>
              </a:lnSpc>
              <a:spcBef>
                <a:spcPts val="0"/>
              </a:spcBef>
              <a:spcAft>
                <a:spcPts val="0"/>
              </a:spcAft>
              <a:defRPr sz="2250" b="0">
                <a:solidFill>
                  <a:srgbClr val="16282B"/>
                </a:solidFill>
                <a:latin typeface="Nimbus Sans"/>
                <a:ea typeface="Nimbus Sans"/>
                <a:cs typeface="Nimbus Sans"/>
              </a:defRPr>
            </a:pPr>
            <a:r>
              <a:rPr sz="2250" b="0">
                <a:solidFill>
                  <a:srgbClr val="16282B"/>
                </a:solidFill>
                <a:latin typeface="Nimbus Sans"/>
                <a:ea typeface="Nimbus Sans"/>
                <a:cs typeface="Nimbus Sans"/>
              </a:rPr>
              <a:t>Source observations, payload schemas and effect mapping remain integration work.</a:t>
            </a:r>
          </a:p>
          <a:p xmlns:a="http://schemas.openxmlformats.org/drawingml/2006/main">
            <a:pPr algn="l">
              <a:lnSpc>
                <a:spcPts val="2588"/>
              </a:lnSpc>
              <a:spcBef>
                <a:spcPts val="0"/>
              </a:spcBef>
              <a:spcAft>
                <a:spcPts val="0"/>
              </a:spcAft>
              <a:defRPr sz="2250" b="0">
                <a:solidFill>
                  <a:srgbClr val="16282B"/>
                </a:solidFill>
                <a:latin typeface="Nimbus Sans"/>
                <a:ea typeface="Nimbus Sans"/>
                <a:cs typeface="Nimbus Sans"/>
              </a:defRPr>
            </a:pPr>
            <a:r>
              <a:rPr sz="2250" b="0">
                <a:solidFill>
                  <a:srgbClr val="16282B"/>
                </a:solidFill>
                <a:latin typeface="Nimbus Sans"/>
                <a:ea typeface="Nimbus Sans"/>
                <a:cs typeface="Nimbus Sans"/>
              </a:rPr>
              <a:t>IAM, policy engines and cloud services are possible integrations, not endorsements.</a:t>
            </a:r>
          </a:p>
        </p:txBody>
      </p:sp>
      <p:sp>
        <p:nvSpPr>
          <p:cNvPr id="15" name="S20_qualification" descr="qualification">
            <a:extLst xmlns:a="http://schemas.openxmlformats.org/drawingml/2006/main">
              <a:ext uri="{FF2B5EF4-FFF2-40B4-BE49-F238E27FC236}">
                <a16:creationId xmlns:a16="http://schemas.microsoft.com/office/drawing/2014/main" id="{0AB2B0EA-1700-5546-84FD-7402F1296FC8}"/>
              </a:ext>
              <a:ext uri="urn:g6b3r1:native-source:v1">
                <g6:source xmlns:g6="urn:g6b3r1:native-source:v1">{"alt":"qualification","bold":false,"color":"#43595D","font_px":23,"h":58,"id":"S20_qualification","kind":"text","line_height_px":26.45,"reading_order":13,"text":"Source admission and every current runtime action remain separate. The HOW link opens accepted source\ndocumentation.","w":1162,"x":56,"y":596}</g6:source>
              </a:ext>
            </a:extLst>
          </p:cNvPr>
          <p:cNvSpPr>
            <a:spLocks xmlns:a="http://schemas.openxmlformats.org/drawingml/2006/main" noGrp="1"/>
          </p:cNvSpPr>
          <p:nvPr/>
        </p:nvSpPr>
        <p:spPr>
          <a:xfrm xmlns:a="http://schemas.openxmlformats.org/drawingml/2006/main">
            <a:off x="533400" y="5676900"/>
            <a:ext cx="11068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984"/>
              </a:lnSpc>
              <a:spcBef>
                <a:spcPts val="0"/>
              </a:spcBef>
              <a:spcAft>
                <a:spcPts val="0"/>
              </a:spcAft>
              <a:defRPr sz="1725" b="0">
                <a:solidFill>
                  <a:srgbClr val="43595D"/>
                </a:solidFill>
                <a:latin typeface="Nimbus Sans"/>
                <a:ea typeface="Nimbus Sans"/>
                <a:cs typeface="Nimbus Sans"/>
              </a:defRPr>
            </a:pPr>
            <a:r>
              <a:rPr sz="1725" b="0">
                <a:solidFill>
                  <a:srgbClr val="43595D"/>
                </a:solidFill>
                <a:latin typeface="Nimbus Sans"/>
                <a:ea typeface="Nimbus Sans"/>
                <a:cs typeface="Nimbus Sans"/>
              </a:rPr>
              <a:t>Source admission and every current runtime action remain separate. The HOW link opens accepted source</a:t>
            </a:r>
          </a:p>
          <a:p xmlns:a="http://schemas.openxmlformats.org/drawingml/2006/main">
            <a:pPr algn="l">
              <a:lnSpc>
                <a:spcPts val="1984"/>
              </a:lnSpc>
              <a:spcBef>
                <a:spcPts val="0"/>
              </a:spcBef>
              <a:spcAft>
                <a:spcPts val="0"/>
              </a:spcAft>
              <a:defRPr sz="1725" b="0">
                <a:solidFill>
                  <a:srgbClr val="43595D"/>
                </a:solidFill>
                <a:latin typeface="Nimbus Sans"/>
                <a:ea typeface="Nimbus Sans"/>
                <a:cs typeface="Nimbus Sans"/>
              </a:defRPr>
            </a:pPr>
            <a:r>
              <a:rPr sz="1725" b="0">
                <a:solidFill>
                  <a:srgbClr val="43595D"/>
                </a:solidFill>
                <a:latin typeface="Nimbus Sans"/>
                <a:ea typeface="Nimbus Sans"/>
                <a:cs typeface="Nimbus Sans"/>
              </a:rPr>
              <a:t>documentation.</a:t>
            </a:r>
          </a:p>
        </p:txBody>
      </p:sp>
      <p:sp>
        <p:nvSpPr>
          <p:cNvPr id="16" name="S20_rule" descr="rule">
            <a:extLst xmlns:a="http://schemas.openxmlformats.org/drawingml/2006/main">
              <a:ext uri="{FF2B5EF4-FFF2-40B4-BE49-F238E27FC236}">
                <a16:creationId xmlns:a16="http://schemas.microsoft.com/office/drawing/2014/main" id="{E616F637-BB61-5C64-A573-DA27AF8BBBA9}"/>
              </a:ext>
              <a:ext uri="urn:g6b3r1:native-source:v1">
                <g6:source xmlns:g6="urn:g6b3r1:native-source:v1">{"alt":"rule","color":"#B8C8C6","h":0,"id":"S20_rule","kind":"line","reading_order":14,"stroke_width":1,"w":1162,"x":56,"y":671}</g6:source>
              </a:ext>
            </a:extLst>
          </p:cNvPr>
          <p:cNvSpPr>
            <a:spLocks xmlns:a="http://schemas.openxmlformats.org/drawingml/2006/main" noGrp="1"/>
          </p:cNvSpPr>
          <p:nvPr/>
        </p:nvSpPr>
        <p:spPr>
          <a:xfrm xmlns:a="http://schemas.openxmlformats.org/drawingml/2006/main" flipH="0" flipV="0" rot="0">
            <a:off x="533400" y="6391275"/>
            <a:ext cx="11068050" cy="0"/>
          </a:xfrm>
          <a:prstGeom xmlns:a="http://schemas.openxmlformats.org/drawingml/2006/main" prst="line">
            <a:avLst/>
          </a:prstGeom>
          <a:noFill xmlns:a="http://schemas.openxmlformats.org/drawingml/2006/main"/>
          <a:ln xmlns:a="http://schemas.openxmlformats.org/drawingml/2006/main" w="9525">
            <a:solidFill>
              <a:srgbClr val="B8C8C6"/>
            </a:solidFill>
          </a:ln>
        </p:spPr>
      </p:sp>
      <p:sp>
        <p:nvSpPr>
          <p:cNvPr id="17" name="S20_source_link" descr="source link">
            <a:hlinkClick r:id="g6b3r1Link16"/>
            <a:extLst xmlns:a="http://schemas.openxmlformats.org/drawingml/2006/main">
              <a:ext uri="{FF2B5EF4-FFF2-40B4-BE49-F238E27FC236}">
                <a16:creationId xmlns:a16="http://schemas.microsoft.com/office/drawing/2014/main" id="{04E65768-7FB6-5FD4-AB57-1610361B2632}"/>
              </a:ext>
              <a:ext uri="urn:g6b3r1:native-source:v1">
                <g6:source xmlns:g6="urn:g6b3r1:native-source:v1">{"alt":"source link","bold":false,"color":"#315E8B","font_px":18,"h":27,"id":"S20_source_link","kind":"text","line_height_px":20.7,"link_target":"https://github.com/AAkhtanin/hedgehog-os/blob/2e965ecb18e545e428380eb8e9aa5a7037a388be/docs/gate5_authoring_kit_v01/START_HERE.md","reading_order":15,"text":"S20 Source: author","w":560,"x":56,"y":685}</g6:source>
              </a:ext>
            </a:extLst>
          </p:cNvPr>
          <p:cNvSpPr>
            <a:spLocks xmlns:a="http://schemas.openxmlformats.org/drawingml/2006/main" noGrp="1"/>
          </p:cNvSpPr>
          <p:nvPr/>
        </p:nvSpPr>
        <p:spPr>
          <a:xfrm xmlns:a="http://schemas.openxmlformats.org/drawingml/2006/main">
            <a:off x="533400" y="6524625"/>
            <a:ext cx="5334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553"/>
              </a:lnSpc>
              <a:spcBef>
                <a:spcPts val="0"/>
              </a:spcBef>
              <a:spcAft>
                <a:spcPts val="0"/>
              </a:spcAft>
              <a:defRPr sz="1350" b="0">
                <a:solidFill>
                  <a:srgbClr val="315E8B"/>
                </a:solidFill>
                <a:latin typeface="Nimbus Sans"/>
                <a:ea typeface="Nimbus Sans"/>
                <a:cs typeface="Nimbus Sans"/>
              </a:defRPr>
            </a:pPr>
            <a:r>
              <a:rPr sz="1350" b="0">
                <a:solidFill>
                  <a:srgbClr val="315E8B"/>
                </a:solidFill>
                <a:latin typeface="Nimbus Sans"/>
                <a:ea typeface="Nimbus Sans"/>
                <a:cs typeface="Nimbus Sans"/>
              </a:rPr>
              <a:t>S20 Source: author</a:t>
            </a:r>
          </a:p>
        </p:txBody>
      </p:sp>
      <p:sp>
        <p:nvSpPr>
          <p:cNvPr id="18" name="S20_atlas_locator" descr="atlas locator">
            <a:hlinkClick r:id="g6b3r1Link17"/>
            <a:extLst xmlns:a="http://schemas.openxmlformats.org/drawingml/2006/main">
              <a:ext uri="{FF2B5EF4-FFF2-40B4-BE49-F238E27FC236}">
                <a16:creationId xmlns:a16="http://schemas.microsoft.com/office/drawing/2014/main" id="{20C48018-D97B-546A-91A4-EA4D273631AE}"/>
              </a:ext>
              <a:ext uri="urn:g6b3r1:native-source:v1">
                <g6:source xmlns:g6="urn:g6b3r1:native-source:v1">{"alt":"atlas locator","bold":false,"color":"#315E8B","font_px":17,"h":27,"id":"S20_atlas_locator","kind":"text","line_height_px":19.549999999999997,"link_target":"../atlas/README.html","reading_order":16,"text":"Atlas: Overview / GEO 1 2 3 4 5 6 7","w":560,"x":660,"y":685}</g6:source>
              </a:ext>
            </a:extLst>
          </p:cNvPr>
          <p:cNvSpPr>
            <a:spLocks xmlns:a="http://schemas.openxmlformats.org/drawingml/2006/main" noGrp="1"/>
          </p:cNvSpPr>
          <p:nvPr/>
        </p:nvSpPr>
        <p:spPr>
          <a:xfrm xmlns:a="http://schemas.openxmlformats.org/drawingml/2006/main">
            <a:off x="6286500" y="6524625"/>
            <a:ext cx="5334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466"/>
              </a:lnSpc>
              <a:spcBef>
                <a:spcPts val="0"/>
              </a:spcBef>
              <a:spcAft>
                <a:spcPts val="0"/>
              </a:spcAft>
              <a:defRPr sz="1275" b="0">
                <a:solidFill>
                  <a:srgbClr val="315E8B"/>
                </a:solidFill>
                <a:latin typeface="Nimbus Sans"/>
                <a:ea typeface="Nimbus Sans"/>
                <a:cs typeface="Nimbus Sans"/>
              </a:defRPr>
            </a:pPr>
            <a:r>
              <a:rPr sz="1275" b="0">
                <a:solidFill>
                  <a:srgbClr val="315E8B"/>
                </a:solidFill>
                <a:latin typeface="Nimbus Sans"/>
                <a:ea typeface="Nimbus Sans"/>
                <a:cs typeface="Nimbus Sans"/>
              </a:rPr>
              <a:t>Atlas: Overview / GEO 1 2 3 4 5 6 7</a:t>
            </a:r>
          </a:p>
        </p:txBody>
      </p:sp>
    </p:spTree>
    <p:extLst>
      <p:ext uri="{BB962C8B-B14F-4D97-AF65-F5344CB8AC3E}">
        <p14:creationId xmlns:p14="http://schemas.microsoft.com/office/powerpoint/2010/main" val="2133321832"/>
      </p:ext>
      <p:ext uri="urn:g6b3r1:native-source:v1">
        <g6:source xmlns:g6="urn:g6b3r1:native-source:v1">{"id":"S20","notes_en":"INTEGRATOR VIEW  /  Existing HOW route, no claimed customer deployment\n\nIntegration supplies meaning within common boundaries INTEGRATOR VIEW / Existing HOW route, no claimed customer deployment Kernel provides typed Work, time, Root Integration supplies sources and adapters Independent review checks exact candidate documented HOW observable evidence Source observations, payload schemas and effect mapping remain integration work. IAM, policy engines and cloud services are possible integrations, not endorsements. Source admission and every current runtime action remain separate. The HOW link opens accepted source documentation.\n\nThis is an editorial explanation of the named recorded or conceptual scope, not a new runtime result. Follow the source references for exact fields and limitations. B5 and final publication are not performed.","notes_ru":"Общее ядро даёт контракты, текущее рассмотрение и доказательство потребления. Интеграция предоставляет предметную семантику и реальные системы. Новая реализация требует отдельного независимого допуска.","reading_order":["S20_title","S20_scope","S20_integrate_0","S20_integrate_0_label","S20_integrate_1","S20_integrate_1_label","S20_integrate_2","S20_integrate_2_label","S20_integrate_edge_0","S20_integrate_edge_0_label","S20_integrate_edge_1","S20_integrate_edge_1_label","S20_details","S20_qualification","S20_rule","S20_source_link","S20_atlas_locator"],"relations":[{"id":"S20_integrate_edge_0","item":"documented HOW","relation":"DOCUMENT_REFERENCE","source":"KERNEL","source_object":"S20_integrate_0","target":"CANDIDATE","target_object":"S20_integrate_1"},{"id":"S20_integrate_edge_1","item":"observable evidence","relation":"DATA","source":"CANDIDATE","source_object":"S20_integrate_1","target":"EXAMINER","target_object":"S20_integrate_2"}],"scope":"INTEGRATOR VIEW  /  Existing HOW route, no claimed customer deployment","source_refs":[{"label":"author","target":"https://github.com/AAkhtanin/hedgehog-os/blob/2e965ecb18e545e428380eb8e9aa5a7037a388be/docs/gate5_authoring_kit_v01/START_HERE.md"},{"label":"chapter","target":"../chapters/11_integration.html"}],"title":"Integration supplies meaning within common boundaries"}</g6:source>
      </p:ext>
    </p:extLst>
  </p:cSld>
</p:sld>
</file>

<file path=ppt/slides/slide21.xml><?xml version="1.0" encoding="utf-8"?>
<p:sld xmlns:p="http://schemas.openxmlformats.org/presentationml/2006/main" xmlns:a="http://schemas.openxmlformats.org/drawingml/2006/main" xmlns:r="http://schemas.openxmlformats.org/officeDocument/2006/relationships">
  <p:cSld name="S21">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21_title" descr="title">
            <a:extLst xmlns:a="http://schemas.openxmlformats.org/drawingml/2006/main">
              <a:ext uri="{FF2B5EF4-FFF2-40B4-BE49-F238E27FC236}">
                <a16:creationId xmlns:a16="http://schemas.microsoft.com/office/drawing/2014/main" id="{33B09263-FFF8-567C-967F-5125DAA6F9CD}"/>
              </a:ext>
              <a:ext uri="urn:g6b3r1:native-source:v1">
                <g6:source xmlns:g6="urn:g6b3r1:native-source:v1">{"alt":"title","bold":true,"color":"#16282B","font_px":42,"h":75,"id":"S21_title","kind":"text","line_height_px":48.3,"reading_order":0,"text":"Technical evidence, publication and archive differ","w":1170,"x":54,"y":36}</g6:source>
              </a:ext>
            </a:extLst>
          </p:cNvPr>
          <p:cNvSpPr>
            <a:spLocks xmlns:a="http://schemas.openxmlformats.org/drawingml/2006/main" noGrp="1"/>
          </p:cNvSpPr>
          <p:nvPr/>
        </p:nvSpPr>
        <p:spPr>
          <a:xfrm xmlns:a="http://schemas.openxmlformats.org/drawingml/2006/main">
            <a:off x="514350" y="342900"/>
            <a:ext cx="11144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3623"/>
              </a:lnSpc>
              <a:spcBef>
                <a:spcPts val="0"/>
              </a:spcBef>
              <a:spcAft>
                <a:spcPts val="0"/>
              </a:spcAft>
              <a:defRPr sz="3150" b="1">
                <a:solidFill>
                  <a:srgbClr val="16282B"/>
                </a:solidFill>
                <a:latin typeface="Nimbus Sans"/>
                <a:ea typeface="Nimbus Sans"/>
                <a:cs typeface="Nimbus Sans"/>
              </a:defRPr>
            </a:pPr>
            <a:r>
              <a:rPr sz="3150" b="1">
                <a:solidFill>
                  <a:srgbClr val="16282B"/>
                </a:solidFill>
                <a:latin typeface="Nimbus Sans"/>
                <a:ea typeface="Nimbus Sans"/>
                <a:cs typeface="Nimbus Sans"/>
              </a:rPr>
              <a:t>Technical evidence, publication and archive differ</a:t>
            </a:r>
          </a:p>
        </p:txBody>
      </p:sp>
      <p:sp>
        <p:nvSpPr>
          <p:cNvPr id="3" name="S21_scope" descr="scope">
            <a:extLst xmlns:a="http://schemas.openxmlformats.org/drawingml/2006/main">
              <a:ext uri="{FF2B5EF4-FFF2-40B4-BE49-F238E27FC236}">
                <a16:creationId xmlns:a16="http://schemas.microsoft.com/office/drawing/2014/main" id="{39A2A743-9849-5266-B3B8-93557B83E4D6}"/>
              </a:ext>
              <a:ext uri="urn:g6b3r1:native-source:v1">
                <g6:source xmlns:g6="urn:g6b3r1:native-source:v1">{"alt":"scope","bold":false,"color":"#43595D","font_px":23,"h":54,"id":"S21_scope","kind":"text","line_height_px":26.45,"reading_order":1,"text":"PUBLICATION IDENTITY NOTATION / These A/B/C labels are not Football E/B/C","w":1160,"x":56,"y":113}</g6:source>
              </a:ext>
            </a:extLst>
          </p:cNvPr>
          <p:cNvSpPr>
            <a:spLocks xmlns:a="http://schemas.openxmlformats.org/drawingml/2006/main" noGrp="1"/>
          </p:cNvSpPr>
          <p:nvPr/>
        </p:nvSpPr>
        <p:spPr>
          <a:xfrm xmlns:a="http://schemas.openxmlformats.org/drawingml/2006/main">
            <a:off x="533400" y="1076325"/>
            <a:ext cx="1104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984"/>
              </a:lnSpc>
              <a:spcBef>
                <a:spcPts val="0"/>
              </a:spcBef>
              <a:spcAft>
                <a:spcPts val="0"/>
              </a:spcAft>
              <a:defRPr sz="1725" b="0">
                <a:solidFill>
                  <a:srgbClr val="43595D"/>
                </a:solidFill>
                <a:latin typeface="Nimbus Sans"/>
                <a:ea typeface="Nimbus Sans"/>
                <a:cs typeface="Nimbus Sans"/>
              </a:defRPr>
            </a:pPr>
            <a:r>
              <a:rPr sz="1725" b="0">
                <a:solidFill>
                  <a:srgbClr val="43595D"/>
                </a:solidFill>
                <a:latin typeface="Nimbus Sans"/>
                <a:ea typeface="Nimbus Sans"/>
                <a:cs typeface="Nimbus Sans"/>
              </a:rPr>
              <a:t>PUBLICATION IDENTITY NOTATION / These A/B/C labels are not Football E/B/C</a:t>
            </a:r>
          </a:p>
        </p:txBody>
      </p:sp>
      <p:sp>
        <p:nvSpPr>
          <p:cNvPr id="4" name="S21_identities_0" descr="TECHNICAL_A: A: technical source&#10;2e965ec...">
            <a:extLst xmlns:a="http://schemas.openxmlformats.org/drawingml/2006/main">
              <a:ext uri="{FF2B5EF4-FFF2-40B4-BE49-F238E27FC236}">
                <a16:creationId xmlns:a16="http://schemas.microsoft.com/office/drawing/2014/main" id="{6A249264-8118-592B-9CE2-6A2C02CF8448}"/>
              </a:ext>
              <a:ext uri="urn:g6b3r1:native-source:v1">
                <g6:source xmlns:g6="urn:g6b3r1:native-source:v1">{"alt":"TECHNICAL_A: A: technical source\n2e965ec...","entity_id":"TECHNICAL_A","fill":"#EFF5F3","h":110,"id":"S21_identities_0","kind":"rect","reading_order":2,"stroke":"#176B68","stroke_width":2,"w":310,"x":56,"y":256}</g6:source>
              </a:ext>
            </a:extLst>
          </p:cNvPr>
          <p:cNvSpPr>
            <a:spLocks xmlns:a="http://schemas.openxmlformats.org/drawingml/2006/main" noGrp="1"/>
          </p:cNvSpPr>
          <p:nvPr/>
        </p:nvSpPr>
        <p:spPr>
          <a:xfrm xmlns:a="http://schemas.openxmlformats.org/drawingml/2006/main">
            <a:off x="533400" y="2438400"/>
            <a:ext cx="2952750" cy="1047750"/>
          </a:xfrm>
          <a:prstGeom xmlns:a="http://schemas.openxmlformats.org/drawingml/2006/main" prst="rect">
            <a:avLst/>
          </a:prstGeom>
          <a:solidFill xmlns:a="http://schemas.openxmlformats.org/drawingml/2006/main">
            <a:srgbClr val="EFF5F3"/>
          </a:solidFill>
          <a:ln xmlns:a="http://schemas.openxmlformats.org/drawingml/2006/main" w="19050">
            <a:solidFill>
              <a:srgbClr val="176B68"/>
            </a:solidFill>
          </a:ln>
        </p:spPr>
      </p:sp>
      <p:sp>
        <p:nvSpPr>
          <p:cNvPr id="5" name="S21_identities_0_label" descr="identities 0 label">
            <a:extLst xmlns:a="http://schemas.openxmlformats.org/drawingml/2006/main">
              <a:ext uri="{FF2B5EF4-FFF2-40B4-BE49-F238E27FC236}">
                <a16:creationId xmlns:a16="http://schemas.microsoft.com/office/drawing/2014/main" id="{4ADC25A1-7684-5921-B448-F22E76F3FDED}"/>
              </a:ext>
              <a:ext uri="urn:g6b3r1:native-source:v1">
                <g6:source xmlns:g6="urn:g6b3r1:native-source:v1">{"alt":"identities 0 label","bold":false,"color":"#16282B","font_px":24,"h":86,"id":"S21_identities_0_label","kind":"text","line_height_px":27.599999999999998,"reading_order":3,"text":"A: technical source\n2e965ec...","w":284,"x":69,"y":268}</g6:source>
              </a:ext>
            </a:extLst>
          </p:cNvPr>
          <p:cNvSpPr>
            <a:spLocks xmlns:a="http://schemas.openxmlformats.org/drawingml/2006/main" noGrp="1"/>
          </p:cNvSpPr>
          <p:nvPr/>
        </p:nvSpPr>
        <p:spPr>
          <a:xfrm xmlns:a="http://schemas.openxmlformats.org/drawingml/2006/main">
            <a:off x="657225" y="2552700"/>
            <a:ext cx="27051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A: technical source</a:t>
            </a:r>
          </a:p>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2e965ec...</a:t>
            </a:r>
          </a:p>
        </p:txBody>
      </p:sp>
      <p:sp>
        <p:nvSpPr>
          <p:cNvPr id="6" name="S21_identities_1" descr="PUBLICATION_B: B: this review corpus&#10;unpublished successor">
            <a:extLst xmlns:a="http://schemas.openxmlformats.org/drawingml/2006/main">
              <a:ext uri="{FF2B5EF4-FFF2-40B4-BE49-F238E27FC236}">
                <a16:creationId xmlns:a16="http://schemas.microsoft.com/office/drawing/2014/main" id="{F1909F9E-7735-540E-A576-BC06CA1F9A0F}"/>
              </a:ext>
              <a:ext uri="urn:g6b3r1:native-source:v1">
                <g6:source xmlns:g6="urn:g6b3r1:native-source:v1">{"alt":"PUBLICATION_B: B: this review corpus\nunpublished successor","entity_id":"PUBLICATION_B","fill":"#EFF5F3","h":110,"id":"S21_identities_1","kind":"rect","reading_order":4,"stroke":"#176B68","stroke_width":2,"w":310,"x":485,"y":256}</g6:source>
              </a:ext>
            </a:extLst>
          </p:cNvPr>
          <p:cNvSpPr>
            <a:spLocks xmlns:a="http://schemas.openxmlformats.org/drawingml/2006/main" noGrp="1"/>
          </p:cNvSpPr>
          <p:nvPr/>
        </p:nvSpPr>
        <p:spPr>
          <a:xfrm xmlns:a="http://schemas.openxmlformats.org/drawingml/2006/main">
            <a:off x="4619625" y="2438400"/>
            <a:ext cx="2952750" cy="1047750"/>
          </a:xfrm>
          <a:prstGeom xmlns:a="http://schemas.openxmlformats.org/drawingml/2006/main" prst="rect">
            <a:avLst/>
          </a:prstGeom>
          <a:solidFill xmlns:a="http://schemas.openxmlformats.org/drawingml/2006/main">
            <a:srgbClr val="EFF5F3"/>
          </a:solidFill>
          <a:ln xmlns:a="http://schemas.openxmlformats.org/drawingml/2006/main" w="19050">
            <a:solidFill>
              <a:srgbClr val="176B68"/>
            </a:solidFill>
          </a:ln>
        </p:spPr>
      </p:sp>
      <p:sp>
        <p:nvSpPr>
          <p:cNvPr id="7" name="S21_identities_1_label" descr="identities 1 label">
            <a:extLst xmlns:a="http://schemas.openxmlformats.org/drawingml/2006/main">
              <a:ext uri="{FF2B5EF4-FFF2-40B4-BE49-F238E27FC236}">
                <a16:creationId xmlns:a16="http://schemas.microsoft.com/office/drawing/2014/main" id="{A397B7B7-4C05-5FB5-84FF-7103AFBB5354}"/>
              </a:ext>
              <a:ext uri="urn:g6b3r1:native-source:v1">
                <g6:source xmlns:g6="urn:g6b3r1:native-source:v1">{"alt":"identities 1 label","bold":false,"color":"#16282B","font_px":24,"h":86,"id":"S21_identities_1_label","kind":"text","line_height_px":27.599999999999998,"reading_order":5,"text":"B: this review corpus\nunpublished successor","w":284,"x":498,"y":268}</g6:source>
              </a:ext>
            </a:extLst>
          </p:cNvPr>
          <p:cNvSpPr>
            <a:spLocks xmlns:a="http://schemas.openxmlformats.org/drawingml/2006/main" noGrp="1"/>
          </p:cNvSpPr>
          <p:nvPr/>
        </p:nvSpPr>
        <p:spPr>
          <a:xfrm xmlns:a="http://schemas.openxmlformats.org/drawingml/2006/main">
            <a:off x="4743450" y="2552700"/>
            <a:ext cx="27051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B: this review corpus</a:t>
            </a:r>
          </a:p>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unpublished successor</a:t>
            </a:r>
          </a:p>
        </p:txBody>
      </p:sp>
      <p:sp>
        <p:nvSpPr>
          <p:cNvPr id="8" name="S21_identities_2" descr="ARCHIVE_C: C: eventual deposit&#10;no DOI assigned">
            <a:extLst xmlns:a="http://schemas.openxmlformats.org/drawingml/2006/main">
              <a:ext uri="{FF2B5EF4-FFF2-40B4-BE49-F238E27FC236}">
                <a16:creationId xmlns:a16="http://schemas.microsoft.com/office/drawing/2014/main" id="{7CF1EF34-DD69-5840-ADCC-23D797DC81A0}"/>
              </a:ext>
              <a:ext uri="urn:g6b3r1:native-source:v1">
                <g6:source xmlns:g6="urn:g6b3r1:native-source:v1">{"alt":"ARCHIVE_C: C: eventual deposit\nno DOI assigned","entity_id":"ARCHIVE_C","fill":"#EFF5F3","h":110,"id":"S21_identities_2","kind":"rect","reading_order":6,"stroke":"#176B68","stroke_width":2,"w":310,"x":914,"y":256}</g6:source>
              </a:ext>
            </a:extLst>
          </p:cNvPr>
          <p:cNvSpPr>
            <a:spLocks xmlns:a="http://schemas.openxmlformats.org/drawingml/2006/main" noGrp="1"/>
          </p:cNvSpPr>
          <p:nvPr/>
        </p:nvSpPr>
        <p:spPr>
          <a:xfrm xmlns:a="http://schemas.openxmlformats.org/drawingml/2006/main">
            <a:off x="8705850" y="2438400"/>
            <a:ext cx="2952750" cy="1047750"/>
          </a:xfrm>
          <a:prstGeom xmlns:a="http://schemas.openxmlformats.org/drawingml/2006/main" prst="rect">
            <a:avLst/>
          </a:prstGeom>
          <a:solidFill xmlns:a="http://schemas.openxmlformats.org/drawingml/2006/main">
            <a:srgbClr val="EFF5F3"/>
          </a:solidFill>
          <a:ln xmlns:a="http://schemas.openxmlformats.org/drawingml/2006/main" w="19050">
            <a:solidFill>
              <a:srgbClr val="176B68"/>
            </a:solidFill>
          </a:ln>
        </p:spPr>
      </p:sp>
      <p:sp>
        <p:nvSpPr>
          <p:cNvPr id="9" name="S21_identities_2_label" descr="identities 2 label">
            <a:extLst xmlns:a="http://schemas.openxmlformats.org/drawingml/2006/main">
              <a:ext uri="{FF2B5EF4-FFF2-40B4-BE49-F238E27FC236}">
                <a16:creationId xmlns:a16="http://schemas.microsoft.com/office/drawing/2014/main" id="{CBC9CD8B-10A1-564F-914A-EFA2A9953DBB}"/>
              </a:ext>
              <a:ext uri="urn:g6b3r1:native-source:v1">
                <g6:source xmlns:g6="urn:g6b3r1:native-source:v1">{"alt":"identities 2 label","bold":false,"color":"#16282B","font_px":24,"h":86,"id":"S21_identities_2_label","kind":"text","line_height_px":27.599999999999998,"reading_order":7,"text":"C: eventual deposit\nno DOI assigned","w":284,"x":927,"y":268}</g6:source>
              </a:ext>
            </a:extLst>
          </p:cNvPr>
          <p:cNvSpPr>
            <a:spLocks xmlns:a="http://schemas.openxmlformats.org/drawingml/2006/main" noGrp="1"/>
          </p:cNvSpPr>
          <p:nvPr/>
        </p:nvSpPr>
        <p:spPr>
          <a:xfrm xmlns:a="http://schemas.openxmlformats.org/drawingml/2006/main">
            <a:off x="8829675" y="2552700"/>
            <a:ext cx="27051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C: eventual deposit</a:t>
            </a:r>
          </a:p>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no DOI assigned</a:t>
            </a:r>
          </a:p>
        </p:txBody>
      </p:sp>
      <p:cxnSp>
        <p:nvCxnSpPr>
          <p:cNvPr id="10" name="S21_identities_edge_0" descr="DOCUMENT_REFERENCE: explained by">
            <a:extLst>
              <a:ext uri="urn:g6b3r1:native-source:v1">
                <g6:source xmlns:g6="urn:g6b3r1:native-source:v1">{"alt":"DOCUMENT_REFERENCE: explained by","color":"#315E8B","h":0,"head":"triangle","id":"S21_identities_edge_0","kind":"arrow","reading_order":8,"relation_type":"DOCUMENT_REFERENCE","source_id":"S21_identities_0","stroke_width":2,"target_id":"S21_identities_1","w":119,"x":366,"y":311}</g6:source>
              </a:ext>
            </a:extLst>
          </p:cNvPr>
          <p:cNvCxnSpPr>
            <a:stCxn xmlns:a="http://schemas.openxmlformats.org/drawingml/2006/main" id="4" idx="3"/>
            <a:endCxn xmlns:a="http://schemas.openxmlformats.org/drawingml/2006/main" id="6" idx="1"/>
          </p:cNvCxnSpPr>
          <p:nvPr/>
        </p:nvCxnSpPr>
        <p:spPr>
          <a:xfrm xmlns:a="http://schemas.openxmlformats.org/drawingml/2006/main" rot="0" flipH="0" flipV="0">
            <a:off x="3486150" y="2962275"/>
            <a:ext cx="1133475" cy="0"/>
          </a:xfrm>
          <a:prstGeom xmlns:a="http://schemas.openxmlformats.org/drawingml/2006/main" prst="straightConnector1">
            <a:avLst/>
          </a:prstGeom>
          <a:ln xmlns:a="http://schemas.openxmlformats.org/drawingml/2006/main" w="19050">
            <a:solidFill>
              <a:srgbClr val="315E8B"/>
            </a:solidFill>
            <a:tailEnd type="triangle" w="med" len="med"/>
          </a:ln>
        </p:spPr>
      </p:cxnSp>
      <p:sp>
        <p:nvSpPr>
          <p:cNvPr id="11" name="S21_identities_edge_0_label" descr="identities edge 0 label">
            <a:extLst xmlns:a="http://schemas.openxmlformats.org/drawingml/2006/main">
              <a:ext uri="{FF2B5EF4-FFF2-40B4-BE49-F238E27FC236}">
                <a16:creationId xmlns:a16="http://schemas.microsoft.com/office/drawing/2014/main" id="{F380FC26-44FD-5019-86B0-7BF53D0B722A}"/>
              </a:ext>
              <a:ext uri="urn:g6b3r1:native-source:v1">
                <g6:source xmlns:g6="urn:g6b3r1:native-source:v1">{"alt":"identities edge 0 label","bold":false,"color":"#43595D","font_px":17,"h":78,"id":"S21_identities_edge_0_label","kind":"text","line_height_px":19.549999999999997,"reading_order":9,"text":"explained by","w":111,"x":370,"y":229}</g6:source>
              </a:ext>
            </a:extLst>
          </p:cNvPr>
          <p:cNvSpPr>
            <a:spLocks xmlns:a="http://schemas.openxmlformats.org/drawingml/2006/main" noGrp="1"/>
          </p:cNvSpPr>
          <p:nvPr/>
        </p:nvSpPr>
        <p:spPr>
          <a:xfrm xmlns:a="http://schemas.openxmlformats.org/drawingml/2006/main">
            <a:off x="3524250" y="2181225"/>
            <a:ext cx="10572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466"/>
              </a:lnSpc>
              <a:spcBef>
                <a:spcPts val="0"/>
              </a:spcBef>
              <a:spcAft>
                <a:spcPts val="0"/>
              </a:spcAft>
              <a:defRPr sz="1275" b="0">
                <a:solidFill>
                  <a:srgbClr val="43595D"/>
                </a:solidFill>
                <a:latin typeface="Nimbus Sans"/>
                <a:ea typeface="Nimbus Sans"/>
                <a:cs typeface="Nimbus Sans"/>
              </a:defRPr>
            </a:pPr>
            <a:r>
              <a:rPr sz="1275" b="0">
                <a:solidFill>
                  <a:srgbClr val="43595D"/>
                </a:solidFill>
                <a:latin typeface="Nimbus Sans"/>
                <a:ea typeface="Nimbus Sans"/>
                <a:cs typeface="Nimbus Sans"/>
              </a:rPr>
              <a:t>explained by</a:t>
            </a:r>
          </a:p>
        </p:txBody>
      </p:sp>
      <p:cxnSp>
        <p:nvCxnSpPr>
          <p:cNvPr id="12" name="S21_identities_edge_1" descr="DOCUMENT_REFERENCE: future exact deposit">
            <a:extLst>
              <a:ext uri="urn:g6b3r1:native-source:v1">
                <g6:source xmlns:g6="urn:g6b3r1:native-source:v1">{"alt":"DOCUMENT_REFERENCE: future exact deposit","color":"#315E8B","h":0,"head":"triangle","id":"S21_identities_edge_1","kind":"arrow","reading_order":10,"relation_type":"DOCUMENT_REFERENCE","source_id":"S21_identities_1","stroke_width":2,"target_id":"S21_identities_2","w":119,"x":795,"y":311}</g6:source>
              </a:ext>
            </a:extLst>
          </p:cNvPr>
          <p:cNvCxnSpPr>
            <a:stCxn xmlns:a="http://schemas.openxmlformats.org/drawingml/2006/main" id="6" idx="3"/>
            <a:endCxn xmlns:a="http://schemas.openxmlformats.org/drawingml/2006/main" id="8" idx="1"/>
          </p:cNvCxnSpPr>
          <p:nvPr/>
        </p:nvCxnSpPr>
        <p:spPr>
          <a:xfrm xmlns:a="http://schemas.openxmlformats.org/drawingml/2006/main" rot="0" flipH="0" flipV="0">
            <a:off x="7572375" y="2962275"/>
            <a:ext cx="1133475" cy="0"/>
          </a:xfrm>
          <a:prstGeom xmlns:a="http://schemas.openxmlformats.org/drawingml/2006/main" prst="straightConnector1">
            <a:avLst/>
          </a:prstGeom>
          <a:ln xmlns:a="http://schemas.openxmlformats.org/drawingml/2006/main" w="19050">
            <a:solidFill>
              <a:srgbClr val="315E8B"/>
            </a:solidFill>
            <a:tailEnd type="triangle" w="med" len="med"/>
          </a:ln>
        </p:spPr>
      </p:cxnSp>
      <p:sp>
        <p:nvSpPr>
          <p:cNvPr id="13" name="S21_identities_edge_1_label" descr="identities edge 1 label">
            <a:extLst xmlns:a="http://schemas.openxmlformats.org/drawingml/2006/main">
              <a:ext uri="{FF2B5EF4-FFF2-40B4-BE49-F238E27FC236}">
                <a16:creationId xmlns:a16="http://schemas.microsoft.com/office/drawing/2014/main" id="{03F19429-7A99-5D79-9BED-36C6290E224C}"/>
              </a:ext>
              <a:ext uri="urn:g6b3r1:native-source:v1">
                <g6:source xmlns:g6="urn:g6b3r1:native-source:v1">{"alt":"identities edge 1 label","bold":false,"color":"#43595D","font_px":17,"h":78,"id":"S21_identities_edge_1_label","kind":"text","line_height_px":19.549999999999997,"reading_order":11,"text":"future exact\ndeposit","w":111,"x":799,"y":229}</g6:source>
              </a:ext>
            </a:extLst>
          </p:cNvPr>
          <p:cNvSpPr>
            <a:spLocks xmlns:a="http://schemas.openxmlformats.org/drawingml/2006/main" noGrp="1"/>
          </p:cNvSpPr>
          <p:nvPr/>
        </p:nvSpPr>
        <p:spPr>
          <a:xfrm xmlns:a="http://schemas.openxmlformats.org/drawingml/2006/main">
            <a:off x="7610475" y="2181225"/>
            <a:ext cx="10572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466"/>
              </a:lnSpc>
              <a:spcBef>
                <a:spcPts val="0"/>
              </a:spcBef>
              <a:spcAft>
                <a:spcPts val="0"/>
              </a:spcAft>
              <a:defRPr sz="1275" b="0">
                <a:solidFill>
                  <a:srgbClr val="43595D"/>
                </a:solidFill>
                <a:latin typeface="Nimbus Sans"/>
                <a:ea typeface="Nimbus Sans"/>
                <a:cs typeface="Nimbus Sans"/>
              </a:defRPr>
            </a:pPr>
            <a:r>
              <a:rPr sz="1275" b="0">
                <a:solidFill>
                  <a:srgbClr val="43595D"/>
                </a:solidFill>
                <a:latin typeface="Nimbus Sans"/>
                <a:ea typeface="Nimbus Sans"/>
                <a:cs typeface="Nimbus Sans"/>
              </a:rPr>
              <a:t>future exact</a:t>
            </a:r>
          </a:p>
          <a:p xmlns:a="http://schemas.openxmlformats.org/drawingml/2006/main">
            <a:pPr algn="l">
              <a:lnSpc>
                <a:spcPts val="1466"/>
              </a:lnSpc>
              <a:spcBef>
                <a:spcPts val="0"/>
              </a:spcBef>
              <a:spcAft>
                <a:spcPts val="0"/>
              </a:spcAft>
              <a:defRPr sz="1275" b="0">
                <a:solidFill>
                  <a:srgbClr val="43595D"/>
                </a:solidFill>
                <a:latin typeface="Nimbus Sans"/>
                <a:ea typeface="Nimbus Sans"/>
                <a:cs typeface="Nimbus Sans"/>
              </a:defRPr>
            </a:pPr>
            <a:r>
              <a:rPr sz="1275" b="0">
                <a:solidFill>
                  <a:srgbClr val="43595D"/>
                </a:solidFill>
                <a:latin typeface="Nimbus Sans"/>
                <a:ea typeface="Nimbus Sans"/>
                <a:cs typeface="Nimbus Sans"/>
              </a:rPr>
              <a:t>deposit</a:t>
            </a:r>
          </a:p>
        </p:txBody>
      </p:sp>
      <p:sp>
        <p:nvSpPr>
          <p:cNvPr id="14" name="S21_evidence_scope" descr="evidence scope">
            <a:extLst xmlns:a="http://schemas.openxmlformats.org/drawingml/2006/main">
              <a:ext uri="{FF2B5EF4-FFF2-40B4-BE49-F238E27FC236}">
                <a16:creationId xmlns:a16="http://schemas.microsoft.com/office/drawing/2014/main" id="{D341F771-D4B9-5D38-8B60-59716FE0F9EA}"/>
              </a:ext>
              <a:ext uri="urn:g6b3r1:native-source:v1">
                <g6:source xmlns:g6="urn:g6b3r1:native-source:v1">{"alt":"evidence scope","bold":false,"color":"#16282B","font_px":32,"h":111,"id":"S21_evidence_scope","kind":"text","line_height_px":36.8,"reading_order":12,"text":"69 obligations satisfied, 4 explicitly deferred.\nTwo fresh and nine retained final profiles: mixed source-bound evidence.","w":1160,"x":56,"y":430}</g6:source>
              </a:ext>
            </a:extLst>
          </p:cNvPr>
          <p:cNvSpPr>
            <a:spLocks xmlns:a="http://schemas.openxmlformats.org/drawingml/2006/main" noGrp="1"/>
          </p:cNvSpPr>
          <p:nvPr/>
        </p:nvSpPr>
        <p:spPr>
          <a:xfrm xmlns:a="http://schemas.openxmlformats.org/drawingml/2006/main">
            <a:off x="533400" y="4095750"/>
            <a:ext cx="110490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760"/>
              </a:lnSpc>
              <a:spcBef>
                <a:spcPts val="0"/>
              </a:spcBef>
              <a:spcAft>
                <a:spcPts val="0"/>
              </a:spcAft>
              <a:defRPr sz="2400" b="0">
                <a:solidFill>
                  <a:srgbClr val="16282B"/>
                </a:solidFill>
                <a:latin typeface="Nimbus Sans"/>
                <a:ea typeface="Nimbus Sans"/>
                <a:cs typeface="Nimbus Sans"/>
              </a:defRPr>
            </a:pPr>
            <a:r>
              <a:rPr sz="2400" b="0">
                <a:solidFill>
                  <a:srgbClr val="16282B"/>
                </a:solidFill>
                <a:latin typeface="Nimbus Sans"/>
                <a:ea typeface="Nimbus Sans"/>
                <a:cs typeface="Nimbus Sans"/>
              </a:rPr>
              <a:t>69 obligations satisfied, 4 explicitly deferred.</a:t>
            </a:r>
          </a:p>
          <a:p xmlns:a="http://schemas.openxmlformats.org/drawingml/2006/main">
            <a:pPr algn="l">
              <a:lnSpc>
                <a:spcPts val="2760"/>
              </a:lnSpc>
              <a:spcBef>
                <a:spcPts val="0"/>
              </a:spcBef>
              <a:spcAft>
                <a:spcPts val="0"/>
              </a:spcAft>
              <a:defRPr sz="2400" b="0">
                <a:solidFill>
                  <a:srgbClr val="16282B"/>
                </a:solidFill>
                <a:latin typeface="Nimbus Sans"/>
                <a:ea typeface="Nimbus Sans"/>
                <a:cs typeface="Nimbus Sans"/>
              </a:defRPr>
            </a:pPr>
            <a:r>
              <a:rPr sz="2400" b="0">
                <a:solidFill>
                  <a:srgbClr val="16282B"/>
                </a:solidFill>
                <a:latin typeface="Nimbus Sans"/>
                <a:ea typeface="Nimbus Sans"/>
                <a:cs typeface="Nimbus Sans"/>
              </a:rPr>
              <a:t>Two fresh and nine retained final profiles: mixed source-bound evidence.</a:t>
            </a:r>
          </a:p>
        </p:txBody>
      </p:sp>
      <p:sp>
        <p:nvSpPr>
          <p:cNvPr id="15" name="S21_qualification" descr="qualification">
            <a:extLst xmlns:a="http://schemas.openxmlformats.org/drawingml/2006/main">
              <a:ext uri="{FF2B5EF4-FFF2-40B4-BE49-F238E27FC236}">
                <a16:creationId xmlns:a16="http://schemas.microsoft.com/office/drawing/2014/main" id="{F132A48B-58E8-51CE-9F92-D9724543A5A6}"/>
              </a:ext>
              <a:ext uri="urn:g6b3r1:native-source:v1">
                <g6:source xmlns:g6="urn:g6b3r1:native-source:v1">{"alt":"qualification","bold":false,"color":"#43595D","font_px":23,"h":58,"id":"S21_qualification","kind":"text","line_height_px":26.45,"reading_order":13,"text":"N1-18, N1-19, N4-12 and N4-13 remain deferred. The review TAR is a deliverable, not a public archive deposit.","w":1162,"x":56,"y":596}</g6:source>
              </a:ext>
            </a:extLst>
          </p:cNvPr>
          <p:cNvSpPr>
            <a:spLocks xmlns:a="http://schemas.openxmlformats.org/drawingml/2006/main" noGrp="1"/>
          </p:cNvSpPr>
          <p:nvPr/>
        </p:nvSpPr>
        <p:spPr>
          <a:xfrm xmlns:a="http://schemas.openxmlformats.org/drawingml/2006/main">
            <a:off x="533400" y="5676900"/>
            <a:ext cx="11068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984"/>
              </a:lnSpc>
              <a:spcBef>
                <a:spcPts val="0"/>
              </a:spcBef>
              <a:spcAft>
                <a:spcPts val="0"/>
              </a:spcAft>
              <a:defRPr sz="1725" b="0">
                <a:solidFill>
                  <a:srgbClr val="43595D"/>
                </a:solidFill>
                <a:latin typeface="Nimbus Sans"/>
                <a:ea typeface="Nimbus Sans"/>
                <a:cs typeface="Nimbus Sans"/>
              </a:defRPr>
            </a:pPr>
            <a:r>
              <a:rPr sz="1725" b="0">
                <a:solidFill>
                  <a:srgbClr val="43595D"/>
                </a:solidFill>
                <a:latin typeface="Nimbus Sans"/>
                <a:ea typeface="Nimbus Sans"/>
                <a:cs typeface="Nimbus Sans"/>
              </a:rPr>
              <a:t>N1-18, N1-19, N4-12 and N4-13 remain deferred. The review TAR is a deliverable, not a public archive deposit.</a:t>
            </a:r>
          </a:p>
        </p:txBody>
      </p:sp>
      <p:sp>
        <p:nvSpPr>
          <p:cNvPr id="16" name="S21_rule" descr="rule">
            <a:extLst xmlns:a="http://schemas.openxmlformats.org/drawingml/2006/main">
              <a:ext uri="{FF2B5EF4-FFF2-40B4-BE49-F238E27FC236}">
                <a16:creationId xmlns:a16="http://schemas.microsoft.com/office/drawing/2014/main" id="{62BAE8B4-8F6B-5F32-84D1-9593A03182F2}"/>
              </a:ext>
              <a:ext uri="urn:g6b3r1:native-source:v1">
                <g6:source xmlns:g6="urn:g6b3r1:native-source:v1">{"alt":"rule","color":"#B8C8C6","h":0,"id":"S21_rule","kind":"line","reading_order":14,"stroke_width":1,"w":1162,"x":56,"y":671}</g6:source>
              </a:ext>
            </a:extLst>
          </p:cNvPr>
          <p:cNvSpPr>
            <a:spLocks xmlns:a="http://schemas.openxmlformats.org/drawingml/2006/main" noGrp="1"/>
          </p:cNvSpPr>
          <p:nvPr/>
        </p:nvSpPr>
        <p:spPr>
          <a:xfrm xmlns:a="http://schemas.openxmlformats.org/drawingml/2006/main" flipH="0" flipV="0" rot="0">
            <a:off x="533400" y="6391275"/>
            <a:ext cx="11068050" cy="0"/>
          </a:xfrm>
          <a:prstGeom xmlns:a="http://schemas.openxmlformats.org/drawingml/2006/main" prst="line">
            <a:avLst/>
          </a:prstGeom>
          <a:noFill xmlns:a="http://schemas.openxmlformats.org/drawingml/2006/main"/>
          <a:ln xmlns:a="http://schemas.openxmlformats.org/drawingml/2006/main" w="9525">
            <a:solidFill>
              <a:srgbClr val="B8C8C6"/>
            </a:solidFill>
          </a:ln>
        </p:spPr>
      </p:sp>
      <p:sp>
        <p:nvSpPr>
          <p:cNvPr id="17" name="S21_source_link" descr="source link">
            <a:hlinkClick r:id="g6b3r1Link16"/>
            <a:extLst xmlns:a="http://schemas.openxmlformats.org/drawingml/2006/main">
              <a:ext uri="{FF2B5EF4-FFF2-40B4-BE49-F238E27FC236}">
                <a16:creationId xmlns:a16="http://schemas.microsoft.com/office/drawing/2014/main" id="{03834604-A238-55A9-8C83-3B5C994551C7}"/>
              </a:ext>
              <a:ext uri="urn:g6b3r1:native-source:v1">
                <g6:source xmlns:g6="urn:g6b3r1:native-source:v1">{"alt":"source link","bold":false,"color":"#315E8B","font_px":18,"h":27,"id":"S21_source_link","kind":"text","line_height_px":20.7,"link_target":"../VERIFY.html","reading_order":15,"text":"S21 Source: verify","w":560,"x":56,"y":685}</g6:source>
              </a:ext>
            </a:extLst>
          </p:cNvPr>
          <p:cNvSpPr>
            <a:spLocks xmlns:a="http://schemas.openxmlformats.org/drawingml/2006/main" noGrp="1"/>
          </p:cNvSpPr>
          <p:nvPr/>
        </p:nvSpPr>
        <p:spPr>
          <a:xfrm xmlns:a="http://schemas.openxmlformats.org/drawingml/2006/main">
            <a:off x="533400" y="6524625"/>
            <a:ext cx="5334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553"/>
              </a:lnSpc>
              <a:spcBef>
                <a:spcPts val="0"/>
              </a:spcBef>
              <a:spcAft>
                <a:spcPts val="0"/>
              </a:spcAft>
              <a:defRPr sz="1350" b="0">
                <a:solidFill>
                  <a:srgbClr val="315E8B"/>
                </a:solidFill>
                <a:latin typeface="Nimbus Sans"/>
                <a:ea typeface="Nimbus Sans"/>
                <a:cs typeface="Nimbus Sans"/>
              </a:defRPr>
            </a:pPr>
            <a:r>
              <a:rPr sz="1350" b="0">
                <a:solidFill>
                  <a:srgbClr val="315E8B"/>
                </a:solidFill>
                <a:latin typeface="Nimbus Sans"/>
                <a:ea typeface="Nimbus Sans"/>
                <a:cs typeface="Nimbus Sans"/>
              </a:rPr>
              <a:t>S21 Source: verify</a:t>
            </a:r>
          </a:p>
        </p:txBody>
      </p:sp>
      <p:sp>
        <p:nvSpPr>
          <p:cNvPr id="18" name="S21_atlas_locator" descr="atlas locator">
            <a:hlinkClick r:id="g6b3r1Link17"/>
            <a:extLst xmlns:a="http://schemas.openxmlformats.org/drawingml/2006/main">
              <a:ext uri="{FF2B5EF4-FFF2-40B4-BE49-F238E27FC236}">
                <a16:creationId xmlns:a16="http://schemas.microsoft.com/office/drawing/2014/main" id="{00811505-0561-5206-BB1F-6CE0024DCF31}"/>
              </a:ext>
              <a:ext uri="urn:g6b3r1:native-source:v1">
                <g6:source xmlns:g6="urn:g6b3r1:native-source:v1">{"alt":"atlas locator","bold":false,"color":"#315E8B","font_px":17,"h":27,"id":"S21_atlas_locator","kind":"text","line_height_px":19.549999999999997,"link_target":"../atlas/README.html","reading_order":16,"text":"Atlas: Overview / GEO 1 2 3 4 5 6 7","w":560,"x":660,"y":685}</g6:source>
              </a:ext>
            </a:extLst>
          </p:cNvPr>
          <p:cNvSpPr>
            <a:spLocks xmlns:a="http://schemas.openxmlformats.org/drawingml/2006/main" noGrp="1"/>
          </p:cNvSpPr>
          <p:nvPr/>
        </p:nvSpPr>
        <p:spPr>
          <a:xfrm xmlns:a="http://schemas.openxmlformats.org/drawingml/2006/main">
            <a:off x="6286500" y="6524625"/>
            <a:ext cx="5334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466"/>
              </a:lnSpc>
              <a:spcBef>
                <a:spcPts val="0"/>
              </a:spcBef>
              <a:spcAft>
                <a:spcPts val="0"/>
              </a:spcAft>
              <a:defRPr sz="1275" b="0">
                <a:solidFill>
                  <a:srgbClr val="315E8B"/>
                </a:solidFill>
                <a:latin typeface="Nimbus Sans"/>
                <a:ea typeface="Nimbus Sans"/>
                <a:cs typeface="Nimbus Sans"/>
              </a:defRPr>
            </a:pPr>
            <a:r>
              <a:rPr sz="1275" b="0">
                <a:solidFill>
                  <a:srgbClr val="315E8B"/>
                </a:solidFill>
                <a:latin typeface="Nimbus Sans"/>
                <a:ea typeface="Nimbus Sans"/>
                <a:cs typeface="Nimbus Sans"/>
              </a:rPr>
              <a:t>Atlas: Overview / GEO 1 2 3 4 5 6 7</a:t>
            </a:r>
          </a:p>
        </p:txBody>
      </p:sp>
    </p:spTree>
    <p:extLst>
      <p:ext uri="{BB962C8B-B14F-4D97-AF65-F5344CB8AC3E}">
        <p14:creationId xmlns:p14="http://schemas.microsoft.com/office/powerpoint/2010/main" val="2931180783"/>
      </p:ext>
      <p:ext uri="urn:g6b3r1:native-source:v1">
        <g6:source xmlns:g6="urn:g6b3r1:native-source:v1">{"id":"S21","notes_en":"PUBLICATION IDENTITY NOTATION  /  These A/B/C labels are not Football E/B/C\n\nTechnical evidence, publication and archive differ PUBLICATION IDENTITY NOTATION / These A/B/C labels are not Football E/B/C A: technical source 2e965ec... B: this review corpus unpublished successor C: eventual deposit no DOI assigned explained by future exact deposit 69 obligations satisfied, 4 explicitly deferred. Two fresh and nine retained final profiles: mixed source-bound evidence. N1-18, N1-19, N4-12 and N4-13 remain deferred. The review TAR is a deliverable, not a public archive deposit.\n\nThis is an editorial explanation of the named recorded or conceptual scope, not a new runtime result. Follow the source references for exact fields and limitations. B5 and final publication are not performed.","notes_ru":"Техническая версия A принята. Текущая редакция B не опубликована и не имеет собственного commit или DOI. Архивная идентичность C возникает отдельно. Технические результаты состоят из свежих и сохранённых свидетельств.","reading_order":["S21_title","S21_scope","S21_identities_0","S21_identities_0_label","S21_identities_1","S21_identities_1_label","S21_identities_2","S21_identities_2_label","S21_identities_edge_0","S21_identities_edge_0_label","S21_identities_edge_1","S21_identities_edge_1_label","S21_evidence_scope","S21_qualification","S21_rule","S21_source_link","S21_atlas_locator"],"relations":[{"id":"S21_identities_edge_0","item":"explained by","relation":"DOCUMENT_REFERENCE","source":"TECHNICAL_A","source_object":"S21_identities_0","target":"PUBLICATION_B","target_object":"S21_identities_1"},{"id":"S21_identities_edge_1","item":"future exact deposit","relation":"DOCUMENT_REFERENCE","source":"PUBLICATION_B","source_object":"S21_identities_1","target":"ARCHIVE_C","target_object":"S21_identities_2"}],"scope":"PUBLICATION IDENTITY NOTATION  /  These A/B/C labels are not Football E/B/C","source_refs":[{"label":"verify","target":"../VERIFY.html"},{"label":"chapter","target":"../chapters/13_verification.html"}],"title":"Technical evidence, publication and archive differ"}</g6:source>
      </p:ext>
    </p:extLst>
  </p:cSld>
</p:sld>
</file>

<file path=ppt/slides/slide22.xml><?xml version="1.0" encoding="utf-8"?>
<p:sld xmlns:p="http://schemas.openxmlformats.org/presentationml/2006/main" xmlns:a="http://schemas.openxmlformats.org/drawingml/2006/main" xmlns:r="http://schemas.openxmlformats.org/officeDocument/2006/relationships">
  <p:cSld name="S23">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23_title" descr="title">
            <a:extLst xmlns:a="http://schemas.openxmlformats.org/drawingml/2006/main">
              <a:ext uri="{FF2B5EF4-FFF2-40B4-BE49-F238E27FC236}">
                <a16:creationId xmlns:a16="http://schemas.microsoft.com/office/drawing/2014/main" id="{AE1704D6-EFFE-527E-BBD4-99085677691B}"/>
              </a:ext>
              <a:ext uri="urn:g6b3r1:native-source:v1">
                <g6:source xmlns:g6="urn:g6b3r1:native-source:v1">{"alt":"title","bold":true,"color":"#16282B","font_px":42,"h":75,"id":"S23_title","kind":"text","line_height_px":48.3,"reading_order":0,"text":"Published problems become bounded questions","w":1170,"x":54,"y":36}</g6:source>
              </a:ext>
            </a:extLst>
          </p:cNvPr>
          <p:cNvSpPr>
            <a:spLocks xmlns:a="http://schemas.openxmlformats.org/drawingml/2006/main" noGrp="1"/>
          </p:cNvSpPr>
          <p:nvPr/>
        </p:nvSpPr>
        <p:spPr>
          <a:xfrm xmlns:a="http://schemas.openxmlformats.org/drawingml/2006/main">
            <a:off x="514350" y="342900"/>
            <a:ext cx="11144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3623"/>
              </a:lnSpc>
              <a:spcBef>
                <a:spcPts val="0"/>
              </a:spcBef>
              <a:spcAft>
                <a:spcPts val="0"/>
              </a:spcAft>
              <a:defRPr sz="3150" b="1">
                <a:solidFill>
                  <a:srgbClr val="16282B"/>
                </a:solidFill>
                <a:latin typeface="Nimbus Sans"/>
                <a:ea typeface="Nimbus Sans"/>
                <a:cs typeface="Nimbus Sans"/>
              </a:defRPr>
            </a:pPr>
            <a:r>
              <a:rPr sz="3150" b="1">
                <a:solidFill>
                  <a:srgbClr val="16282B"/>
                </a:solidFill>
                <a:latin typeface="Nimbus Sans"/>
                <a:ea typeface="Nimbus Sans"/>
                <a:cs typeface="Nimbus Sans"/>
              </a:rPr>
              <a:t>Published problems become bounded questions</a:t>
            </a:r>
          </a:p>
        </p:txBody>
      </p:sp>
      <p:sp>
        <p:nvSpPr>
          <p:cNvPr id="3" name="S23_scope" descr="scope">
            <a:extLst xmlns:a="http://schemas.openxmlformats.org/drawingml/2006/main">
              <a:ext uri="{FF2B5EF4-FFF2-40B4-BE49-F238E27FC236}">
                <a16:creationId xmlns:a16="http://schemas.microsoft.com/office/drawing/2014/main" id="{D8F82B30-C8C5-5014-90D1-47E46992AA32}"/>
              </a:ext>
              <a:ext uri="urn:g6b3r1:native-source:v1">
                <g6:source xmlns:g6="urn:g6b3r1:native-source:v1">{"alt":"scope","bold":false,"color":"#43595D","font_px":23,"h":54,"id":"S23_scope","kind":"text","line_height_px":26.45,"reading_order":1,"text":"INCIDENT ATLAS ORIGINS / 15 risk families; 20 cards; five domains","w":1160,"x":56,"y":113}</g6:source>
              </a:ext>
            </a:extLst>
          </p:cNvPr>
          <p:cNvSpPr>
            <a:spLocks xmlns:a="http://schemas.openxmlformats.org/drawingml/2006/main" noGrp="1"/>
          </p:cNvSpPr>
          <p:nvPr/>
        </p:nvSpPr>
        <p:spPr>
          <a:xfrm xmlns:a="http://schemas.openxmlformats.org/drawingml/2006/main">
            <a:off x="533400" y="1076325"/>
            <a:ext cx="1104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984"/>
              </a:lnSpc>
              <a:spcBef>
                <a:spcPts val="0"/>
              </a:spcBef>
              <a:spcAft>
                <a:spcPts val="0"/>
              </a:spcAft>
              <a:defRPr sz="1725" b="0">
                <a:solidFill>
                  <a:srgbClr val="43595D"/>
                </a:solidFill>
                <a:latin typeface="Nimbus Sans"/>
                <a:ea typeface="Nimbus Sans"/>
                <a:cs typeface="Nimbus Sans"/>
              </a:defRPr>
            </a:pPr>
            <a:r>
              <a:rPr sz="1725" b="0">
                <a:solidFill>
                  <a:srgbClr val="43595D"/>
                </a:solidFill>
                <a:latin typeface="Nimbus Sans"/>
                <a:ea typeface="Nimbus Sans"/>
                <a:cs typeface="Nimbus Sans"/>
              </a:rPr>
              <a:t>INCIDENT ATLAS ORIGINS / 15 risk families; 20 cards; five domains</a:t>
            </a:r>
          </a:p>
        </p:txBody>
      </p:sp>
      <p:sp>
        <p:nvSpPr>
          <p:cNvPr id="4" name="S23_label0" descr="label0">
            <a:extLst xmlns:a="http://schemas.openxmlformats.org/drawingml/2006/main">
              <a:ext uri="{FF2B5EF4-FFF2-40B4-BE49-F238E27FC236}">
                <a16:creationId xmlns:a16="http://schemas.microsoft.com/office/drawing/2014/main" id="{A3DE1264-EBB7-5ED6-A76D-DE70FEF54989}"/>
              </a:ext>
              <a:ext uri="urn:g6b3r1:native-source:v1">
                <g6:source xmlns:g6="urn:g6b3r1:native-source:v1">{"alt":"label0","bold":true,"color":"#16282B","font_px":26,"h":84,"id":"S23_label0","kind":"text","line_height_px":29.9,"reading_order":2,"text":"Incidents / experiments","w":300,"x":56,"y":193}</g6:source>
              </a:ext>
            </a:extLst>
          </p:cNvPr>
          <p:cNvSpPr>
            <a:spLocks xmlns:a="http://schemas.openxmlformats.org/drawingml/2006/main" noGrp="1"/>
          </p:cNvSpPr>
          <p:nvPr/>
        </p:nvSpPr>
        <p:spPr>
          <a:xfrm xmlns:a="http://schemas.openxmlformats.org/drawingml/2006/main">
            <a:off x="533400" y="1838325"/>
            <a:ext cx="285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243"/>
              </a:lnSpc>
              <a:spcBef>
                <a:spcPts val="0"/>
              </a:spcBef>
              <a:spcAft>
                <a:spcPts val="0"/>
              </a:spcAft>
              <a:defRPr sz="1950" b="1">
                <a:solidFill>
                  <a:srgbClr val="16282B"/>
                </a:solidFill>
                <a:latin typeface="Nimbus Sans"/>
                <a:ea typeface="Nimbus Sans"/>
                <a:cs typeface="Nimbus Sans"/>
              </a:defRPr>
            </a:pPr>
            <a:r>
              <a:rPr sz="1950" b="1">
                <a:solidFill>
                  <a:srgbClr val="16282B"/>
                </a:solidFill>
                <a:latin typeface="Nimbus Sans"/>
                <a:ea typeface="Nimbus Sans"/>
                <a:cs typeface="Nimbus Sans"/>
              </a:rPr>
              <a:t>Incidents / experiments</a:t>
            </a:r>
          </a:p>
        </p:txBody>
      </p:sp>
      <p:sp>
        <p:nvSpPr>
          <p:cNvPr id="5" name="S23_body0" descr="body0">
            <a:extLst xmlns:a="http://schemas.openxmlformats.org/drawingml/2006/main">
              <a:ext uri="{FF2B5EF4-FFF2-40B4-BE49-F238E27FC236}">
                <a16:creationId xmlns:a16="http://schemas.microsoft.com/office/drawing/2014/main" id="{5295B0B2-0B7A-533B-A026-4EC0676F7B7E}"/>
              </a:ext>
              <a:ext uri="urn:g6b3r1:native-source:v1">
                <g6:source xmlns:g6="urn:g6b3r1:native-source:v1">{"alt":"body0","bold":false,"color":"#16282B","font_px":25,"h":100,"id":"S23_body0","kind":"text","line_height_px":28.749999999999996,"reading_order":3,"text":"Scope leakage, carried instructions and disclosure become\nsource/account/operation checks, not claims of replaying external exploits.","w":830,"x":385,"y":193}</g6:source>
              </a:ext>
            </a:extLst>
          </p:cNvPr>
          <p:cNvSpPr>
            <a:spLocks xmlns:a="http://schemas.openxmlformats.org/drawingml/2006/main" noGrp="1"/>
          </p:cNvSpPr>
          <p:nvPr/>
        </p:nvSpPr>
        <p:spPr>
          <a:xfrm xmlns:a="http://schemas.openxmlformats.org/drawingml/2006/main">
            <a:off x="3667125" y="1838325"/>
            <a:ext cx="7905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156"/>
              </a:lnSpc>
              <a:spcBef>
                <a:spcPts val="0"/>
              </a:spcBef>
              <a:spcAft>
                <a:spcPts val="0"/>
              </a:spcAft>
              <a:defRPr sz="1875" b="0">
                <a:solidFill>
                  <a:srgbClr val="16282B"/>
                </a:solidFill>
                <a:latin typeface="Nimbus Sans"/>
                <a:ea typeface="Nimbus Sans"/>
                <a:cs typeface="Nimbus Sans"/>
              </a:defRPr>
            </a:pPr>
            <a:r>
              <a:rPr sz="1875" b="0">
                <a:solidFill>
                  <a:srgbClr val="16282B"/>
                </a:solidFill>
                <a:latin typeface="Nimbus Sans"/>
                <a:ea typeface="Nimbus Sans"/>
                <a:cs typeface="Nimbus Sans"/>
              </a:rPr>
              <a:t>Scope leakage, carried instructions and disclosure become</a:t>
            </a:r>
          </a:p>
          <a:p xmlns:a="http://schemas.openxmlformats.org/drawingml/2006/main">
            <a:pPr algn="l">
              <a:lnSpc>
                <a:spcPts val="2156"/>
              </a:lnSpc>
              <a:spcBef>
                <a:spcPts val="0"/>
              </a:spcBef>
              <a:spcAft>
                <a:spcPts val="0"/>
              </a:spcAft>
              <a:defRPr sz="1875" b="0">
                <a:solidFill>
                  <a:srgbClr val="16282B"/>
                </a:solidFill>
                <a:latin typeface="Nimbus Sans"/>
                <a:ea typeface="Nimbus Sans"/>
                <a:cs typeface="Nimbus Sans"/>
              </a:defRPr>
            </a:pPr>
            <a:r>
              <a:rPr sz="1875" b="0">
                <a:solidFill>
                  <a:srgbClr val="16282B"/>
                </a:solidFill>
                <a:latin typeface="Nimbus Sans"/>
                <a:ea typeface="Nimbus Sans"/>
                <a:cs typeface="Nimbus Sans"/>
              </a:rPr>
              <a:t>source/account/operation checks, not claims of replaying external exploits.</a:t>
            </a:r>
          </a:p>
        </p:txBody>
      </p:sp>
      <p:sp>
        <p:nvSpPr>
          <p:cNvPr id="6" name="S23_label1" descr="label1">
            <a:extLst xmlns:a="http://schemas.openxmlformats.org/drawingml/2006/main">
              <a:ext uri="{FF2B5EF4-FFF2-40B4-BE49-F238E27FC236}">
                <a16:creationId xmlns:a16="http://schemas.microsoft.com/office/drawing/2014/main" id="{4D11D78F-76F3-519D-B38B-5A845F6D76C6}"/>
              </a:ext>
              <a:ext uri="urn:g6b3r1:native-source:v1">
                <g6:source xmlns:g6="urn:g6b3r1:native-source:v1">{"alt":"label1","bold":true,"color":"#16282B","font_px":26,"h":84,"id":"S23_label1","kind":"text","line_height_px":29.9,"reading_order":4,"text":"Requirements / context","w":300,"x":56,"y":315}</g6:source>
              </a:ext>
            </a:extLst>
          </p:cNvPr>
          <p:cNvSpPr>
            <a:spLocks xmlns:a="http://schemas.openxmlformats.org/drawingml/2006/main" noGrp="1"/>
          </p:cNvSpPr>
          <p:nvPr/>
        </p:nvSpPr>
        <p:spPr>
          <a:xfrm xmlns:a="http://schemas.openxmlformats.org/drawingml/2006/main">
            <a:off x="533400" y="3000375"/>
            <a:ext cx="285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243"/>
              </a:lnSpc>
              <a:spcBef>
                <a:spcPts val="0"/>
              </a:spcBef>
              <a:spcAft>
                <a:spcPts val="0"/>
              </a:spcAft>
              <a:defRPr sz="1950" b="1">
                <a:solidFill>
                  <a:srgbClr val="16282B"/>
                </a:solidFill>
                <a:latin typeface="Nimbus Sans"/>
                <a:ea typeface="Nimbus Sans"/>
                <a:cs typeface="Nimbus Sans"/>
              </a:defRPr>
            </a:pPr>
            <a:r>
              <a:rPr sz="1950" b="1">
                <a:solidFill>
                  <a:srgbClr val="16282B"/>
                </a:solidFill>
                <a:latin typeface="Nimbus Sans"/>
                <a:ea typeface="Nimbus Sans"/>
                <a:cs typeface="Nimbus Sans"/>
              </a:rPr>
              <a:t>Requirements / context</a:t>
            </a:r>
          </a:p>
        </p:txBody>
      </p:sp>
      <p:sp>
        <p:nvSpPr>
          <p:cNvPr id="7" name="S23_body1" descr="body1">
            <a:extLst xmlns:a="http://schemas.openxmlformats.org/drawingml/2006/main">
              <a:ext uri="{FF2B5EF4-FFF2-40B4-BE49-F238E27FC236}">
                <a16:creationId xmlns:a16="http://schemas.microsoft.com/office/drawing/2014/main" id="{AA7BD2C1-7687-5F76-80CD-05FBF8E5DC3B}"/>
              </a:ext>
              <a:ext uri="urn:g6b3r1:native-source:v1">
                <g6:source xmlns:g6="urn:g6b3r1:native-source:v1">{"alt":"body1","bold":false,"color":"#16282B","font_px":25,"h":100,"id":"S23_body1","kind":"text","line_height_px":28.749999999999996,"reading_order":5,"text":"AP2 asks for exact authorization. AISI asks for observed outcomes. E15 is\nproject context, not another independent incident.","w":830,"x":385,"y":315}</g6:source>
              </a:ext>
            </a:extLst>
          </p:cNvPr>
          <p:cNvSpPr>
            <a:spLocks xmlns:a="http://schemas.openxmlformats.org/drawingml/2006/main" noGrp="1"/>
          </p:cNvSpPr>
          <p:nvPr/>
        </p:nvSpPr>
        <p:spPr>
          <a:xfrm xmlns:a="http://schemas.openxmlformats.org/drawingml/2006/main">
            <a:off x="3667125" y="3000375"/>
            <a:ext cx="7905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156"/>
              </a:lnSpc>
              <a:spcBef>
                <a:spcPts val="0"/>
              </a:spcBef>
              <a:spcAft>
                <a:spcPts val="0"/>
              </a:spcAft>
              <a:defRPr sz="1875" b="0">
                <a:solidFill>
                  <a:srgbClr val="16282B"/>
                </a:solidFill>
                <a:latin typeface="Nimbus Sans"/>
                <a:ea typeface="Nimbus Sans"/>
                <a:cs typeface="Nimbus Sans"/>
              </a:defRPr>
            </a:pPr>
            <a:r>
              <a:rPr sz="1875" b="0">
                <a:solidFill>
                  <a:srgbClr val="16282B"/>
                </a:solidFill>
                <a:latin typeface="Nimbus Sans"/>
                <a:ea typeface="Nimbus Sans"/>
                <a:cs typeface="Nimbus Sans"/>
              </a:rPr>
              <a:t>AP2 asks for exact authorization. AISI asks for observed outcomes. E15 is</a:t>
            </a:r>
          </a:p>
          <a:p xmlns:a="http://schemas.openxmlformats.org/drawingml/2006/main">
            <a:pPr algn="l">
              <a:lnSpc>
                <a:spcPts val="2156"/>
              </a:lnSpc>
              <a:spcBef>
                <a:spcPts val="0"/>
              </a:spcBef>
              <a:spcAft>
                <a:spcPts val="0"/>
              </a:spcAft>
              <a:defRPr sz="1875" b="0">
                <a:solidFill>
                  <a:srgbClr val="16282B"/>
                </a:solidFill>
                <a:latin typeface="Nimbus Sans"/>
                <a:ea typeface="Nimbus Sans"/>
                <a:cs typeface="Nimbus Sans"/>
              </a:defRPr>
            </a:pPr>
            <a:r>
              <a:rPr sz="1875" b="0">
                <a:solidFill>
                  <a:srgbClr val="16282B"/>
                </a:solidFill>
                <a:latin typeface="Nimbus Sans"/>
                <a:ea typeface="Nimbus Sans"/>
                <a:cs typeface="Nimbus Sans"/>
              </a:rPr>
              <a:t>project context, not another independent incident.</a:t>
            </a:r>
          </a:p>
        </p:txBody>
      </p:sp>
      <p:sp>
        <p:nvSpPr>
          <p:cNvPr id="8" name="S23_label2" descr="label2">
            <a:extLst xmlns:a="http://schemas.openxmlformats.org/drawingml/2006/main">
              <a:ext uri="{FF2B5EF4-FFF2-40B4-BE49-F238E27FC236}">
                <a16:creationId xmlns:a16="http://schemas.microsoft.com/office/drawing/2014/main" id="{750DD677-A264-5DCD-A17D-27246B743714}"/>
              </a:ext>
              <a:ext uri="urn:g6b3r1:native-source:v1">
                <g6:source xmlns:g6="urn:g6b3r1:native-source:v1">{"alt":"label2","bold":true,"color":"#16282B","font_px":26,"h":84,"id":"S23_label2","kind":"text","line_height_px":29.9,"reading_order":6,"text":"Lawful continuation","w":300,"x":56,"y":437}</g6:source>
              </a:ext>
            </a:extLst>
          </p:cNvPr>
          <p:cNvSpPr>
            <a:spLocks xmlns:a="http://schemas.openxmlformats.org/drawingml/2006/main" noGrp="1"/>
          </p:cNvSpPr>
          <p:nvPr/>
        </p:nvSpPr>
        <p:spPr>
          <a:xfrm xmlns:a="http://schemas.openxmlformats.org/drawingml/2006/main">
            <a:off x="533400" y="4162425"/>
            <a:ext cx="285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243"/>
              </a:lnSpc>
              <a:spcBef>
                <a:spcPts val="0"/>
              </a:spcBef>
              <a:spcAft>
                <a:spcPts val="0"/>
              </a:spcAft>
              <a:defRPr sz="1950" b="1">
                <a:solidFill>
                  <a:srgbClr val="16282B"/>
                </a:solidFill>
                <a:latin typeface="Nimbus Sans"/>
                <a:ea typeface="Nimbus Sans"/>
                <a:cs typeface="Nimbus Sans"/>
              </a:defRPr>
            </a:pPr>
            <a:r>
              <a:rPr sz="1950" b="1">
                <a:solidFill>
                  <a:srgbClr val="16282B"/>
                </a:solidFill>
                <a:latin typeface="Nimbus Sans"/>
                <a:ea typeface="Nimbus Sans"/>
                <a:cs typeface="Nimbus Sans"/>
              </a:rPr>
              <a:t>Lawful continuation</a:t>
            </a:r>
          </a:p>
        </p:txBody>
      </p:sp>
      <p:sp>
        <p:nvSpPr>
          <p:cNvPr id="9" name="S23_body2" descr="body2">
            <a:extLst xmlns:a="http://schemas.openxmlformats.org/drawingml/2006/main">
              <a:ext uri="{FF2B5EF4-FFF2-40B4-BE49-F238E27FC236}">
                <a16:creationId xmlns:a16="http://schemas.microsoft.com/office/drawing/2014/main" id="{323A1A38-D3E4-5757-9D9A-3E0F830008C2}"/>
              </a:ext>
              <a:ext uri="urn:g6b3r1:native-source:v1">
                <g6:source xmlns:g6="urn:g6b3r1:native-source:v1">{"alt":"body2","bold":false,"color":"#16282B","font_px":25,"h":100,"id":"S23_body2","kind":"text","line_height_px":28.749999999999996,"reading_order":7,"text":"Preserve useful evidence; review current qualified input. The accepted\ncatalog keeps I / E / R / E-R / P-R distinct.","w":830,"x":385,"y":437}</g6:source>
              </a:ext>
            </a:extLst>
          </p:cNvPr>
          <p:cNvSpPr>
            <a:spLocks xmlns:a="http://schemas.openxmlformats.org/drawingml/2006/main" noGrp="1"/>
          </p:cNvSpPr>
          <p:nvPr/>
        </p:nvSpPr>
        <p:spPr>
          <a:xfrm xmlns:a="http://schemas.openxmlformats.org/drawingml/2006/main">
            <a:off x="3667125" y="4162425"/>
            <a:ext cx="7905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156"/>
              </a:lnSpc>
              <a:spcBef>
                <a:spcPts val="0"/>
              </a:spcBef>
              <a:spcAft>
                <a:spcPts val="0"/>
              </a:spcAft>
              <a:defRPr sz="1875" b="0">
                <a:solidFill>
                  <a:srgbClr val="16282B"/>
                </a:solidFill>
                <a:latin typeface="Nimbus Sans"/>
                <a:ea typeface="Nimbus Sans"/>
                <a:cs typeface="Nimbus Sans"/>
              </a:defRPr>
            </a:pPr>
            <a:r>
              <a:rPr sz="1875" b="0">
                <a:solidFill>
                  <a:srgbClr val="16282B"/>
                </a:solidFill>
                <a:latin typeface="Nimbus Sans"/>
                <a:ea typeface="Nimbus Sans"/>
                <a:cs typeface="Nimbus Sans"/>
              </a:rPr>
              <a:t>Preserve useful evidence; review current qualified input. The accepted</a:t>
            </a:r>
          </a:p>
          <a:p xmlns:a="http://schemas.openxmlformats.org/drawingml/2006/main">
            <a:pPr algn="l">
              <a:lnSpc>
                <a:spcPts val="2156"/>
              </a:lnSpc>
              <a:spcBef>
                <a:spcPts val="0"/>
              </a:spcBef>
              <a:spcAft>
                <a:spcPts val="0"/>
              </a:spcAft>
              <a:defRPr sz="1875" b="0">
                <a:solidFill>
                  <a:srgbClr val="16282B"/>
                </a:solidFill>
                <a:latin typeface="Nimbus Sans"/>
                <a:ea typeface="Nimbus Sans"/>
                <a:cs typeface="Nimbus Sans"/>
              </a:defRPr>
            </a:pPr>
            <a:r>
              <a:rPr sz="1875" b="0">
                <a:solidFill>
                  <a:srgbClr val="16282B"/>
                </a:solidFill>
                <a:latin typeface="Nimbus Sans"/>
                <a:ea typeface="Nimbus Sans"/>
                <a:cs typeface="Nimbus Sans"/>
              </a:rPr>
              <a:t>catalog keeps I / E / R / E-R / P-R distinct.</a:t>
            </a:r>
          </a:p>
        </p:txBody>
      </p:sp>
      <p:sp>
        <p:nvSpPr>
          <p:cNvPr id="10" name="S23_qualification" descr="qualification">
            <a:extLst xmlns:a="http://schemas.openxmlformats.org/drawingml/2006/main">
              <a:ext uri="{FF2B5EF4-FFF2-40B4-BE49-F238E27FC236}">
                <a16:creationId xmlns:a16="http://schemas.microsoft.com/office/drawing/2014/main" id="{DF260954-63A8-5897-B90B-A32824EE738C}"/>
              </a:ext>
              <a:ext uri="urn:g6b3r1:native-source:v1">
                <g6:source xmlns:g6="urn:g6b3r1:native-source:v1">{"alt":"qualification","bold":false,"color":"#43595D","font_px":23,"h":58,"id":"S23_qualification","kind":"text","line_height_px":26.45,"reading_order":8,"text":"15 E context records plus four M method records. Australia is later context, not the Atlas origin.","w":1162,"x":56,"y":596}</g6:source>
              </a:ext>
            </a:extLst>
          </p:cNvPr>
          <p:cNvSpPr>
            <a:spLocks xmlns:a="http://schemas.openxmlformats.org/drawingml/2006/main" noGrp="1"/>
          </p:cNvSpPr>
          <p:nvPr/>
        </p:nvSpPr>
        <p:spPr>
          <a:xfrm xmlns:a="http://schemas.openxmlformats.org/drawingml/2006/main">
            <a:off x="533400" y="5676900"/>
            <a:ext cx="11068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984"/>
              </a:lnSpc>
              <a:spcBef>
                <a:spcPts val="0"/>
              </a:spcBef>
              <a:spcAft>
                <a:spcPts val="0"/>
              </a:spcAft>
              <a:defRPr sz="1725" b="0">
                <a:solidFill>
                  <a:srgbClr val="43595D"/>
                </a:solidFill>
                <a:latin typeface="Nimbus Sans"/>
                <a:ea typeface="Nimbus Sans"/>
                <a:cs typeface="Nimbus Sans"/>
              </a:defRPr>
            </a:pPr>
            <a:r>
              <a:rPr sz="1725" b="0">
                <a:solidFill>
                  <a:srgbClr val="43595D"/>
                </a:solidFill>
                <a:latin typeface="Nimbus Sans"/>
                <a:ea typeface="Nimbus Sans"/>
                <a:cs typeface="Nimbus Sans"/>
              </a:rPr>
              <a:t>15 E context records plus four M method records. Australia is later context, not the Atlas origin.</a:t>
            </a:r>
          </a:p>
        </p:txBody>
      </p:sp>
      <p:sp>
        <p:nvSpPr>
          <p:cNvPr id="11" name="S23_rule" descr="rule">
            <a:extLst xmlns:a="http://schemas.openxmlformats.org/drawingml/2006/main">
              <a:ext uri="{FF2B5EF4-FFF2-40B4-BE49-F238E27FC236}">
                <a16:creationId xmlns:a16="http://schemas.microsoft.com/office/drawing/2014/main" id="{08118D20-A8F9-5316-9206-D0436D602EE7}"/>
              </a:ext>
              <a:ext uri="urn:g6b3r1:native-source:v1">
                <g6:source xmlns:g6="urn:g6b3r1:native-source:v1">{"alt":"rule","color":"#B8C8C6","h":0,"id":"S23_rule","kind":"line","reading_order":9,"stroke_width":1,"w":1162,"x":56,"y":671}</g6:source>
              </a:ext>
            </a:extLst>
          </p:cNvPr>
          <p:cNvSpPr>
            <a:spLocks xmlns:a="http://schemas.openxmlformats.org/drawingml/2006/main" noGrp="1"/>
          </p:cNvSpPr>
          <p:nvPr/>
        </p:nvSpPr>
        <p:spPr>
          <a:xfrm xmlns:a="http://schemas.openxmlformats.org/drawingml/2006/main" flipH="0" flipV="0" rot="0">
            <a:off x="533400" y="6391275"/>
            <a:ext cx="11068050" cy="0"/>
          </a:xfrm>
          <a:prstGeom xmlns:a="http://schemas.openxmlformats.org/drawingml/2006/main" prst="line">
            <a:avLst/>
          </a:prstGeom>
          <a:noFill xmlns:a="http://schemas.openxmlformats.org/drawingml/2006/main"/>
          <a:ln xmlns:a="http://schemas.openxmlformats.org/drawingml/2006/main" w="9525">
            <a:solidFill>
              <a:srgbClr val="B8C8C6"/>
            </a:solidFill>
          </a:ln>
        </p:spPr>
      </p:sp>
      <p:sp>
        <p:nvSpPr>
          <p:cNvPr id="12" name="S23_source_link" descr="source link">
            <a:hlinkClick r:id="g6b3r1Link11"/>
            <a:extLst xmlns:a="http://schemas.openxmlformats.org/drawingml/2006/main">
              <a:ext uri="{FF2B5EF4-FFF2-40B4-BE49-F238E27FC236}">
                <a16:creationId xmlns:a16="http://schemas.microsoft.com/office/drawing/2014/main" id="{03442628-B56F-57CB-ABAC-F924607C71D8}"/>
              </a:ext>
              <a:ext uri="urn:g6b3r1:native-source:v1">
                <g6:source xmlns:g6="urn:g6b3r1:native-source:v1">{"alt":"source link","bold":false,"color":"#315E8B","font_px":18,"h":27,"id":"S23_source_link","kind":"text","line_height_px":20.7,"link_target":"https://github.com/AAkhtanin/hedgehog-os/blob/2e965ecb18e545e428380eb8e9aa5a7037a388be/docs/showcase/incident_to_proof_atlas_v01/evidence/atlas_package.json","reading_order":10,"text":"S23 Source: incident","w":560,"x":56,"y":685}</g6:source>
              </a:ext>
            </a:extLst>
          </p:cNvPr>
          <p:cNvSpPr>
            <a:spLocks xmlns:a="http://schemas.openxmlformats.org/drawingml/2006/main" noGrp="1"/>
          </p:cNvSpPr>
          <p:nvPr/>
        </p:nvSpPr>
        <p:spPr>
          <a:xfrm xmlns:a="http://schemas.openxmlformats.org/drawingml/2006/main">
            <a:off x="533400" y="6524625"/>
            <a:ext cx="5334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553"/>
              </a:lnSpc>
              <a:spcBef>
                <a:spcPts val="0"/>
              </a:spcBef>
              <a:spcAft>
                <a:spcPts val="0"/>
              </a:spcAft>
              <a:defRPr sz="1350" b="0">
                <a:solidFill>
                  <a:srgbClr val="315E8B"/>
                </a:solidFill>
                <a:latin typeface="Nimbus Sans"/>
                <a:ea typeface="Nimbus Sans"/>
                <a:cs typeface="Nimbus Sans"/>
              </a:defRPr>
            </a:pPr>
            <a:r>
              <a:rPr sz="1350" b="0">
                <a:solidFill>
                  <a:srgbClr val="315E8B"/>
                </a:solidFill>
                <a:latin typeface="Nimbus Sans"/>
                <a:ea typeface="Nimbus Sans"/>
                <a:cs typeface="Nimbus Sans"/>
              </a:rPr>
              <a:t>S23 Source: incident</a:t>
            </a:r>
          </a:p>
        </p:txBody>
      </p:sp>
      <p:sp>
        <p:nvSpPr>
          <p:cNvPr id="13" name="S23_atlas_locator" descr="atlas locator">
            <a:hlinkClick r:id="g6b3r1Link12"/>
            <a:extLst xmlns:a="http://schemas.openxmlformats.org/drawingml/2006/main">
              <a:ext uri="{FF2B5EF4-FFF2-40B4-BE49-F238E27FC236}">
                <a16:creationId xmlns:a16="http://schemas.microsoft.com/office/drawing/2014/main" id="{AD8B7111-60D5-5EE3-A8AA-BB6878631C3A}"/>
              </a:ext>
              <a:ext uri="urn:g6b3r1:native-source:v1">
                <g6:source xmlns:g6="urn:g6b3r1:native-source:v1">{"alt":"atlas locator","bold":false,"color":"#315E8B","font_px":17,"h":27,"id":"S23_atlas_locator","kind":"text","line_height_px":19.549999999999997,"link_target":"../atlas/README.html","reading_order":11,"text":"Atlas: Overview / GEO 1 2 3 4 5 6 7","w":560,"x":660,"y":685}</g6:source>
              </a:ext>
            </a:extLst>
          </p:cNvPr>
          <p:cNvSpPr>
            <a:spLocks xmlns:a="http://schemas.openxmlformats.org/drawingml/2006/main" noGrp="1"/>
          </p:cNvSpPr>
          <p:nvPr/>
        </p:nvSpPr>
        <p:spPr>
          <a:xfrm xmlns:a="http://schemas.openxmlformats.org/drawingml/2006/main">
            <a:off x="6286500" y="6524625"/>
            <a:ext cx="5334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466"/>
              </a:lnSpc>
              <a:spcBef>
                <a:spcPts val="0"/>
              </a:spcBef>
              <a:spcAft>
                <a:spcPts val="0"/>
              </a:spcAft>
              <a:defRPr sz="1275" b="0">
                <a:solidFill>
                  <a:srgbClr val="315E8B"/>
                </a:solidFill>
                <a:latin typeface="Nimbus Sans"/>
                <a:ea typeface="Nimbus Sans"/>
                <a:cs typeface="Nimbus Sans"/>
              </a:defRPr>
            </a:pPr>
            <a:r>
              <a:rPr sz="1275" b="0">
                <a:solidFill>
                  <a:srgbClr val="315E8B"/>
                </a:solidFill>
                <a:latin typeface="Nimbus Sans"/>
                <a:ea typeface="Nimbus Sans"/>
                <a:cs typeface="Nimbus Sans"/>
              </a:rPr>
              <a:t>Atlas: Overview / GEO 1 2 3 4 5 6 7</a:t>
            </a:r>
          </a:p>
        </p:txBody>
      </p:sp>
    </p:spTree>
    <p:extLst>
      <p:ext uri="{BB962C8B-B14F-4D97-AF65-F5344CB8AC3E}">
        <p14:creationId xmlns:p14="http://schemas.microsoft.com/office/powerpoint/2010/main" val="2350431183"/>
      </p:ext>
      <p:ext uri="urn:g6b3r1:native-source:v1">
        <g6:source xmlns:g6="urn:g6b3r1:native-source:v1">{"id":"S23","notes_en":"INCIDENT ATLAS ORIGINS / 15 risk families; 20 cards; five domains\n\nPublished problems become bounded questions INCIDENT ATLAS ORIGINS / 15 risk families; 20 cards; five domains Incidents / experiments Scope leakage, carried instructions and disclosure become source/account/operation checks, not claims of replaying external exploits. Requirements / context AP2 asks for exact authorization. AISI asks for observed outcomes. E15 is project context, not another independent incident. Lawful continuation Preserve useful evidence; review current qualified input. The accepted catalog keeps I / E / R / E-R / P-R distinct. 15 E context records plus four M method records. Australia is later context, not the Atlas origin.\n\nThis is an editorial explanation of the named recorded or conceptual scope, not a new runtime result. Follow the source references for exact fields and limitations. B5 and final publication are not performed.","reading_order":["S23_title","S23_scope","S23_label0","S23_body0","S23_label1","S23_body1","S23_label2","S23_body2","S23_qualification","S23_rule","S23_source_link","S23_atlas_locator"],"relations":[],"scope":"INCIDENT ATLAS ORIGINS / 15 risk families; 20 cards; five domains","source_refs":[{"label":"accepted catalog","target":"../references/current/external_sources.json"},{"label":"case routes","target":"../references/current/CASE_ROUTES.json"}],"title":"Published problems become bounded questions"}</g6:source>
      </p:ext>
    </p:extLst>
  </p:cSld>
</p:sld>
</file>

<file path=ppt/slides/slide23.xml><?xml version="1.0" encoding="utf-8"?>
<p:sld xmlns:p="http://schemas.openxmlformats.org/presentationml/2006/main" xmlns:a="http://schemas.openxmlformats.org/drawingml/2006/main" xmlns:r="http://schemas.openxmlformats.org/officeDocument/2006/relationships">
  <p:cSld name="S24">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24_title" descr="title">
            <a:extLst xmlns:a="http://schemas.openxmlformats.org/drawingml/2006/main">
              <a:ext uri="{FF2B5EF4-FFF2-40B4-BE49-F238E27FC236}">
                <a16:creationId xmlns:a16="http://schemas.microsoft.com/office/drawing/2014/main" id="{75342BAC-1A72-578D-ACF4-37A7726648E1}"/>
              </a:ext>
              <a:ext uri="urn:g6b3r1:native-source:v1">
                <g6:source xmlns:g6="urn:g6b3r1:native-source:v1">{"alt":"title","bold":true,"color":"#16282B","font_px":42,"h":75,"id":"S24_title","kind":"text","line_height_px":48.3,"reading_order":0,"text":"Research informs a testable software response","w":1170,"x":54,"y":36}</g6:source>
              </a:ext>
            </a:extLst>
          </p:cNvPr>
          <p:cNvSpPr>
            <a:spLocks xmlns:a="http://schemas.openxmlformats.org/drawingml/2006/main" noGrp="1"/>
          </p:cNvSpPr>
          <p:nvPr/>
        </p:nvSpPr>
        <p:spPr>
          <a:xfrm xmlns:a="http://schemas.openxmlformats.org/drawingml/2006/main">
            <a:off x="514350" y="342900"/>
            <a:ext cx="11144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3623"/>
              </a:lnSpc>
              <a:spcBef>
                <a:spcPts val="0"/>
              </a:spcBef>
              <a:spcAft>
                <a:spcPts val="0"/>
              </a:spcAft>
              <a:defRPr sz="3150" b="1">
                <a:solidFill>
                  <a:srgbClr val="16282B"/>
                </a:solidFill>
                <a:latin typeface="Nimbus Sans"/>
                <a:ea typeface="Nimbus Sans"/>
                <a:cs typeface="Nimbus Sans"/>
              </a:defRPr>
            </a:pPr>
            <a:r>
              <a:rPr sz="3150" b="1">
                <a:solidFill>
                  <a:srgbClr val="16282B"/>
                </a:solidFill>
                <a:latin typeface="Nimbus Sans"/>
                <a:ea typeface="Nimbus Sans"/>
                <a:cs typeface="Nimbus Sans"/>
              </a:rPr>
              <a:t>Research informs a testable software response</a:t>
            </a:r>
          </a:p>
        </p:txBody>
      </p:sp>
      <p:sp>
        <p:nvSpPr>
          <p:cNvPr id="3" name="S24_scope" descr="scope">
            <a:extLst xmlns:a="http://schemas.openxmlformats.org/drawingml/2006/main">
              <a:ext uri="{FF2B5EF4-FFF2-40B4-BE49-F238E27FC236}">
                <a16:creationId xmlns:a16="http://schemas.microsoft.com/office/drawing/2014/main" id="{06703A46-0CE2-55BE-AF0A-DB33E4186117}"/>
              </a:ext>
              <a:ext uri="urn:g6b3r1:native-source:v1">
                <g6:source xmlns:g6="urn:g6b3r1:native-source:v1">{"alt":"scope","bold":false,"color":"#43595D","font_px":23,"h":54,"id":"S24_scope","kind":"text","line_height_px":26.45,"reading_order":1,"text":"SENTINEL / 12 references; ten authored mappings; no field-performance transfer","w":1160,"x":56,"y":113}</g6:source>
              </a:ext>
            </a:extLst>
          </p:cNvPr>
          <p:cNvSpPr>
            <a:spLocks xmlns:a="http://schemas.openxmlformats.org/drawingml/2006/main" noGrp="1"/>
          </p:cNvSpPr>
          <p:nvPr/>
        </p:nvSpPr>
        <p:spPr>
          <a:xfrm xmlns:a="http://schemas.openxmlformats.org/drawingml/2006/main">
            <a:off x="533400" y="1076325"/>
            <a:ext cx="1104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984"/>
              </a:lnSpc>
              <a:spcBef>
                <a:spcPts val="0"/>
              </a:spcBef>
              <a:spcAft>
                <a:spcPts val="0"/>
              </a:spcAft>
              <a:defRPr sz="1725" b="0">
                <a:solidFill>
                  <a:srgbClr val="43595D"/>
                </a:solidFill>
                <a:latin typeface="Nimbus Sans"/>
                <a:ea typeface="Nimbus Sans"/>
                <a:cs typeface="Nimbus Sans"/>
              </a:defRPr>
            </a:pPr>
            <a:r>
              <a:rPr sz="1725" b="0">
                <a:solidFill>
                  <a:srgbClr val="43595D"/>
                </a:solidFill>
                <a:latin typeface="Nimbus Sans"/>
                <a:ea typeface="Nimbus Sans"/>
                <a:cs typeface="Nimbus Sans"/>
              </a:rPr>
              <a:t>SENTINEL / 12 references; ten authored mappings; no field-performance transfer</a:t>
            </a:r>
          </a:p>
        </p:txBody>
      </p:sp>
      <p:sp>
        <p:nvSpPr>
          <p:cNvPr id="4" name="S24_label0" descr="label0">
            <a:extLst xmlns:a="http://schemas.openxmlformats.org/drawingml/2006/main">
              <a:ext uri="{FF2B5EF4-FFF2-40B4-BE49-F238E27FC236}">
                <a16:creationId xmlns:a16="http://schemas.microsoft.com/office/drawing/2014/main" id="{68B441CA-0304-5AC8-85F6-A3C3535F61CA}"/>
              </a:ext>
              <a:ext uri="urn:g6b3r1:native-source:v1">
                <g6:source xmlns:g6="urn:g6b3r1:native-source:v1">{"alt":"label0","bold":true,"color":"#16282B","font_px":26,"h":84,"id":"S24_label0","kind":"text","line_height_px":29.9,"reading_order":2,"text":"R04 / Rotolon","w":300,"x":56,"y":193}</g6:source>
              </a:ext>
            </a:extLst>
          </p:cNvPr>
          <p:cNvSpPr>
            <a:spLocks xmlns:a="http://schemas.openxmlformats.org/drawingml/2006/main" noGrp="1"/>
          </p:cNvSpPr>
          <p:nvPr/>
        </p:nvSpPr>
        <p:spPr>
          <a:xfrm xmlns:a="http://schemas.openxmlformats.org/drawingml/2006/main">
            <a:off x="533400" y="1838325"/>
            <a:ext cx="285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243"/>
              </a:lnSpc>
              <a:spcBef>
                <a:spcPts val="0"/>
              </a:spcBef>
              <a:spcAft>
                <a:spcPts val="0"/>
              </a:spcAft>
              <a:defRPr sz="1950" b="1">
                <a:solidFill>
                  <a:srgbClr val="16282B"/>
                </a:solidFill>
                <a:latin typeface="Nimbus Sans"/>
                <a:ea typeface="Nimbus Sans"/>
                <a:cs typeface="Nimbus Sans"/>
              </a:defRPr>
            </a:pPr>
            <a:r>
              <a:rPr sz="1950" b="1">
                <a:solidFill>
                  <a:srgbClr val="16282B"/>
                </a:solidFill>
                <a:latin typeface="Nimbus Sans"/>
                <a:ea typeface="Nimbus Sans"/>
                <a:cs typeface="Nimbus Sans"/>
              </a:rPr>
              <a:t>R04 / Rotolon</a:t>
            </a:r>
          </a:p>
        </p:txBody>
      </p:sp>
      <p:sp>
        <p:nvSpPr>
          <p:cNvPr id="5" name="S24_body0" descr="body0">
            <a:extLst xmlns:a="http://schemas.openxmlformats.org/drawingml/2006/main">
              <a:ext uri="{FF2B5EF4-FFF2-40B4-BE49-F238E27FC236}">
                <a16:creationId xmlns:a16="http://schemas.microsoft.com/office/drawing/2014/main" id="{1E7AE850-2434-5599-B7E1-26647BF068C3}"/>
              </a:ext>
              <a:ext uri="urn:g6b3r1:native-source:v1">
                <g6:source xmlns:g6="urn:g6b3r1:native-source:v1">{"alt":"body0","bold":false,"color":"#16282B","font_px":25,"h":100,"id":"S24_body0","kind":"text","line_height_px":28.749999999999996,"reading_order":3,"text":"Monitoring interruption -&gt; distinguish reserve from insufficient evidence -&gt;\nC03/S3 -&gt; D02,D05.","w":830,"x":385,"y":193}</g6:source>
              </a:ext>
            </a:extLst>
          </p:cNvPr>
          <p:cNvSpPr>
            <a:spLocks xmlns:a="http://schemas.openxmlformats.org/drawingml/2006/main" noGrp="1"/>
          </p:cNvSpPr>
          <p:nvPr/>
        </p:nvSpPr>
        <p:spPr>
          <a:xfrm xmlns:a="http://schemas.openxmlformats.org/drawingml/2006/main">
            <a:off x="3667125" y="1838325"/>
            <a:ext cx="7905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156"/>
              </a:lnSpc>
              <a:spcBef>
                <a:spcPts val="0"/>
              </a:spcBef>
              <a:spcAft>
                <a:spcPts val="0"/>
              </a:spcAft>
              <a:defRPr sz="1875" b="0">
                <a:solidFill>
                  <a:srgbClr val="16282B"/>
                </a:solidFill>
                <a:latin typeface="Nimbus Sans"/>
                <a:ea typeface="Nimbus Sans"/>
                <a:cs typeface="Nimbus Sans"/>
              </a:defRPr>
            </a:pPr>
            <a:r>
              <a:rPr sz="1875" b="0">
                <a:solidFill>
                  <a:srgbClr val="16282B"/>
                </a:solidFill>
                <a:latin typeface="Nimbus Sans"/>
                <a:ea typeface="Nimbus Sans"/>
                <a:cs typeface="Nimbus Sans"/>
              </a:rPr>
              <a:t>Monitoring interruption -&gt; distinguish reserve from insufficient evidence -&gt;</a:t>
            </a:r>
          </a:p>
          <a:p xmlns:a="http://schemas.openxmlformats.org/drawingml/2006/main">
            <a:pPr algn="l">
              <a:lnSpc>
                <a:spcPts val="2156"/>
              </a:lnSpc>
              <a:spcBef>
                <a:spcPts val="0"/>
              </a:spcBef>
              <a:spcAft>
                <a:spcPts val="0"/>
              </a:spcAft>
              <a:defRPr sz="1875" b="0">
                <a:solidFill>
                  <a:srgbClr val="16282B"/>
                </a:solidFill>
                <a:latin typeface="Nimbus Sans"/>
                <a:ea typeface="Nimbus Sans"/>
                <a:cs typeface="Nimbus Sans"/>
              </a:defRPr>
            </a:pPr>
            <a:r>
              <a:rPr sz="1875" b="0">
                <a:solidFill>
                  <a:srgbClr val="16282B"/>
                </a:solidFill>
                <a:latin typeface="Nimbus Sans"/>
                <a:ea typeface="Nimbus Sans"/>
                <a:cs typeface="Nimbus Sans"/>
              </a:rPr>
              <a:t>C03/S3 -&gt; D02,D05.</a:t>
            </a:r>
          </a:p>
        </p:txBody>
      </p:sp>
      <p:sp>
        <p:nvSpPr>
          <p:cNvPr id="6" name="S24_label1" descr="label1">
            <a:extLst xmlns:a="http://schemas.openxmlformats.org/drawingml/2006/main">
              <a:ext uri="{FF2B5EF4-FFF2-40B4-BE49-F238E27FC236}">
                <a16:creationId xmlns:a16="http://schemas.microsoft.com/office/drawing/2014/main" id="{F353831B-261E-5E90-96C1-FD5AB77F3A8E}"/>
              </a:ext>
              <a:ext uri="urn:g6b3r1:native-source:v1">
                <g6:source xmlns:g6="urn:g6b3r1:native-source:v1">{"alt":"label1","bold":true,"color":"#16282B","font_px":26,"h":84,"id":"S24_label1","kind":"text","line_height_px":29.9,"reading_order":4,"text":"R07 / rainfall telemetry","w":300,"x":56,"y":315}</g6:source>
              </a:ext>
            </a:extLst>
          </p:cNvPr>
          <p:cNvSpPr>
            <a:spLocks xmlns:a="http://schemas.openxmlformats.org/drawingml/2006/main" noGrp="1"/>
          </p:cNvSpPr>
          <p:nvPr/>
        </p:nvSpPr>
        <p:spPr>
          <a:xfrm xmlns:a="http://schemas.openxmlformats.org/drawingml/2006/main">
            <a:off x="533400" y="3000375"/>
            <a:ext cx="285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243"/>
              </a:lnSpc>
              <a:spcBef>
                <a:spcPts val="0"/>
              </a:spcBef>
              <a:spcAft>
                <a:spcPts val="0"/>
              </a:spcAft>
              <a:defRPr sz="1950" b="1">
                <a:solidFill>
                  <a:srgbClr val="16282B"/>
                </a:solidFill>
                <a:latin typeface="Nimbus Sans"/>
                <a:ea typeface="Nimbus Sans"/>
                <a:cs typeface="Nimbus Sans"/>
              </a:defRPr>
            </a:pPr>
            <a:r>
              <a:rPr sz="1950" b="1">
                <a:solidFill>
                  <a:srgbClr val="16282B"/>
                </a:solidFill>
                <a:latin typeface="Nimbus Sans"/>
                <a:ea typeface="Nimbus Sans"/>
                <a:cs typeface="Nimbus Sans"/>
              </a:rPr>
              <a:t>R07 / rainfall telemetry</a:t>
            </a:r>
          </a:p>
        </p:txBody>
      </p:sp>
      <p:sp>
        <p:nvSpPr>
          <p:cNvPr id="7" name="S24_body1" descr="body1">
            <a:extLst xmlns:a="http://schemas.openxmlformats.org/drawingml/2006/main">
              <a:ext uri="{FF2B5EF4-FFF2-40B4-BE49-F238E27FC236}">
                <a16:creationId xmlns:a16="http://schemas.microsoft.com/office/drawing/2014/main" id="{ADD9941C-D01C-5FA3-AF5E-D1CB44AA81A7}"/>
              </a:ext>
              <a:ext uri="urn:g6b3r1:native-source:v1">
                <g6:source xmlns:g6="urn:g6b3r1:native-source:v1">{"alt":"body1","bold":false,"color":"#16282B","font_px":25,"h":100,"id":"S24_body1","kind":"text","line_height_px":28.749999999999996,"reading_order":5,"text":"Observation interval is not delivery time -&gt; C02 currentness checks -&gt;\nD02,D03,D06.","w":830,"x":385,"y":315}</g6:source>
              </a:ext>
            </a:extLst>
          </p:cNvPr>
          <p:cNvSpPr>
            <a:spLocks xmlns:a="http://schemas.openxmlformats.org/drawingml/2006/main" noGrp="1"/>
          </p:cNvSpPr>
          <p:nvPr/>
        </p:nvSpPr>
        <p:spPr>
          <a:xfrm xmlns:a="http://schemas.openxmlformats.org/drawingml/2006/main">
            <a:off x="3667125" y="3000375"/>
            <a:ext cx="7905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156"/>
              </a:lnSpc>
              <a:spcBef>
                <a:spcPts val="0"/>
              </a:spcBef>
              <a:spcAft>
                <a:spcPts val="0"/>
              </a:spcAft>
              <a:defRPr sz="1875" b="0">
                <a:solidFill>
                  <a:srgbClr val="16282B"/>
                </a:solidFill>
                <a:latin typeface="Nimbus Sans"/>
                <a:ea typeface="Nimbus Sans"/>
                <a:cs typeface="Nimbus Sans"/>
              </a:defRPr>
            </a:pPr>
            <a:r>
              <a:rPr sz="1875" b="0">
                <a:solidFill>
                  <a:srgbClr val="16282B"/>
                </a:solidFill>
                <a:latin typeface="Nimbus Sans"/>
                <a:ea typeface="Nimbus Sans"/>
                <a:cs typeface="Nimbus Sans"/>
              </a:rPr>
              <a:t>Observation interval is not delivery time -&gt; C02 currentness checks -&gt;</a:t>
            </a:r>
          </a:p>
          <a:p xmlns:a="http://schemas.openxmlformats.org/drawingml/2006/main">
            <a:pPr algn="l">
              <a:lnSpc>
                <a:spcPts val="2156"/>
              </a:lnSpc>
              <a:spcBef>
                <a:spcPts val="0"/>
              </a:spcBef>
              <a:spcAft>
                <a:spcPts val="0"/>
              </a:spcAft>
              <a:defRPr sz="1875" b="0">
                <a:solidFill>
                  <a:srgbClr val="16282B"/>
                </a:solidFill>
                <a:latin typeface="Nimbus Sans"/>
                <a:ea typeface="Nimbus Sans"/>
                <a:cs typeface="Nimbus Sans"/>
              </a:defRPr>
            </a:pPr>
            <a:r>
              <a:rPr sz="1875" b="0">
                <a:solidFill>
                  <a:srgbClr val="16282B"/>
                </a:solidFill>
                <a:latin typeface="Nimbus Sans"/>
                <a:ea typeface="Nimbus Sans"/>
                <a:cs typeface="Nimbus Sans"/>
              </a:rPr>
              <a:t>D02,D03,D06.</a:t>
            </a:r>
          </a:p>
        </p:txBody>
      </p:sp>
      <p:sp>
        <p:nvSpPr>
          <p:cNvPr id="8" name="S24_label2" descr="label2">
            <a:extLst xmlns:a="http://schemas.openxmlformats.org/drawingml/2006/main">
              <a:ext uri="{FF2B5EF4-FFF2-40B4-BE49-F238E27FC236}">
                <a16:creationId xmlns:a16="http://schemas.microsoft.com/office/drawing/2014/main" id="{5C2BDDBB-C110-5EEE-AF6A-31B527CCD724}"/>
              </a:ext>
              <a:ext uri="urn:g6b3r1:native-source:v1">
                <g6:source xmlns:g6="urn:g6b3r1:native-source:v1">{"alt":"label2","bold":true,"color":"#16282B","font_px":26,"h":84,"id":"S24_label2","kind":"text","line_height_px":29.9,"reading_order":6,"text":"R10 / multiple surges","w":300,"x":56,"y":437}</g6:source>
              </a:ext>
            </a:extLst>
          </p:cNvPr>
          <p:cNvSpPr>
            <a:spLocks xmlns:a="http://schemas.openxmlformats.org/drawingml/2006/main" noGrp="1"/>
          </p:cNvSpPr>
          <p:nvPr/>
        </p:nvSpPr>
        <p:spPr>
          <a:xfrm xmlns:a="http://schemas.openxmlformats.org/drawingml/2006/main">
            <a:off x="533400" y="4162425"/>
            <a:ext cx="285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243"/>
              </a:lnSpc>
              <a:spcBef>
                <a:spcPts val="0"/>
              </a:spcBef>
              <a:spcAft>
                <a:spcPts val="0"/>
              </a:spcAft>
              <a:defRPr sz="1950" b="1">
                <a:solidFill>
                  <a:srgbClr val="16282B"/>
                </a:solidFill>
                <a:latin typeface="Nimbus Sans"/>
                <a:ea typeface="Nimbus Sans"/>
                <a:cs typeface="Nimbus Sans"/>
              </a:defRPr>
            </a:pPr>
            <a:r>
              <a:rPr sz="1950" b="1">
                <a:solidFill>
                  <a:srgbClr val="16282B"/>
                </a:solidFill>
                <a:latin typeface="Nimbus Sans"/>
                <a:ea typeface="Nimbus Sans"/>
                <a:cs typeface="Nimbus Sans"/>
              </a:rPr>
              <a:t>R10 / multiple surges</a:t>
            </a:r>
          </a:p>
        </p:txBody>
      </p:sp>
      <p:sp>
        <p:nvSpPr>
          <p:cNvPr id="9" name="S24_body2" descr="body2">
            <a:extLst xmlns:a="http://schemas.openxmlformats.org/drawingml/2006/main">
              <a:ext uri="{FF2B5EF4-FFF2-40B4-BE49-F238E27FC236}">
                <a16:creationId xmlns:a16="http://schemas.microsoft.com/office/drawing/2014/main" id="{2B92E44C-9625-5975-898D-17183CD0DB05}"/>
              </a:ext>
              <a:ext uri="urn:g6b3r1:native-source:v1">
                <g6:source xmlns:g6="urn:g6b3r1:native-source:v1">{"alt":"body2","bold":false,"color":"#16282B","font_px":25,"h":100,"id":"S24_body2","kind":"text","line_height_px":28.749999999999996,"reading_order":7,"text":"Silence is not recovery -&gt; fresh measured sequence and separate OFF -&gt;\nC07/S5 -&gt; D02,D03.","w":830,"x":385,"y":437}</g6:source>
              </a:ext>
            </a:extLst>
          </p:cNvPr>
          <p:cNvSpPr>
            <a:spLocks xmlns:a="http://schemas.openxmlformats.org/drawingml/2006/main" noGrp="1"/>
          </p:cNvSpPr>
          <p:nvPr/>
        </p:nvSpPr>
        <p:spPr>
          <a:xfrm xmlns:a="http://schemas.openxmlformats.org/drawingml/2006/main">
            <a:off x="3667125" y="4162425"/>
            <a:ext cx="7905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156"/>
              </a:lnSpc>
              <a:spcBef>
                <a:spcPts val="0"/>
              </a:spcBef>
              <a:spcAft>
                <a:spcPts val="0"/>
              </a:spcAft>
              <a:defRPr sz="1875" b="0">
                <a:solidFill>
                  <a:srgbClr val="16282B"/>
                </a:solidFill>
                <a:latin typeface="Nimbus Sans"/>
                <a:ea typeface="Nimbus Sans"/>
                <a:cs typeface="Nimbus Sans"/>
              </a:defRPr>
            </a:pPr>
            <a:r>
              <a:rPr sz="1875" b="0">
                <a:solidFill>
                  <a:srgbClr val="16282B"/>
                </a:solidFill>
                <a:latin typeface="Nimbus Sans"/>
                <a:ea typeface="Nimbus Sans"/>
                <a:cs typeface="Nimbus Sans"/>
              </a:rPr>
              <a:t>Silence is not recovery -&gt; fresh measured sequence and separate OFF -&gt;</a:t>
            </a:r>
          </a:p>
          <a:p xmlns:a="http://schemas.openxmlformats.org/drawingml/2006/main">
            <a:pPr algn="l">
              <a:lnSpc>
                <a:spcPts val="2156"/>
              </a:lnSpc>
              <a:spcBef>
                <a:spcPts val="0"/>
              </a:spcBef>
              <a:spcAft>
                <a:spcPts val="0"/>
              </a:spcAft>
              <a:defRPr sz="1875" b="0">
                <a:solidFill>
                  <a:srgbClr val="16282B"/>
                </a:solidFill>
                <a:latin typeface="Nimbus Sans"/>
                <a:ea typeface="Nimbus Sans"/>
                <a:cs typeface="Nimbus Sans"/>
              </a:defRPr>
            </a:pPr>
            <a:r>
              <a:rPr sz="1875" b="0">
                <a:solidFill>
                  <a:srgbClr val="16282B"/>
                </a:solidFill>
                <a:latin typeface="Nimbus Sans"/>
                <a:ea typeface="Nimbus Sans"/>
                <a:cs typeface="Nimbus Sans"/>
              </a:rPr>
              <a:t>C07/S5 -&gt; D02,D03.</a:t>
            </a:r>
          </a:p>
        </p:txBody>
      </p:sp>
      <p:sp>
        <p:nvSpPr>
          <p:cNvPr id="10" name="S24_qualification" descr="qualification">
            <a:extLst xmlns:a="http://schemas.openxmlformats.org/drawingml/2006/main">
              <a:ext uri="{FF2B5EF4-FFF2-40B4-BE49-F238E27FC236}">
                <a16:creationId xmlns:a16="http://schemas.microsoft.com/office/drawing/2014/main" id="{B1E50592-FC66-5991-9537-E8F51D8779CB}"/>
              </a:ext>
              <a:ext uri="urn:g6b3r1:native-source:v1">
                <g6:source xmlns:g6="urn:g6b3r1:native-source:v1">{"alt":"qualification","bold":false,"color":"#43595D","font_px":23,"h":58,"id":"S24_qualification","kind":"text","line_height_px":26.45,"reading_order":8,"text":"Accepted source map inspected. Omitted raw return members remain raw-not-inspected. No researcher\nendorsement.","w":1162,"x":56,"y":596}</g6:source>
              </a:ext>
            </a:extLst>
          </p:cNvPr>
          <p:cNvSpPr>
            <a:spLocks xmlns:a="http://schemas.openxmlformats.org/drawingml/2006/main" noGrp="1"/>
          </p:cNvSpPr>
          <p:nvPr/>
        </p:nvSpPr>
        <p:spPr>
          <a:xfrm xmlns:a="http://schemas.openxmlformats.org/drawingml/2006/main">
            <a:off x="533400" y="5676900"/>
            <a:ext cx="11068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984"/>
              </a:lnSpc>
              <a:spcBef>
                <a:spcPts val="0"/>
              </a:spcBef>
              <a:spcAft>
                <a:spcPts val="0"/>
              </a:spcAft>
              <a:defRPr sz="1725" b="0">
                <a:solidFill>
                  <a:srgbClr val="43595D"/>
                </a:solidFill>
                <a:latin typeface="Nimbus Sans"/>
                <a:ea typeface="Nimbus Sans"/>
                <a:cs typeface="Nimbus Sans"/>
              </a:defRPr>
            </a:pPr>
            <a:r>
              <a:rPr sz="1725" b="0">
                <a:solidFill>
                  <a:srgbClr val="43595D"/>
                </a:solidFill>
                <a:latin typeface="Nimbus Sans"/>
                <a:ea typeface="Nimbus Sans"/>
                <a:cs typeface="Nimbus Sans"/>
              </a:rPr>
              <a:t>Accepted source map inspected. Omitted raw return members remain raw-not-inspected. No researcher</a:t>
            </a:r>
          </a:p>
          <a:p xmlns:a="http://schemas.openxmlformats.org/drawingml/2006/main">
            <a:pPr algn="l">
              <a:lnSpc>
                <a:spcPts val="1984"/>
              </a:lnSpc>
              <a:spcBef>
                <a:spcPts val="0"/>
              </a:spcBef>
              <a:spcAft>
                <a:spcPts val="0"/>
              </a:spcAft>
              <a:defRPr sz="1725" b="0">
                <a:solidFill>
                  <a:srgbClr val="43595D"/>
                </a:solidFill>
                <a:latin typeface="Nimbus Sans"/>
                <a:ea typeface="Nimbus Sans"/>
                <a:cs typeface="Nimbus Sans"/>
              </a:defRPr>
            </a:pPr>
            <a:r>
              <a:rPr sz="1725" b="0">
                <a:solidFill>
                  <a:srgbClr val="43595D"/>
                </a:solidFill>
                <a:latin typeface="Nimbus Sans"/>
                <a:ea typeface="Nimbus Sans"/>
                <a:cs typeface="Nimbus Sans"/>
              </a:rPr>
              <a:t>endorsement.</a:t>
            </a:r>
          </a:p>
        </p:txBody>
      </p:sp>
      <p:sp>
        <p:nvSpPr>
          <p:cNvPr id="11" name="S24_rule" descr="rule">
            <a:extLst xmlns:a="http://schemas.openxmlformats.org/drawingml/2006/main">
              <a:ext uri="{FF2B5EF4-FFF2-40B4-BE49-F238E27FC236}">
                <a16:creationId xmlns:a16="http://schemas.microsoft.com/office/drawing/2014/main" id="{9EF4A100-178A-5B3B-A01B-9CAAF2AE352A}"/>
              </a:ext>
              <a:ext uri="urn:g6b3r1:native-source:v1">
                <g6:source xmlns:g6="urn:g6b3r1:native-source:v1">{"alt":"rule","color":"#B8C8C6","h":0,"id":"S24_rule","kind":"line","reading_order":9,"stroke_width":1,"w":1162,"x":56,"y":671}</g6:source>
              </a:ext>
            </a:extLst>
          </p:cNvPr>
          <p:cNvSpPr>
            <a:spLocks xmlns:a="http://schemas.openxmlformats.org/drawingml/2006/main" noGrp="1"/>
          </p:cNvSpPr>
          <p:nvPr/>
        </p:nvSpPr>
        <p:spPr>
          <a:xfrm xmlns:a="http://schemas.openxmlformats.org/drawingml/2006/main" flipH="0" flipV="0" rot="0">
            <a:off x="533400" y="6391275"/>
            <a:ext cx="11068050" cy="0"/>
          </a:xfrm>
          <a:prstGeom xmlns:a="http://schemas.openxmlformats.org/drawingml/2006/main" prst="line">
            <a:avLst/>
          </a:prstGeom>
          <a:noFill xmlns:a="http://schemas.openxmlformats.org/drawingml/2006/main"/>
          <a:ln xmlns:a="http://schemas.openxmlformats.org/drawingml/2006/main" w="9525">
            <a:solidFill>
              <a:srgbClr val="B8C8C6"/>
            </a:solidFill>
          </a:ln>
        </p:spPr>
      </p:sp>
      <p:sp>
        <p:nvSpPr>
          <p:cNvPr id="12" name="S24_source_link" descr="source link">
            <a:hlinkClick r:id="g6b3r1Link11"/>
            <a:extLst xmlns:a="http://schemas.openxmlformats.org/drawingml/2006/main">
              <a:ext uri="{FF2B5EF4-FFF2-40B4-BE49-F238E27FC236}">
                <a16:creationId xmlns:a16="http://schemas.microsoft.com/office/drawing/2014/main" id="{AC7BD1BD-7752-5D50-B5C2-86C98F0D574D}"/>
              </a:ext>
              <a:ext uri="urn:g6b3r1:native-source:v1">
                <g6:source xmlns:g6="urn:g6b3r1:native-source:v1">{"alt":"source link","bold":false,"color":"#315E8B","font_px":18,"h":27,"id":"S24_source_link","kind":"text","line_height_px":20.7,"link_target":"../corpus/case_property_matrix.json","reading_order":10,"text":"S24 Source: cases","w":560,"x":56,"y":685}</g6:source>
              </a:ext>
            </a:extLst>
          </p:cNvPr>
          <p:cNvSpPr>
            <a:spLocks xmlns:a="http://schemas.openxmlformats.org/drawingml/2006/main" noGrp="1"/>
          </p:cNvSpPr>
          <p:nvPr/>
        </p:nvSpPr>
        <p:spPr>
          <a:xfrm xmlns:a="http://schemas.openxmlformats.org/drawingml/2006/main">
            <a:off x="533400" y="6524625"/>
            <a:ext cx="5334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553"/>
              </a:lnSpc>
              <a:spcBef>
                <a:spcPts val="0"/>
              </a:spcBef>
              <a:spcAft>
                <a:spcPts val="0"/>
              </a:spcAft>
              <a:defRPr sz="1350" b="0">
                <a:solidFill>
                  <a:srgbClr val="315E8B"/>
                </a:solidFill>
                <a:latin typeface="Nimbus Sans"/>
                <a:ea typeface="Nimbus Sans"/>
                <a:cs typeface="Nimbus Sans"/>
              </a:defRPr>
            </a:pPr>
            <a:r>
              <a:rPr sz="1350" b="0">
                <a:solidFill>
                  <a:srgbClr val="315E8B"/>
                </a:solidFill>
                <a:latin typeface="Nimbus Sans"/>
                <a:ea typeface="Nimbus Sans"/>
                <a:cs typeface="Nimbus Sans"/>
              </a:rPr>
              <a:t>S24 Source: cases</a:t>
            </a:r>
          </a:p>
        </p:txBody>
      </p:sp>
      <p:sp>
        <p:nvSpPr>
          <p:cNvPr id="13" name="S24_atlas_locator" descr="atlas locator">
            <a:hlinkClick r:id="g6b3r1Link12"/>
            <a:extLst xmlns:a="http://schemas.openxmlformats.org/drawingml/2006/main">
              <a:ext uri="{FF2B5EF4-FFF2-40B4-BE49-F238E27FC236}">
                <a16:creationId xmlns:a16="http://schemas.microsoft.com/office/drawing/2014/main" id="{13AFCDF6-4559-5239-BF1C-2CABD3D0B995}"/>
              </a:ext>
              <a:ext uri="urn:g6b3r1:native-source:v1">
                <g6:source xmlns:g6="urn:g6b3r1:native-source:v1">{"alt":"atlas locator","bold":false,"color":"#315E8B","font_px":17,"h":27,"id":"S24_atlas_locator","kind":"text","line_height_px":19.549999999999997,"link_target":"../atlas/README.html","reading_order":11,"text":"Atlas: Overview / GEO 1 2 3 4 5 6 7","w":560,"x":660,"y":685}</g6:source>
              </a:ext>
            </a:extLst>
          </p:cNvPr>
          <p:cNvSpPr>
            <a:spLocks xmlns:a="http://schemas.openxmlformats.org/drawingml/2006/main" noGrp="1"/>
          </p:cNvSpPr>
          <p:nvPr/>
        </p:nvSpPr>
        <p:spPr>
          <a:xfrm xmlns:a="http://schemas.openxmlformats.org/drawingml/2006/main">
            <a:off x="6286500" y="6524625"/>
            <a:ext cx="5334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466"/>
              </a:lnSpc>
              <a:spcBef>
                <a:spcPts val="0"/>
              </a:spcBef>
              <a:spcAft>
                <a:spcPts val="0"/>
              </a:spcAft>
              <a:defRPr sz="1275" b="0">
                <a:solidFill>
                  <a:srgbClr val="315E8B"/>
                </a:solidFill>
                <a:latin typeface="Nimbus Sans"/>
                <a:ea typeface="Nimbus Sans"/>
                <a:cs typeface="Nimbus Sans"/>
              </a:defRPr>
            </a:pPr>
            <a:r>
              <a:rPr sz="1275" b="0">
                <a:solidFill>
                  <a:srgbClr val="315E8B"/>
                </a:solidFill>
                <a:latin typeface="Nimbus Sans"/>
                <a:ea typeface="Nimbus Sans"/>
                <a:cs typeface="Nimbus Sans"/>
              </a:rPr>
              <a:t>Atlas: Overview / GEO 1 2 3 4 5 6 7</a:t>
            </a:r>
          </a:p>
        </p:txBody>
      </p:sp>
    </p:spTree>
    <p:extLst>
      <p:ext uri="{BB962C8B-B14F-4D97-AF65-F5344CB8AC3E}">
        <p14:creationId xmlns:p14="http://schemas.microsoft.com/office/powerpoint/2010/main" val="2900201992"/>
      </p:ext>
      <p:ext uri="urn:g6b3r1:native-source:v1">
        <g6:source xmlns:g6="urn:g6b3r1:native-source:v1">{"id":"S24","notes_en":"SENTINEL / 12 references; ten authored mappings; no field-performance transfer\n\nResearch informs a testable software response SENTINEL / 12 references; ten authored mappings; no field-performance transfer R04 / Rotolon Monitoring interruption -&gt; distinguish reserve from insufficient evidence -&gt; C03/S3 -&gt; D02,D05. R07 / rainfall telemetry Observation interval is not delivery time -&gt; C02 currentness checks -&gt; D02,D03,D06. R10 / multiple surges Silence is not recovery -&gt; fresh measured sequence and separate OFF -&gt; C07/S5 -&gt; D02,D03. Accepted source map inspected. Omitted raw return members remain raw-not-inspected. No researcher endorsement.\n\nThis is an editorial explanation of the named recorded or conceptual scope, not a new runtime result. Follow the source references for exact fields and limitations. B5 and final publication are not performed.","reading_order":["S24_title","S24_scope","S24_label0","S24_body0","S24_label1","S24_body1","S24_label2","S24_body2","S24_qualification","S24_rule","S24_source_link","S24_atlas_locator"],"relations":[],"scope":"SENTINEL / 12 references; ten authored mappings; no field-performance transfer","source_refs":[{"label":"accepted research map","target":"../references/current/research_context_v01.json"}],"title":"Research informs a testable software response"}</g6:source>
      </p:ext>
    </p:extLst>
  </p:cSld>
</p:sld>
</file>

<file path=ppt/slides/slide24.xml><?xml version="1.0" encoding="utf-8"?>
<p:sld xmlns:p="http://schemas.openxmlformats.org/presentationml/2006/main" xmlns:a="http://schemas.openxmlformats.org/drawingml/2006/main" xmlns:r="http://schemas.openxmlformats.org/officeDocument/2006/relationships">
  <p:cSld name="S25">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25_title" descr="title">
            <a:extLst xmlns:a="http://schemas.openxmlformats.org/drawingml/2006/main">
              <a:ext uri="{FF2B5EF4-FFF2-40B4-BE49-F238E27FC236}">
                <a16:creationId xmlns:a16="http://schemas.microsoft.com/office/drawing/2014/main" id="{EE50E35F-BEA9-5CE3-A30F-F5B6A3587E63}"/>
              </a:ext>
              <a:ext uri="urn:g6b3r1:native-source:v1">
                <g6:source xmlns:g6="urn:g6b3r1:native-source:v1">{"alt":"title","bold":true,"color":"#16282B","font_px":42,"h":75,"id":"S25_title","kind":"text","line_height_px":48.3,"reading_order":0,"text":"Useful data, permitted action and location differ","w":1170,"x":54,"y":36}</g6:source>
              </a:ext>
            </a:extLst>
          </p:cNvPr>
          <p:cNvSpPr>
            <a:spLocks xmlns:a="http://schemas.openxmlformats.org/drawingml/2006/main" noGrp="1"/>
          </p:cNvSpPr>
          <p:nvPr/>
        </p:nvSpPr>
        <p:spPr>
          <a:xfrm xmlns:a="http://schemas.openxmlformats.org/drawingml/2006/main">
            <a:off x="514350" y="342900"/>
            <a:ext cx="11144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3623"/>
              </a:lnSpc>
              <a:spcBef>
                <a:spcPts val="0"/>
              </a:spcBef>
              <a:spcAft>
                <a:spcPts val="0"/>
              </a:spcAft>
              <a:defRPr sz="3150" b="1">
                <a:solidFill>
                  <a:srgbClr val="16282B"/>
                </a:solidFill>
                <a:latin typeface="Nimbus Sans"/>
                <a:ea typeface="Nimbus Sans"/>
                <a:cs typeface="Nimbus Sans"/>
              </a:defRPr>
            </a:pPr>
            <a:r>
              <a:rPr sz="3150" b="1">
                <a:solidFill>
                  <a:srgbClr val="16282B"/>
                </a:solidFill>
                <a:latin typeface="Nimbus Sans"/>
                <a:ea typeface="Nimbus Sans"/>
                <a:cs typeface="Nimbus Sans"/>
              </a:rPr>
              <a:t>Useful data, permitted action and location differ</a:t>
            </a:r>
          </a:p>
        </p:txBody>
      </p:sp>
      <p:sp>
        <p:nvSpPr>
          <p:cNvPr id="3" name="S25_scope" descr="scope">
            <a:extLst xmlns:a="http://schemas.openxmlformats.org/drawingml/2006/main">
              <a:ext uri="{FF2B5EF4-FFF2-40B4-BE49-F238E27FC236}">
                <a16:creationId xmlns:a16="http://schemas.microsoft.com/office/drawing/2014/main" id="{3AA1F6C8-9BEE-5693-A27D-498526320D0E}"/>
              </a:ext>
              <a:ext uri="urn:g6b3r1:native-source:v1">
                <g6:source xmlns:g6="urn:g6b3r1:native-source:v1">{"alt":"scope","bold":false,"color":"#43595D","font_px":23,"h":54,"id":"S25_scope","kind":"text","line_height_px":26.45,"reading_order":1,"text":"EXTERNAL CONTEXT / Primary-source descriptions, not comparative experiments","w":1160,"x":56,"y":113}</g6:source>
              </a:ext>
            </a:extLst>
          </p:cNvPr>
          <p:cNvSpPr>
            <a:spLocks xmlns:a="http://schemas.openxmlformats.org/drawingml/2006/main" noGrp="1"/>
          </p:cNvSpPr>
          <p:nvPr/>
        </p:nvSpPr>
        <p:spPr>
          <a:xfrm xmlns:a="http://schemas.openxmlformats.org/drawingml/2006/main">
            <a:off x="533400" y="1076325"/>
            <a:ext cx="1104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984"/>
              </a:lnSpc>
              <a:spcBef>
                <a:spcPts val="0"/>
              </a:spcBef>
              <a:spcAft>
                <a:spcPts val="0"/>
              </a:spcAft>
              <a:defRPr sz="1725" b="0">
                <a:solidFill>
                  <a:srgbClr val="43595D"/>
                </a:solidFill>
                <a:latin typeface="Nimbus Sans"/>
                <a:ea typeface="Nimbus Sans"/>
                <a:cs typeface="Nimbus Sans"/>
              </a:defRPr>
            </a:pPr>
            <a:r>
              <a:rPr sz="1725" b="0">
                <a:solidFill>
                  <a:srgbClr val="43595D"/>
                </a:solidFill>
                <a:latin typeface="Nimbus Sans"/>
                <a:ea typeface="Nimbus Sans"/>
                <a:cs typeface="Nimbus Sans"/>
              </a:rPr>
              <a:t>EXTERNAL CONTEXT / Primary-source descriptions, not comparative experiments</a:t>
            </a:r>
          </a:p>
        </p:txBody>
      </p:sp>
      <p:sp>
        <p:nvSpPr>
          <p:cNvPr id="4" name="S25_label0" descr="label0">
            <a:extLst xmlns:a="http://schemas.openxmlformats.org/drawingml/2006/main">
              <a:ext uri="{FF2B5EF4-FFF2-40B4-BE49-F238E27FC236}">
                <a16:creationId xmlns:a16="http://schemas.microsoft.com/office/drawing/2014/main" id="{BF3608DB-6058-5ED6-8B7A-404FEBC767E7}"/>
              </a:ext>
              <a:ext uri="urn:g6b3r1:native-source:v1">
                <g6:source xmlns:g6="urn:g6b3r1:native-source:v1">{"alt":"label0","bold":true,"color":"#16282B","font_px":26,"h":84,"id":"S25_label0","kind":"text","line_height_px":29.9,"reading_order":2,"text":"Microsoft IFC / FIDES","w":300,"x":56,"y":193}</g6:source>
              </a:ext>
            </a:extLst>
          </p:cNvPr>
          <p:cNvSpPr>
            <a:spLocks xmlns:a="http://schemas.openxmlformats.org/drawingml/2006/main" noGrp="1"/>
          </p:cNvSpPr>
          <p:nvPr/>
        </p:nvSpPr>
        <p:spPr>
          <a:xfrm xmlns:a="http://schemas.openxmlformats.org/drawingml/2006/main">
            <a:off x="533400" y="1838325"/>
            <a:ext cx="285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243"/>
              </a:lnSpc>
              <a:spcBef>
                <a:spcPts val="0"/>
              </a:spcBef>
              <a:spcAft>
                <a:spcPts val="0"/>
              </a:spcAft>
              <a:defRPr sz="1950" b="1">
                <a:solidFill>
                  <a:srgbClr val="16282B"/>
                </a:solidFill>
                <a:latin typeface="Nimbus Sans"/>
                <a:ea typeface="Nimbus Sans"/>
                <a:cs typeface="Nimbus Sans"/>
              </a:defRPr>
            </a:pPr>
            <a:r>
              <a:rPr sz="1950" b="1">
                <a:solidFill>
                  <a:srgbClr val="16282B"/>
                </a:solidFill>
                <a:latin typeface="Nimbus Sans"/>
                <a:ea typeface="Nimbus Sans"/>
                <a:cs typeface="Nimbus Sans"/>
              </a:rPr>
              <a:t>Microsoft IFC / FIDES</a:t>
            </a:r>
          </a:p>
        </p:txBody>
      </p:sp>
      <p:sp>
        <p:nvSpPr>
          <p:cNvPr id="5" name="S25_body0" descr="body0">
            <a:extLst xmlns:a="http://schemas.openxmlformats.org/drawingml/2006/main">
              <a:ext uri="{FF2B5EF4-FFF2-40B4-BE49-F238E27FC236}">
                <a16:creationId xmlns:a16="http://schemas.microsoft.com/office/drawing/2014/main" id="{35EAB0B0-642E-5143-A899-1DE2DE99A01B}"/>
              </a:ext>
              <a:ext uri="urn:g6b3r1:native-source:v1">
                <g6:source xmlns:g6="urn:g6b3r1:native-source:v1">{"alt":"body0","bold":false,"color":"#16282B","font_px":25,"h":100,"id":"S25_body0","kind":"text","line_height_px":28.749999999999996,"reading_order":3,"text":"Integrity and confidentiality labels propagate; policy checks precede tools.\nExperimental defaults and approval limits remain.","w":830,"x":385,"y":193}</g6:source>
              </a:ext>
            </a:extLst>
          </p:cNvPr>
          <p:cNvSpPr>
            <a:spLocks xmlns:a="http://schemas.openxmlformats.org/drawingml/2006/main" noGrp="1"/>
          </p:cNvSpPr>
          <p:nvPr/>
        </p:nvSpPr>
        <p:spPr>
          <a:xfrm xmlns:a="http://schemas.openxmlformats.org/drawingml/2006/main">
            <a:off x="3667125" y="1838325"/>
            <a:ext cx="7905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156"/>
              </a:lnSpc>
              <a:spcBef>
                <a:spcPts val="0"/>
              </a:spcBef>
              <a:spcAft>
                <a:spcPts val="0"/>
              </a:spcAft>
              <a:defRPr sz="1875" b="0">
                <a:solidFill>
                  <a:srgbClr val="16282B"/>
                </a:solidFill>
                <a:latin typeface="Nimbus Sans"/>
                <a:ea typeface="Nimbus Sans"/>
                <a:cs typeface="Nimbus Sans"/>
              </a:defRPr>
            </a:pPr>
            <a:r>
              <a:rPr sz="1875" b="0">
                <a:solidFill>
                  <a:srgbClr val="16282B"/>
                </a:solidFill>
                <a:latin typeface="Nimbus Sans"/>
                <a:ea typeface="Nimbus Sans"/>
                <a:cs typeface="Nimbus Sans"/>
              </a:rPr>
              <a:t>Integrity and confidentiality labels propagate; policy checks precede tools.</a:t>
            </a:r>
          </a:p>
          <a:p xmlns:a="http://schemas.openxmlformats.org/drawingml/2006/main">
            <a:pPr algn="l">
              <a:lnSpc>
                <a:spcPts val="2156"/>
              </a:lnSpc>
              <a:spcBef>
                <a:spcPts val="0"/>
              </a:spcBef>
              <a:spcAft>
                <a:spcPts val="0"/>
              </a:spcAft>
              <a:defRPr sz="1875" b="0">
                <a:solidFill>
                  <a:srgbClr val="16282B"/>
                </a:solidFill>
                <a:latin typeface="Nimbus Sans"/>
                <a:ea typeface="Nimbus Sans"/>
                <a:cs typeface="Nimbus Sans"/>
              </a:defRPr>
            </a:pPr>
            <a:r>
              <a:rPr sz="1875" b="0">
                <a:solidFill>
                  <a:srgbClr val="16282B"/>
                </a:solidFill>
                <a:latin typeface="Nimbus Sans"/>
                <a:ea typeface="Nimbus Sans"/>
                <a:cs typeface="Nimbus Sans"/>
              </a:rPr>
              <a:t>Experimental defaults and approval limits remain.</a:t>
            </a:r>
          </a:p>
        </p:txBody>
      </p:sp>
      <p:sp>
        <p:nvSpPr>
          <p:cNvPr id="6" name="S25_label1" descr="label1">
            <a:extLst xmlns:a="http://schemas.openxmlformats.org/drawingml/2006/main">
              <a:ext uri="{FF2B5EF4-FFF2-40B4-BE49-F238E27FC236}">
                <a16:creationId xmlns:a16="http://schemas.microsoft.com/office/drawing/2014/main" id="{B11E9F3F-9DA0-591E-B79B-6D171635AC66}"/>
              </a:ext>
              <a:ext uri="urn:g6b3r1:native-source:v1">
                <g6:source xmlns:g6="urn:g6b3r1:native-source:v1">{"alt":"label1","bold":true,"color":"#16282B","font_px":26,"h":84,"id":"S25_label1","kind":"text","line_height_px":29.9,"reading_order":4,"text":"Apple local\ncomputation","w":300,"x":56,"y":315}</g6:source>
              </a:ext>
            </a:extLst>
          </p:cNvPr>
          <p:cNvSpPr>
            <a:spLocks xmlns:a="http://schemas.openxmlformats.org/drawingml/2006/main" noGrp="1"/>
          </p:cNvSpPr>
          <p:nvPr/>
        </p:nvSpPr>
        <p:spPr>
          <a:xfrm xmlns:a="http://schemas.openxmlformats.org/drawingml/2006/main">
            <a:off x="533400" y="3000375"/>
            <a:ext cx="285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243"/>
              </a:lnSpc>
              <a:spcBef>
                <a:spcPts val="0"/>
              </a:spcBef>
              <a:spcAft>
                <a:spcPts val="0"/>
              </a:spcAft>
              <a:defRPr sz="1950" b="1">
                <a:solidFill>
                  <a:srgbClr val="16282B"/>
                </a:solidFill>
                <a:latin typeface="Nimbus Sans"/>
                <a:ea typeface="Nimbus Sans"/>
                <a:cs typeface="Nimbus Sans"/>
              </a:defRPr>
            </a:pPr>
            <a:r>
              <a:rPr sz="1950" b="1">
                <a:solidFill>
                  <a:srgbClr val="16282B"/>
                </a:solidFill>
                <a:latin typeface="Nimbus Sans"/>
                <a:ea typeface="Nimbus Sans"/>
                <a:cs typeface="Nimbus Sans"/>
              </a:rPr>
              <a:t>Apple local</a:t>
            </a:r>
          </a:p>
          <a:p xmlns:a="http://schemas.openxmlformats.org/drawingml/2006/main">
            <a:pPr algn="l">
              <a:lnSpc>
                <a:spcPts val="2243"/>
              </a:lnSpc>
              <a:spcBef>
                <a:spcPts val="0"/>
              </a:spcBef>
              <a:spcAft>
                <a:spcPts val="0"/>
              </a:spcAft>
              <a:defRPr sz="1950" b="1">
                <a:solidFill>
                  <a:srgbClr val="16282B"/>
                </a:solidFill>
                <a:latin typeface="Nimbus Sans"/>
                <a:ea typeface="Nimbus Sans"/>
                <a:cs typeface="Nimbus Sans"/>
              </a:defRPr>
            </a:pPr>
            <a:r>
              <a:rPr sz="1950" b="1">
                <a:solidFill>
                  <a:srgbClr val="16282B"/>
                </a:solidFill>
                <a:latin typeface="Nimbus Sans"/>
                <a:ea typeface="Nimbus Sans"/>
                <a:cs typeface="Nimbus Sans"/>
              </a:rPr>
              <a:t>computation</a:t>
            </a:r>
          </a:p>
        </p:txBody>
      </p:sp>
      <p:sp>
        <p:nvSpPr>
          <p:cNvPr id="7" name="S25_body1" descr="body1">
            <a:extLst xmlns:a="http://schemas.openxmlformats.org/drawingml/2006/main">
              <a:ext uri="{FF2B5EF4-FFF2-40B4-BE49-F238E27FC236}">
                <a16:creationId xmlns:a16="http://schemas.microsoft.com/office/drawing/2014/main" id="{A879A90B-9C16-53FA-B425-F9170C292827}"/>
              </a:ext>
              <a:ext uri="urn:g6b3r1:native-source:v1">
                <g6:source xmlns:g6="urn:g6b3r1:native-source:v1">{"alt":"body1","bold":false,"color":"#16282B","font_px":25,"h":100,"id":"S25_body1","kind":"text","line_height_px":28.749999999999996,"reading_order":5,"text":"The dated manufacturer announcement illustrates possible local\nparticipants. No Radiolaria performance or adapter result.","w":830,"x":385,"y":315}</g6:source>
              </a:ext>
            </a:extLst>
          </p:cNvPr>
          <p:cNvSpPr>
            <a:spLocks xmlns:a="http://schemas.openxmlformats.org/drawingml/2006/main" noGrp="1"/>
          </p:cNvSpPr>
          <p:nvPr/>
        </p:nvSpPr>
        <p:spPr>
          <a:xfrm xmlns:a="http://schemas.openxmlformats.org/drawingml/2006/main">
            <a:off x="3667125" y="3000375"/>
            <a:ext cx="7905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156"/>
              </a:lnSpc>
              <a:spcBef>
                <a:spcPts val="0"/>
              </a:spcBef>
              <a:spcAft>
                <a:spcPts val="0"/>
              </a:spcAft>
              <a:defRPr sz="1875" b="0">
                <a:solidFill>
                  <a:srgbClr val="16282B"/>
                </a:solidFill>
                <a:latin typeface="Nimbus Sans"/>
                <a:ea typeface="Nimbus Sans"/>
                <a:cs typeface="Nimbus Sans"/>
              </a:defRPr>
            </a:pPr>
            <a:r>
              <a:rPr sz="1875" b="0">
                <a:solidFill>
                  <a:srgbClr val="16282B"/>
                </a:solidFill>
                <a:latin typeface="Nimbus Sans"/>
                <a:ea typeface="Nimbus Sans"/>
                <a:cs typeface="Nimbus Sans"/>
              </a:rPr>
              <a:t>The dated manufacturer announcement illustrates possible local</a:t>
            </a:r>
          </a:p>
          <a:p xmlns:a="http://schemas.openxmlformats.org/drawingml/2006/main">
            <a:pPr algn="l">
              <a:lnSpc>
                <a:spcPts val="2156"/>
              </a:lnSpc>
              <a:spcBef>
                <a:spcPts val="0"/>
              </a:spcBef>
              <a:spcAft>
                <a:spcPts val="0"/>
              </a:spcAft>
              <a:defRPr sz="1875" b="0">
                <a:solidFill>
                  <a:srgbClr val="16282B"/>
                </a:solidFill>
                <a:latin typeface="Nimbus Sans"/>
                <a:ea typeface="Nimbus Sans"/>
                <a:cs typeface="Nimbus Sans"/>
              </a:defRPr>
            </a:pPr>
            <a:r>
              <a:rPr sz="1875" b="0">
                <a:solidFill>
                  <a:srgbClr val="16282B"/>
                </a:solidFill>
                <a:latin typeface="Nimbus Sans"/>
                <a:ea typeface="Nimbus Sans"/>
                <a:cs typeface="Nimbus Sans"/>
              </a:rPr>
              <a:t>participants. No Radiolaria performance or adapter result.</a:t>
            </a:r>
          </a:p>
        </p:txBody>
      </p:sp>
      <p:sp>
        <p:nvSpPr>
          <p:cNvPr id="8" name="S25_label2" descr="label2">
            <a:extLst xmlns:a="http://schemas.openxmlformats.org/drawingml/2006/main">
              <a:ext uri="{FF2B5EF4-FFF2-40B4-BE49-F238E27FC236}">
                <a16:creationId xmlns:a16="http://schemas.microsoft.com/office/drawing/2014/main" id="{51A6B50C-1BA9-5A42-A042-F30E7B0E65BF}"/>
              </a:ext>
              <a:ext uri="urn:g6b3r1:native-source:v1">
                <g6:source xmlns:g6="urn:g6b3r1:native-source:v1">{"alt":"label2","bold":true,"color":"#16282B","font_px":26,"h":84,"id":"S25_label2","kind":"text","line_height_px":29.9,"reading_order":6,"text":"Independent owners","w":300,"x":56,"y":437}</g6:source>
              </a:ext>
            </a:extLst>
          </p:cNvPr>
          <p:cNvSpPr>
            <a:spLocks xmlns:a="http://schemas.openxmlformats.org/drawingml/2006/main" noGrp="1"/>
          </p:cNvSpPr>
          <p:nvPr/>
        </p:nvSpPr>
        <p:spPr>
          <a:xfrm xmlns:a="http://schemas.openxmlformats.org/drawingml/2006/main">
            <a:off x="533400" y="4162425"/>
            <a:ext cx="285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243"/>
              </a:lnSpc>
              <a:spcBef>
                <a:spcPts val="0"/>
              </a:spcBef>
              <a:spcAft>
                <a:spcPts val="0"/>
              </a:spcAft>
              <a:defRPr sz="1950" b="1">
                <a:solidFill>
                  <a:srgbClr val="16282B"/>
                </a:solidFill>
                <a:latin typeface="Nimbus Sans"/>
                <a:ea typeface="Nimbus Sans"/>
                <a:cs typeface="Nimbus Sans"/>
              </a:defRPr>
            </a:pPr>
            <a:r>
              <a:rPr sz="1950" b="1">
                <a:solidFill>
                  <a:srgbClr val="16282B"/>
                </a:solidFill>
                <a:latin typeface="Nimbus Sans"/>
                <a:ea typeface="Nimbus Sans"/>
                <a:cs typeface="Nimbus Sans"/>
              </a:rPr>
              <a:t>Independent owners</a:t>
            </a:r>
          </a:p>
        </p:txBody>
      </p:sp>
      <p:sp>
        <p:nvSpPr>
          <p:cNvPr id="9" name="S25_body2" descr="body2">
            <a:extLst xmlns:a="http://schemas.openxmlformats.org/drawingml/2006/main">
              <a:ext uri="{FF2B5EF4-FFF2-40B4-BE49-F238E27FC236}">
                <a16:creationId xmlns:a16="http://schemas.microsoft.com/office/drawing/2014/main" id="{C2671B4C-2592-5053-96FC-12E4E5EDF25D}"/>
              </a:ext>
              <a:ext uri="urn:g6b3r1:native-source:v1">
                <g6:source xmlns:g6="urn:g6b3r1:native-source:v1">{"alt":"body2","bold":false,"color":"#16282B","font_px":25,"h":100,"id":"S25_body2","kind":"text","line_height_px":28.749999999999996,"reading_order":7,"text":"A local model, an organization and a remote service may contribute data.\nNone inherits another owner's final authority.","w":830,"x":385,"y":437}</g6:source>
              </a:ext>
            </a:extLst>
          </p:cNvPr>
          <p:cNvSpPr>
            <a:spLocks xmlns:a="http://schemas.openxmlformats.org/drawingml/2006/main" noGrp="1"/>
          </p:cNvSpPr>
          <p:nvPr/>
        </p:nvSpPr>
        <p:spPr>
          <a:xfrm xmlns:a="http://schemas.openxmlformats.org/drawingml/2006/main">
            <a:off x="3667125" y="4162425"/>
            <a:ext cx="7905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156"/>
              </a:lnSpc>
              <a:spcBef>
                <a:spcPts val="0"/>
              </a:spcBef>
              <a:spcAft>
                <a:spcPts val="0"/>
              </a:spcAft>
              <a:defRPr sz="1875" b="0">
                <a:solidFill>
                  <a:srgbClr val="16282B"/>
                </a:solidFill>
                <a:latin typeface="Nimbus Sans"/>
                <a:ea typeface="Nimbus Sans"/>
                <a:cs typeface="Nimbus Sans"/>
              </a:defRPr>
            </a:pPr>
            <a:r>
              <a:rPr sz="1875" b="0">
                <a:solidFill>
                  <a:srgbClr val="16282B"/>
                </a:solidFill>
                <a:latin typeface="Nimbus Sans"/>
                <a:ea typeface="Nimbus Sans"/>
                <a:cs typeface="Nimbus Sans"/>
              </a:rPr>
              <a:t>A local model, an organization and a remote service may contribute data.</a:t>
            </a:r>
          </a:p>
          <a:p xmlns:a="http://schemas.openxmlformats.org/drawingml/2006/main">
            <a:pPr algn="l">
              <a:lnSpc>
                <a:spcPts val="2156"/>
              </a:lnSpc>
              <a:spcBef>
                <a:spcPts val="0"/>
              </a:spcBef>
              <a:spcAft>
                <a:spcPts val="0"/>
              </a:spcAft>
              <a:defRPr sz="1875" b="0">
                <a:solidFill>
                  <a:srgbClr val="16282B"/>
                </a:solidFill>
                <a:latin typeface="Nimbus Sans"/>
                <a:ea typeface="Nimbus Sans"/>
                <a:cs typeface="Nimbus Sans"/>
              </a:defRPr>
            </a:pPr>
            <a:r>
              <a:rPr sz="1875" b="0">
                <a:solidFill>
                  <a:srgbClr val="16282B"/>
                </a:solidFill>
                <a:latin typeface="Nimbus Sans"/>
                <a:ea typeface="Nimbus Sans"/>
                <a:cs typeface="Nimbus Sans"/>
              </a:rPr>
              <a:t>None inherits another owner's final authority.</a:t>
            </a:r>
          </a:p>
        </p:txBody>
      </p:sp>
      <p:sp>
        <p:nvSpPr>
          <p:cNvPr id="10" name="S25_qualification" descr="qualification">
            <a:extLst xmlns:a="http://schemas.openxmlformats.org/drawingml/2006/main">
              <a:ext uri="{FF2B5EF4-FFF2-40B4-BE49-F238E27FC236}">
                <a16:creationId xmlns:a16="http://schemas.microsoft.com/office/drawing/2014/main" id="{CA9C23D5-F339-5CF8-9C3D-C0EE0E331B0E}"/>
              </a:ext>
              <a:ext uri="urn:g6b3r1:native-source:v1">
                <g6:source xmlns:g6="urn:g6b3r1:native-source:v1">{"alt":"qualification","bold":false,"color":"#43595D","font_px":23,"h":58,"id":"S25_qualification","kind":"text","line_height_px":26.45,"reading_order":8,"text":"Current packets and actual consumption remain distinct. No endorsement, superiority result or new integration\nclaimed.","w":1162,"x":56,"y":596}</g6:source>
              </a:ext>
            </a:extLst>
          </p:cNvPr>
          <p:cNvSpPr>
            <a:spLocks xmlns:a="http://schemas.openxmlformats.org/drawingml/2006/main" noGrp="1"/>
          </p:cNvSpPr>
          <p:nvPr/>
        </p:nvSpPr>
        <p:spPr>
          <a:xfrm xmlns:a="http://schemas.openxmlformats.org/drawingml/2006/main">
            <a:off x="533400" y="5676900"/>
            <a:ext cx="11068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984"/>
              </a:lnSpc>
              <a:spcBef>
                <a:spcPts val="0"/>
              </a:spcBef>
              <a:spcAft>
                <a:spcPts val="0"/>
              </a:spcAft>
              <a:defRPr sz="1725" b="0">
                <a:solidFill>
                  <a:srgbClr val="43595D"/>
                </a:solidFill>
                <a:latin typeface="Nimbus Sans"/>
                <a:ea typeface="Nimbus Sans"/>
                <a:cs typeface="Nimbus Sans"/>
              </a:defRPr>
            </a:pPr>
            <a:r>
              <a:rPr sz="1725" b="0">
                <a:solidFill>
                  <a:srgbClr val="43595D"/>
                </a:solidFill>
                <a:latin typeface="Nimbus Sans"/>
                <a:ea typeface="Nimbus Sans"/>
                <a:cs typeface="Nimbus Sans"/>
              </a:rPr>
              <a:t>Current packets and actual consumption remain distinct. No endorsement, superiority result or new integration</a:t>
            </a:r>
          </a:p>
          <a:p xmlns:a="http://schemas.openxmlformats.org/drawingml/2006/main">
            <a:pPr algn="l">
              <a:lnSpc>
                <a:spcPts val="1984"/>
              </a:lnSpc>
              <a:spcBef>
                <a:spcPts val="0"/>
              </a:spcBef>
              <a:spcAft>
                <a:spcPts val="0"/>
              </a:spcAft>
              <a:defRPr sz="1725" b="0">
                <a:solidFill>
                  <a:srgbClr val="43595D"/>
                </a:solidFill>
                <a:latin typeface="Nimbus Sans"/>
                <a:ea typeface="Nimbus Sans"/>
                <a:cs typeface="Nimbus Sans"/>
              </a:defRPr>
            </a:pPr>
            <a:r>
              <a:rPr sz="1725" b="0">
                <a:solidFill>
                  <a:srgbClr val="43595D"/>
                </a:solidFill>
                <a:latin typeface="Nimbus Sans"/>
                <a:ea typeface="Nimbus Sans"/>
                <a:cs typeface="Nimbus Sans"/>
              </a:rPr>
              <a:t>claimed.</a:t>
            </a:r>
          </a:p>
        </p:txBody>
      </p:sp>
      <p:sp>
        <p:nvSpPr>
          <p:cNvPr id="11" name="S25_rule" descr="rule">
            <a:extLst xmlns:a="http://schemas.openxmlformats.org/drawingml/2006/main">
              <a:ext uri="{FF2B5EF4-FFF2-40B4-BE49-F238E27FC236}">
                <a16:creationId xmlns:a16="http://schemas.microsoft.com/office/drawing/2014/main" id="{338D6DC2-13F9-5984-B321-8AD0B13278FD}"/>
              </a:ext>
              <a:ext uri="urn:g6b3r1:native-source:v1">
                <g6:source xmlns:g6="urn:g6b3r1:native-source:v1">{"alt":"rule","color":"#B8C8C6","h":0,"id":"S25_rule","kind":"line","reading_order":9,"stroke_width":1,"w":1162,"x":56,"y":671}</g6:source>
              </a:ext>
            </a:extLst>
          </p:cNvPr>
          <p:cNvSpPr>
            <a:spLocks xmlns:a="http://schemas.openxmlformats.org/drawingml/2006/main" noGrp="1"/>
          </p:cNvSpPr>
          <p:nvPr/>
        </p:nvSpPr>
        <p:spPr>
          <a:xfrm xmlns:a="http://schemas.openxmlformats.org/drawingml/2006/main" flipH="0" flipV="0" rot="0">
            <a:off x="533400" y="6391275"/>
            <a:ext cx="11068050" cy="0"/>
          </a:xfrm>
          <a:prstGeom xmlns:a="http://schemas.openxmlformats.org/drawingml/2006/main" prst="line">
            <a:avLst/>
          </a:prstGeom>
          <a:noFill xmlns:a="http://schemas.openxmlformats.org/drawingml/2006/main"/>
          <a:ln xmlns:a="http://schemas.openxmlformats.org/drawingml/2006/main" w="9525">
            <a:solidFill>
              <a:srgbClr val="B8C8C6"/>
            </a:solidFill>
          </a:ln>
        </p:spPr>
      </p:sp>
      <p:sp>
        <p:nvSpPr>
          <p:cNvPr id="12" name="S25_source_link" descr="source link">
            <a:hlinkClick r:id="g6b3r1Link11"/>
            <a:extLst xmlns:a="http://schemas.openxmlformats.org/drawingml/2006/main">
              <a:ext uri="{FF2B5EF4-FFF2-40B4-BE49-F238E27FC236}">
                <a16:creationId xmlns:a16="http://schemas.microsoft.com/office/drawing/2014/main" id="{AEE3D49C-56CA-5414-82CB-798A234E41DC}"/>
              </a:ext>
              <a:ext uri="urn:g6b3r1:native-source:v1">
                <g6:source xmlns:g6="urn:g6b3r1:native-source:v1">{"alt":"source link","bold":false,"color":"#315E8B","font_px":18,"h":27,"id":"S25_source_link","kind":"text","line_height_px":20.7,"link_target":"https://github.com/AAkhtanin/hedgehog-os/blob/2e965ecb18e545e428380eb8e9aa5a7037a388be/specs/current_architecture_lock_v01.md","reading_order":10,"text":"S25 Source: architecture","w":560,"x":56,"y":685}</g6:source>
              </a:ext>
            </a:extLst>
          </p:cNvPr>
          <p:cNvSpPr>
            <a:spLocks xmlns:a="http://schemas.openxmlformats.org/drawingml/2006/main" noGrp="1"/>
          </p:cNvSpPr>
          <p:nvPr/>
        </p:nvSpPr>
        <p:spPr>
          <a:xfrm xmlns:a="http://schemas.openxmlformats.org/drawingml/2006/main">
            <a:off x="533400" y="6524625"/>
            <a:ext cx="5334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553"/>
              </a:lnSpc>
              <a:spcBef>
                <a:spcPts val="0"/>
              </a:spcBef>
              <a:spcAft>
                <a:spcPts val="0"/>
              </a:spcAft>
              <a:defRPr sz="1350" b="0">
                <a:solidFill>
                  <a:srgbClr val="315E8B"/>
                </a:solidFill>
                <a:latin typeface="Nimbus Sans"/>
                <a:ea typeface="Nimbus Sans"/>
                <a:cs typeface="Nimbus Sans"/>
              </a:defRPr>
            </a:pPr>
            <a:r>
              <a:rPr sz="1350" b="0">
                <a:solidFill>
                  <a:srgbClr val="315E8B"/>
                </a:solidFill>
                <a:latin typeface="Nimbus Sans"/>
                <a:ea typeface="Nimbus Sans"/>
                <a:cs typeface="Nimbus Sans"/>
              </a:rPr>
              <a:t>S25 Source: architecture</a:t>
            </a:r>
          </a:p>
        </p:txBody>
      </p:sp>
      <p:sp>
        <p:nvSpPr>
          <p:cNvPr id="13" name="S25_atlas_locator" descr="atlas locator">
            <a:hlinkClick r:id="g6b3r1Link12"/>
            <a:extLst xmlns:a="http://schemas.openxmlformats.org/drawingml/2006/main">
              <a:ext uri="{FF2B5EF4-FFF2-40B4-BE49-F238E27FC236}">
                <a16:creationId xmlns:a16="http://schemas.microsoft.com/office/drawing/2014/main" id="{8DD4981D-3306-5003-8AF7-C41EDE953DC1}"/>
              </a:ext>
              <a:ext uri="urn:g6b3r1:native-source:v1">
                <g6:source xmlns:g6="urn:g6b3r1:native-source:v1">{"alt":"atlas locator","bold":false,"color":"#315E8B","font_px":17,"h":27,"id":"S25_atlas_locator","kind":"text","line_height_px":19.549999999999997,"link_target":"../atlas/README.html","reading_order":11,"text":"Atlas: Overview / GEO 1 2 3 4 5 6 7","w":560,"x":660,"y":685}</g6:source>
              </a:ext>
            </a:extLst>
          </p:cNvPr>
          <p:cNvSpPr>
            <a:spLocks xmlns:a="http://schemas.openxmlformats.org/drawingml/2006/main" noGrp="1"/>
          </p:cNvSpPr>
          <p:nvPr/>
        </p:nvSpPr>
        <p:spPr>
          <a:xfrm xmlns:a="http://schemas.openxmlformats.org/drawingml/2006/main">
            <a:off x="6286500" y="6524625"/>
            <a:ext cx="5334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466"/>
              </a:lnSpc>
              <a:spcBef>
                <a:spcPts val="0"/>
              </a:spcBef>
              <a:spcAft>
                <a:spcPts val="0"/>
              </a:spcAft>
              <a:defRPr sz="1275" b="0">
                <a:solidFill>
                  <a:srgbClr val="315E8B"/>
                </a:solidFill>
                <a:latin typeface="Nimbus Sans"/>
                <a:ea typeface="Nimbus Sans"/>
                <a:cs typeface="Nimbus Sans"/>
              </a:defRPr>
            </a:pPr>
            <a:r>
              <a:rPr sz="1275" b="0">
                <a:solidFill>
                  <a:srgbClr val="315E8B"/>
                </a:solidFill>
                <a:latin typeface="Nimbus Sans"/>
                <a:ea typeface="Nimbus Sans"/>
                <a:cs typeface="Nimbus Sans"/>
              </a:rPr>
              <a:t>Atlas: Overview / GEO 1 2 3 4 5 6 7</a:t>
            </a:r>
          </a:p>
        </p:txBody>
      </p:sp>
    </p:spTree>
    <p:extLst>
      <p:ext uri="{BB962C8B-B14F-4D97-AF65-F5344CB8AC3E}">
        <p14:creationId xmlns:p14="http://schemas.microsoft.com/office/powerpoint/2010/main" val="3442146857"/>
      </p:ext>
      <p:ext uri="urn:g6b3r1:native-source:v1">
        <g6:source xmlns:g6="urn:g6b3r1:native-source:v1">{"id":"S25","notes_en":"EXTERNAL CONTEXT / Primary-source descriptions, not comparative experiments\n\nUseful data, permitted action and location differ EXTERNAL CONTEXT / Primary-source descriptions, not comparative experiments Microsoft IFC / FIDES Integrity and confidentiality labels propagate; policy checks precede tools. Experimental defaults and approval limits remain. Apple local computation The dated manufacturer announcement illustrates possible local participants. No Radiolaria performance or adapter result. Independent owners A local model, an organization and a remote service may contribute data. None inherits another owner's final authority. Current packets and actual consumption remain distinct. No endorsement, superiority result or new integration claimed.\n\nThis is an editorial explanation of the named recorded or conceptual scope, not a new runtime result. Follow the source references for exact fields and limitations. B5 and final publication are not performed.","reading_order":["S25_title","S25_scope","S25_label0","S25_body0","S25_label1","S25_body1","S25_label2","S25_body2","S25_qualification","S25_rule","S25_source_link","S25_atlas_locator"],"relations":[],"scope":"EXTERNAL CONTEXT / Primary-source descriptions, not comparative experiments","source_refs":[{"label":"primary context","target":"../references/current/external_context.json"},{"label":"comparison","target":"../chapters/12_context.html"}],"title":"Useful data, permitted action and location differ"}</g6:source>
      </p:ext>
    </p:extLst>
  </p:cSld>
</p:sld>
</file>

<file path=ppt/slides/slide25.xml><?xml version="1.0" encoding="utf-8"?>
<p:sld xmlns:p="http://schemas.openxmlformats.org/presentationml/2006/main" xmlns:a="http://schemas.openxmlformats.org/drawingml/2006/main" xmlns:r="http://schemas.openxmlformats.org/officeDocument/2006/relationships">
  <p:cSld name="S22">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22_title" descr="title">
            <a:extLst xmlns:a="http://schemas.openxmlformats.org/drawingml/2006/main">
              <a:ext uri="{FF2B5EF4-FFF2-40B4-BE49-F238E27FC236}">
                <a16:creationId xmlns:a16="http://schemas.microsoft.com/office/drawing/2014/main" id="{1ED04709-2635-5DB4-9759-C6C1306A56F3}"/>
              </a:ext>
              <a:ext uri="urn:g6b3r1:native-source:v1">
                <g6:source xmlns:g6="urn:g6b3r1:native-source:v1">{"alt":"title","bold":true,"color":"#16282B","font_px":42,"h":75,"id":"S22_title","kind":"text","line_height_px":48.3,"reading_order":0,"text":"One file to inspect; one bundle to go deeper","w":1170,"x":54,"y":36}</g6:source>
              </a:ext>
            </a:extLst>
          </p:cNvPr>
          <p:cNvSpPr>
            <a:spLocks xmlns:a="http://schemas.openxmlformats.org/drawingml/2006/main" noGrp="1"/>
          </p:cNvSpPr>
          <p:nvPr/>
        </p:nvSpPr>
        <p:spPr>
          <a:xfrm xmlns:a="http://schemas.openxmlformats.org/drawingml/2006/main">
            <a:off x="514350" y="342900"/>
            <a:ext cx="11144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3623"/>
              </a:lnSpc>
              <a:spcBef>
                <a:spcPts val="0"/>
              </a:spcBef>
              <a:spcAft>
                <a:spcPts val="0"/>
              </a:spcAft>
              <a:defRPr sz="3150" b="1">
                <a:solidFill>
                  <a:srgbClr val="16282B"/>
                </a:solidFill>
                <a:latin typeface="Nimbus Sans"/>
                <a:ea typeface="Nimbus Sans"/>
                <a:cs typeface="Nimbus Sans"/>
              </a:defRPr>
            </a:pPr>
            <a:r>
              <a:rPr sz="3150" b="1">
                <a:solidFill>
                  <a:srgbClr val="16282B"/>
                </a:solidFill>
                <a:latin typeface="Nimbus Sans"/>
                <a:ea typeface="Nimbus Sans"/>
                <a:cs typeface="Nimbus Sans"/>
              </a:rPr>
              <a:t>One file to inspect; one bundle to go deeper</a:t>
            </a:r>
          </a:p>
        </p:txBody>
      </p:sp>
      <p:sp>
        <p:nvSpPr>
          <p:cNvPr id="3" name="S22_scope" descr="scope">
            <a:extLst xmlns:a="http://schemas.openxmlformats.org/drawingml/2006/main">
              <a:ext uri="{FF2B5EF4-FFF2-40B4-BE49-F238E27FC236}">
                <a16:creationId xmlns:a16="http://schemas.microsoft.com/office/drawing/2014/main" id="{766495E9-FBE8-5979-A9E1-AB7B14B40572}"/>
              </a:ext>
              <a:ext uri="urn:g6b3r1:native-source:v1">
                <g6:source xmlns:g6="urn:g6b3r1:native-source:v1">{"alt":"scope","bold":false,"color":"#43595D","font_px":23,"h":54,"id":"S22_scope","kind":"text","line_height_px":26.45,"reading_order":1,"text":"REVIEW LINKS / Offline bundle routes are distinct from accepted-source HTTPS","w":1160,"x":56,"y":113}</g6:source>
              </a:ext>
            </a:extLst>
          </p:cNvPr>
          <p:cNvSpPr>
            <a:spLocks xmlns:a="http://schemas.openxmlformats.org/drawingml/2006/main" noGrp="1"/>
          </p:cNvSpPr>
          <p:nvPr/>
        </p:nvSpPr>
        <p:spPr>
          <a:xfrm xmlns:a="http://schemas.openxmlformats.org/drawingml/2006/main">
            <a:off x="533400" y="1076325"/>
            <a:ext cx="1104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984"/>
              </a:lnSpc>
              <a:spcBef>
                <a:spcPts val="0"/>
              </a:spcBef>
              <a:spcAft>
                <a:spcPts val="0"/>
              </a:spcAft>
              <a:defRPr sz="1725" b="0">
                <a:solidFill>
                  <a:srgbClr val="43595D"/>
                </a:solidFill>
                <a:latin typeface="Nimbus Sans"/>
                <a:ea typeface="Nimbus Sans"/>
                <a:cs typeface="Nimbus Sans"/>
              </a:defRPr>
            </a:pPr>
            <a:r>
              <a:rPr sz="1725" b="0">
                <a:solidFill>
                  <a:srgbClr val="43595D"/>
                </a:solidFill>
                <a:latin typeface="Nimbus Sans"/>
                <a:ea typeface="Nimbus Sans"/>
                <a:cs typeface="Nimbus Sans"/>
              </a:rPr>
              <a:t>REVIEW LINKS / Offline bundle routes are distinct from accepted-source HTTPS</a:t>
            </a:r>
          </a:p>
        </p:txBody>
      </p:sp>
      <p:sp>
        <p:nvSpPr>
          <p:cNvPr id="4" name="S22_link0" descr="link0">
            <a:hlinkClick r:id="g6b3r1Link3"/>
            <a:extLst xmlns:a="http://schemas.openxmlformats.org/drawingml/2006/main">
              <a:ext uri="{FF2B5EF4-FFF2-40B4-BE49-F238E27FC236}">
                <a16:creationId xmlns:a16="http://schemas.microsoft.com/office/drawing/2014/main" id="{27F39FED-0151-52B4-AD58-76FB7E0B07E2}"/>
              </a:ext>
              <a:ext uri="urn:g6b3r1:native-source:v1">
                <g6:source xmlns:g6="urn:g6b3r1:native-source:v1">{"alt":"link0","bold":true,"color":"#315E8B","font_px":33,"h":56,"id":"S22_link0","kind":"text","line_height_px":37.949999999999996,"link_target":"../WHITEPAPER.html","reading_order":2,"text":"Understand","w":250,"x":56,"y":197}</g6:source>
              </a:ext>
            </a:extLst>
          </p:cNvPr>
          <p:cNvSpPr>
            <a:spLocks xmlns:a="http://schemas.openxmlformats.org/drawingml/2006/main" noGrp="1"/>
          </p:cNvSpPr>
          <p:nvPr/>
        </p:nvSpPr>
        <p:spPr>
          <a:xfrm xmlns:a="http://schemas.openxmlformats.org/drawingml/2006/main">
            <a:off x="533400" y="1876425"/>
            <a:ext cx="2381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846"/>
              </a:lnSpc>
              <a:spcBef>
                <a:spcPts val="0"/>
              </a:spcBef>
              <a:spcAft>
                <a:spcPts val="0"/>
              </a:spcAft>
              <a:defRPr sz="2475" b="1">
                <a:solidFill>
                  <a:srgbClr val="315E8B"/>
                </a:solidFill>
                <a:latin typeface="Nimbus Sans"/>
                <a:ea typeface="Nimbus Sans"/>
                <a:cs typeface="Nimbus Sans"/>
              </a:defRPr>
            </a:pPr>
            <a:r>
              <a:rPr sz="2475" b="1">
                <a:solidFill>
                  <a:srgbClr val="315E8B"/>
                </a:solidFill>
                <a:latin typeface="Nimbus Sans"/>
                <a:ea typeface="Nimbus Sans"/>
                <a:cs typeface="Nimbus Sans"/>
              </a:rPr>
              <a:t>Understand</a:t>
            </a:r>
          </a:p>
        </p:txBody>
      </p:sp>
      <p:sp>
        <p:nvSpPr>
          <p:cNvPr id="5" name="S22_desc0" descr="desc0">
            <a:extLst xmlns:a="http://schemas.openxmlformats.org/drawingml/2006/main">
              <a:ext uri="{FF2B5EF4-FFF2-40B4-BE49-F238E27FC236}">
                <a16:creationId xmlns:a16="http://schemas.microsoft.com/office/drawing/2014/main" id="{AB9E56DB-F406-5BF9-AFE4-66C2C331BEF9}"/>
              </a:ext>
              <a:ext uri="urn:g6b3r1:native-source:v1">
                <g6:source xmlns:g6="urn:g6b3r1:native-source:v1">{"alt":"desc0","bold":false,"color":"#16282B","font_px":29,"h":57,"id":"S22_desc0","kind":"text","line_height_px":33.349999999999994,"reading_order":3,"text":"Whole argument and seven views","w":850,"x":364,"y":197}</g6:source>
              </a:ext>
            </a:extLst>
          </p:cNvPr>
          <p:cNvSpPr>
            <a:spLocks xmlns:a="http://schemas.openxmlformats.org/drawingml/2006/main" noGrp="1"/>
          </p:cNvSpPr>
          <p:nvPr/>
        </p:nvSpPr>
        <p:spPr>
          <a:xfrm xmlns:a="http://schemas.openxmlformats.org/drawingml/2006/main">
            <a:off x="3467100" y="1876425"/>
            <a:ext cx="8096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501"/>
              </a:lnSpc>
              <a:spcBef>
                <a:spcPts val="0"/>
              </a:spcBef>
              <a:spcAft>
                <a:spcPts val="0"/>
              </a:spcAft>
              <a:defRPr sz="2175" b="0">
                <a:solidFill>
                  <a:srgbClr val="16282B"/>
                </a:solidFill>
                <a:latin typeface="Nimbus Sans"/>
                <a:ea typeface="Nimbus Sans"/>
                <a:cs typeface="Nimbus Sans"/>
              </a:defRPr>
            </a:pPr>
            <a:r>
              <a:rPr sz="2175" b="0">
                <a:solidFill>
                  <a:srgbClr val="16282B"/>
                </a:solidFill>
                <a:latin typeface="Nimbus Sans"/>
                <a:ea typeface="Nimbus Sans"/>
                <a:cs typeface="Nimbus Sans"/>
              </a:rPr>
              <a:t>Whole argument and seven views</a:t>
            </a:r>
          </a:p>
        </p:txBody>
      </p:sp>
      <p:sp>
        <p:nvSpPr>
          <p:cNvPr id="6" name="S22_link1" descr="link1">
            <a:hlinkClick r:id="g6b3r1Link5"/>
            <a:extLst xmlns:a="http://schemas.openxmlformats.org/drawingml/2006/main">
              <a:ext uri="{FF2B5EF4-FFF2-40B4-BE49-F238E27FC236}">
                <a16:creationId xmlns:a16="http://schemas.microsoft.com/office/drawing/2014/main" id="{E919AB90-F609-5ED0-96A3-60FC1DD450BE}"/>
              </a:ext>
              <a:ext uri="urn:g6b3r1:native-source:v1">
                <g6:source xmlns:g6="urn:g6b3r1:native-source:v1">{"alt":"link1","bold":true,"color":"#315E8B","font_px":33,"h":56,"id":"S22_link1","kind":"text","line_height_px":37.949999999999996,"link_target":"../VERIFY.html","reading_order":4,"text":"Verify","w":250,"x":56,"y":279}</g6:source>
              </a:ext>
            </a:extLst>
          </p:cNvPr>
          <p:cNvSpPr>
            <a:spLocks xmlns:a="http://schemas.openxmlformats.org/drawingml/2006/main" noGrp="1"/>
          </p:cNvSpPr>
          <p:nvPr/>
        </p:nvSpPr>
        <p:spPr>
          <a:xfrm xmlns:a="http://schemas.openxmlformats.org/drawingml/2006/main">
            <a:off x="533400" y="2657475"/>
            <a:ext cx="2381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846"/>
              </a:lnSpc>
              <a:spcBef>
                <a:spcPts val="0"/>
              </a:spcBef>
              <a:spcAft>
                <a:spcPts val="0"/>
              </a:spcAft>
              <a:defRPr sz="2475" b="1">
                <a:solidFill>
                  <a:srgbClr val="315E8B"/>
                </a:solidFill>
                <a:latin typeface="Nimbus Sans"/>
                <a:ea typeface="Nimbus Sans"/>
                <a:cs typeface="Nimbus Sans"/>
              </a:defRPr>
            </a:pPr>
            <a:r>
              <a:rPr sz="2475" b="1">
                <a:solidFill>
                  <a:srgbClr val="315E8B"/>
                </a:solidFill>
                <a:latin typeface="Nimbus Sans"/>
                <a:ea typeface="Nimbus Sans"/>
                <a:cs typeface="Nimbus Sans"/>
              </a:rPr>
              <a:t>Verify</a:t>
            </a:r>
          </a:p>
        </p:txBody>
      </p:sp>
      <p:sp>
        <p:nvSpPr>
          <p:cNvPr id="7" name="S22_desc1" descr="desc1">
            <a:extLst xmlns:a="http://schemas.openxmlformats.org/drawingml/2006/main">
              <a:ext uri="{FF2B5EF4-FFF2-40B4-BE49-F238E27FC236}">
                <a16:creationId xmlns:a16="http://schemas.microsoft.com/office/drawing/2014/main" id="{26D5C15D-B7E5-5C8E-B5A1-CA586381A9C7}"/>
              </a:ext>
              <a:ext uri="urn:g6b3r1:native-source:v1">
                <g6:source xmlns:g6="urn:g6b3r1:native-source:v1">{"alt":"desc1","bold":false,"color":"#16282B","font_px":29,"h":57,"id":"S22_desc1","kind":"text","line_height_px":33.349999999999994,"reading_order":5,"text":"Recorded claims, fields and limits","w":850,"x":364,"y":279}</g6:source>
              </a:ext>
            </a:extLst>
          </p:cNvPr>
          <p:cNvSpPr>
            <a:spLocks xmlns:a="http://schemas.openxmlformats.org/drawingml/2006/main" noGrp="1"/>
          </p:cNvSpPr>
          <p:nvPr/>
        </p:nvSpPr>
        <p:spPr>
          <a:xfrm xmlns:a="http://schemas.openxmlformats.org/drawingml/2006/main">
            <a:off x="3467100" y="2657475"/>
            <a:ext cx="8096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501"/>
              </a:lnSpc>
              <a:spcBef>
                <a:spcPts val="0"/>
              </a:spcBef>
              <a:spcAft>
                <a:spcPts val="0"/>
              </a:spcAft>
              <a:defRPr sz="2175" b="0">
                <a:solidFill>
                  <a:srgbClr val="16282B"/>
                </a:solidFill>
                <a:latin typeface="Nimbus Sans"/>
                <a:ea typeface="Nimbus Sans"/>
                <a:cs typeface="Nimbus Sans"/>
              </a:defRPr>
            </a:pPr>
            <a:r>
              <a:rPr sz="2175" b="0">
                <a:solidFill>
                  <a:srgbClr val="16282B"/>
                </a:solidFill>
                <a:latin typeface="Nimbus Sans"/>
                <a:ea typeface="Nimbus Sans"/>
                <a:cs typeface="Nimbus Sans"/>
              </a:rPr>
              <a:t>Recorded claims, fields and limits</a:t>
            </a:r>
          </a:p>
        </p:txBody>
      </p:sp>
      <p:sp>
        <p:nvSpPr>
          <p:cNvPr id="8" name="S22_link2" descr="link2">
            <a:hlinkClick r:id="g6b3r1Link7"/>
            <a:extLst xmlns:a="http://schemas.openxmlformats.org/drawingml/2006/main">
              <a:ext uri="{FF2B5EF4-FFF2-40B4-BE49-F238E27FC236}">
                <a16:creationId xmlns:a16="http://schemas.microsoft.com/office/drawing/2014/main" id="{E3886E27-8DEB-5713-9A02-3AD969ACA160}"/>
              </a:ext>
              <a:ext uri="urn:g6b3r1:native-source:v1">
                <g6:source xmlns:g6="urn:g6b3r1:native-source:v1">{"alt":"link2","bold":true,"color":"#315E8B","font_px":33,"h":56,"id":"S22_link2","kind":"text","line_height_px":37.949999999999996,"link_target":"https://github.com/AAkhtanin/hedgehog-os/blob/2e965ecb18e545e428380eb8e9aa5a7037a388be/docs/gate5_authoring_kit_v01/START_HERE.md","reading_order":6,"text":"Build","w":250,"x":56,"y":361}</g6:source>
              </a:ext>
            </a:extLst>
          </p:cNvPr>
          <p:cNvSpPr>
            <a:spLocks xmlns:a="http://schemas.openxmlformats.org/drawingml/2006/main" noGrp="1"/>
          </p:cNvSpPr>
          <p:nvPr/>
        </p:nvSpPr>
        <p:spPr>
          <a:xfrm xmlns:a="http://schemas.openxmlformats.org/drawingml/2006/main">
            <a:off x="533400" y="3438525"/>
            <a:ext cx="2381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846"/>
              </a:lnSpc>
              <a:spcBef>
                <a:spcPts val="0"/>
              </a:spcBef>
              <a:spcAft>
                <a:spcPts val="0"/>
              </a:spcAft>
              <a:defRPr sz="2475" b="1">
                <a:solidFill>
                  <a:srgbClr val="315E8B"/>
                </a:solidFill>
                <a:latin typeface="Nimbus Sans"/>
                <a:ea typeface="Nimbus Sans"/>
                <a:cs typeface="Nimbus Sans"/>
              </a:defRPr>
            </a:pPr>
            <a:r>
              <a:rPr sz="2475" b="1">
                <a:solidFill>
                  <a:srgbClr val="315E8B"/>
                </a:solidFill>
                <a:latin typeface="Nimbus Sans"/>
                <a:ea typeface="Nimbus Sans"/>
                <a:cs typeface="Nimbus Sans"/>
              </a:rPr>
              <a:t>Build</a:t>
            </a:r>
          </a:p>
        </p:txBody>
      </p:sp>
      <p:sp>
        <p:nvSpPr>
          <p:cNvPr id="9" name="S22_desc2" descr="desc2">
            <a:extLst xmlns:a="http://schemas.openxmlformats.org/drawingml/2006/main">
              <a:ext uri="{FF2B5EF4-FFF2-40B4-BE49-F238E27FC236}">
                <a16:creationId xmlns:a16="http://schemas.microsoft.com/office/drawing/2014/main" id="{00DE5F50-50D8-5589-B95B-5800110D07F3}"/>
              </a:ext>
              <a:ext uri="urn:g6b3r1:native-source:v1">
                <g6:source xmlns:g6="urn:g6b3r1:native-source:v1">{"alt":"desc2","bold":false,"color":"#16282B","font_px":29,"h":57,"id":"S22_desc2","kind":"text","line_height_px":33.349999999999994,"reading_order":7,"text":"Accepted HOW and interfaces","w":850,"x":364,"y":361}</g6:source>
              </a:ext>
            </a:extLst>
          </p:cNvPr>
          <p:cNvSpPr>
            <a:spLocks xmlns:a="http://schemas.openxmlformats.org/drawingml/2006/main" noGrp="1"/>
          </p:cNvSpPr>
          <p:nvPr/>
        </p:nvSpPr>
        <p:spPr>
          <a:xfrm xmlns:a="http://schemas.openxmlformats.org/drawingml/2006/main">
            <a:off x="3467100" y="3438525"/>
            <a:ext cx="8096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501"/>
              </a:lnSpc>
              <a:spcBef>
                <a:spcPts val="0"/>
              </a:spcBef>
              <a:spcAft>
                <a:spcPts val="0"/>
              </a:spcAft>
              <a:defRPr sz="2175" b="0">
                <a:solidFill>
                  <a:srgbClr val="16282B"/>
                </a:solidFill>
                <a:latin typeface="Nimbus Sans"/>
                <a:ea typeface="Nimbus Sans"/>
                <a:cs typeface="Nimbus Sans"/>
              </a:defRPr>
            </a:pPr>
            <a:r>
              <a:rPr sz="2175" b="0">
                <a:solidFill>
                  <a:srgbClr val="16282B"/>
                </a:solidFill>
                <a:latin typeface="Nimbus Sans"/>
                <a:ea typeface="Nimbus Sans"/>
                <a:cs typeface="Nimbus Sans"/>
              </a:rPr>
              <a:t>Accepted HOW and interfaces</a:t>
            </a:r>
          </a:p>
        </p:txBody>
      </p:sp>
      <p:sp>
        <p:nvSpPr>
          <p:cNvPr id="10" name="S22_link3" descr="link3">
            <a:hlinkClick r:id="g6b3r1Link9"/>
            <a:extLst xmlns:a="http://schemas.openxmlformats.org/drawingml/2006/main">
              <a:ext uri="{FF2B5EF4-FFF2-40B4-BE49-F238E27FC236}">
                <a16:creationId xmlns:a16="http://schemas.microsoft.com/office/drawing/2014/main" id="{E56990D9-42F0-525A-B42B-09154CAD5FAB}"/>
              </a:ext>
              <a:ext uri="urn:g6b3r1:native-source:v1">
                <g6:source xmlns:g6="urn:g6b3r1:native-source:v1">{"alt":"link3","bold":true,"color":"#315E8B","font_px":33,"h":56,"id":"S22_link3","kind":"text","line_height_px":37.949999999999996,"link_target":"../reader/READ_RADIOLARIA.xml","reading_order":8,"text":"LLM","w":250,"x":56,"y":443}</g6:source>
              </a:ext>
            </a:extLst>
          </p:cNvPr>
          <p:cNvSpPr>
            <a:spLocks xmlns:a="http://schemas.openxmlformats.org/drawingml/2006/main" noGrp="1"/>
          </p:cNvSpPr>
          <p:nvPr/>
        </p:nvSpPr>
        <p:spPr>
          <a:xfrm xmlns:a="http://schemas.openxmlformats.org/drawingml/2006/main">
            <a:off x="533400" y="4219575"/>
            <a:ext cx="2381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846"/>
              </a:lnSpc>
              <a:spcBef>
                <a:spcPts val="0"/>
              </a:spcBef>
              <a:spcAft>
                <a:spcPts val="0"/>
              </a:spcAft>
              <a:defRPr sz="2475" b="1">
                <a:solidFill>
                  <a:srgbClr val="315E8B"/>
                </a:solidFill>
                <a:latin typeface="Nimbus Sans"/>
                <a:ea typeface="Nimbus Sans"/>
                <a:cs typeface="Nimbus Sans"/>
              </a:defRPr>
            </a:pPr>
            <a:r>
              <a:rPr sz="2475" b="1">
                <a:solidFill>
                  <a:srgbClr val="315E8B"/>
                </a:solidFill>
                <a:latin typeface="Nimbus Sans"/>
                <a:ea typeface="Nimbus Sans"/>
                <a:cs typeface="Nimbus Sans"/>
              </a:rPr>
              <a:t>LLM</a:t>
            </a:r>
          </a:p>
        </p:txBody>
      </p:sp>
      <p:sp>
        <p:nvSpPr>
          <p:cNvPr id="11" name="S22_desc3" descr="desc3">
            <a:extLst xmlns:a="http://schemas.openxmlformats.org/drawingml/2006/main">
              <a:ext uri="{FF2B5EF4-FFF2-40B4-BE49-F238E27FC236}">
                <a16:creationId xmlns:a16="http://schemas.microsoft.com/office/drawing/2014/main" id="{6B8A015E-DF44-530C-A1B6-AA94B29D4E49}"/>
              </a:ext>
              <a:ext uri="urn:g6b3r1:native-source:v1">
                <g6:source xmlns:g6="urn:g6b3r1:native-source:v1">{"alt":"desc3","bold":false,"color":"#16282B","font_px":29,"h":57,"id":"S22_desc3","kind":"text","line_height_px":33.349999999999994,"reading_order":9,"text":"READ_RADIOLARIA.xml / optional focused routes","w":850,"x":364,"y":443}</g6:source>
              </a:ext>
            </a:extLst>
          </p:cNvPr>
          <p:cNvSpPr>
            <a:spLocks xmlns:a="http://schemas.openxmlformats.org/drawingml/2006/main" noGrp="1"/>
          </p:cNvSpPr>
          <p:nvPr/>
        </p:nvSpPr>
        <p:spPr>
          <a:xfrm xmlns:a="http://schemas.openxmlformats.org/drawingml/2006/main">
            <a:off x="3467100" y="4219575"/>
            <a:ext cx="8096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501"/>
              </a:lnSpc>
              <a:spcBef>
                <a:spcPts val="0"/>
              </a:spcBef>
              <a:spcAft>
                <a:spcPts val="0"/>
              </a:spcAft>
              <a:defRPr sz="2175" b="0">
                <a:solidFill>
                  <a:srgbClr val="16282B"/>
                </a:solidFill>
                <a:latin typeface="Nimbus Sans"/>
                <a:ea typeface="Nimbus Sans"/>
                <a:cs typeface="Nimbus Sans"/>
              </a:defRPr>
            </a:pPr>
            <a:r>
              <a:rPr sz="2175" b="0">
                <a:solidFill>
                  <a:srgbClr val="16282B"/>
                </a:solidFill>
                <a:latin typeface="Nimbus Sans"/>
                <a:ea typeface="Nimbus Sans"/>
                <a:cs typeface="Nimbus Sans"/>
              </a:rPr>
              <a:t>READ_RADIOLARIA.xml / optional focused routes</a:t>
            </a:r>
          </a:p>
        </p:txBody>
      </p:sp>
      <p:sp>
        <p:nvSpPr>
          <p:cNvPr id="12" name="S22_chain" descr="chain">
            <a:extLst xmlns:a="http://schemas.openxmlformats.org/drawingml/2006/main">
              <a:ext uri="{FF2B5EF4-FFF2-40B4-BE49-F238E27FC236}">
                <a16:creationId xmlns:a16="http://schemas.microsoft.com/office/drawing/2014/main" id="{A5F71B51-33B2-5577-8560-08F8AB2D5466}"/>
              </a:ext>
              <a:ext uri="urn:g6b3r1:native-source:v1">
                <g6:source xmlns:g6="urn:g6b3r1:native-source:v1">{"alt":"chain","bold":false,"color":"#16282B","font_px":24,"h":60,"id":"S22_chain","kind":"text","line_height_px":27.599999999999998,"reading_order":10,"text":"One file to understand and inspect; one bundle for deeper tool-assisted review.","w":1160,"x":56,"y":526}</g6:source>
              </a:ext>
            </a:extLst>
          </p:cNvPr>
          <p:cNvSpPr>
            <a:spLocks xmlns:a="http://schemas.openxmlformats.org/drawingml/2006/main" noGrp="1"/>
          </p:cNvSpPr>
          <p:nvPr/>
        </p:nvSpPr>
        <p:spPr>
          <a:xfrm xmlns:a="http://schemas.openxmlformats.org/drawingml/2006/main">
            <a:off x="533400" y="5010150"/>
            <a:ext cx="1104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070"/>
              </a:lnSpc>
              <a:spcBef>
                <a:spcPts val="0"/>
              </a:spcBef>
              <a:spcAft>
                <a:spcPts val="0"/>
              </a:spcAft>
              <a:defRPr sz="1800" b="0">
                <a:solidFill>
                  <a:srgbClr val="16282B"/>
                </a:solidFill>
                <a:latin typeface="Nimbus Sans"/>
                <a:ea typeface="Nimbus Sans"/>
                <a:cs typeface="Nimbus Sans"/>
              </a:defRPr>
            </a:pPr>
            <a:r>
              <a:rPr sz="1800" b="0">
                <a:solidFill>
                  <a:srgbClr val="16282B"/>
                </a:solidFill>
                <a:latin typeface="Nimbus Sans"/>
                <a:ea typeface="Nimbus Sans"/>
                <a:cs typeface="Nimbus Sans"/>
              </a:rPr>
              <a:t>One file to understand and inspect; one bundle for deeper tool-assisted review.</a:t>
            </a:r>
          </a:p>
        </p:txBody>
      </p:sp>
      <p:sp>
        <p:nvSpPr>
          <p:cNvPr id="13" name="S22_qualification" descr="qualification">
            <a:extLst xmlns:a="http://schemas.openxmlformats.org/drawingml/2006/main">
              <a:ext uri="{FF2B5EF4-FFF2-40B4-BE49-F238E27FC236}">
                <a16:creationId xmlns:a16="http://schemas.microsoft.com/office/drawing/2014/main" id="{A46AE6AA-6924-5FB4-9A04-E764E783CD55}"/>
              </a:ext>
              <a:ext uri="urn:g6b3r1:native-source:v1">
                <g6:source xmlns:g6="urn:g6b3r1:native-source:v1">{"alt":"qualification","bold":false,"color":"#43595D","font_px":23,"h":58,"id":"S22_qualification","kind":"text","line_height_px":26.45,"reading_order":11,"text":"Reading evidence does not execute the project or restore authority. B5 reader trials and publication remain unrun.","w":1162,"x":56,"y":596}</g6:source>
              </a:ext>
            </a:extLst>
          </p:cNvPr>
          <p:cNvSpPr>
            <a:spLocks xmlns:a="http://schemas.openxmlformats.org/drawingml/2006/main" noGrp="1"/>
          </p:cNvSpPr>
          <p:nvPr/>
        </p:nvSpPr>
        <p:spPr>
          <a:xfrm xmlns:a="http://schemas.openxmlformats.org/drawingml/2006/main">
            <a:off x="533400" y="5676900"/>
            <a:ext cx="11068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984"/>
              </a:lnSpc>
              <a:spcBef>
                <a:spcPts val="0"/>
              </a:spcBef>
              <a:spcAft>
                <a:spcPts val="0"/>
              </a:spcAft>
              <a:defRPr sz="1725" b="0">
                <a:solidFill>
                  <a:srgbClr val="43595D"/>
                </a:solidFill>
                <a:latin typeface="Nimbus Sans"/>
                <a:ea typeface="Nimbus Sans"/>
                <a:cs typeface="Nimbus Sans"/>
              </a:defRPr>
            </a:pPr>
            <a:r>
              <a:rPr sz="1725" b="0">
                <a:solidFill>
                  <a:srgbClr val="43595D"/>
                </a:solidFill>
                <a:latin typeface="Nimbus Sans"/>
                <a:ea typeface="Nimbus Sans"/>
                <a:cs typeface="Nimbus Sans"/>
              </a:rPr>
              <a:t>Reading evidence does not execute the project or restore authority. B5 reader trials and publication remain unrun.</a:t>
            </a:r>
          </a:p>
        </p:txBody>
      </p:sp>
      <p:sp>
        <p:nvSpPr>
          <p:cNvPr id="14" name="S22_rule" descr="rule">
            <a:extLst xmlns:a="http://schemas.openxmlformats.org/drawingml/2006/main">
              <a:ext uri="{FF2B5EF4-FFF2-40B4-BE49-F238E27FC236}">
                <a16:creationId xmlns:a16="http://schemas.microsoft.com/office/drawing/2014/main" id="{56A49AA2-7544-5923-87AD-E46DACF0BEAC}"/>
              </a:ext>
              <a:ext uri="urn:g6b3r1:native-source:v1">
                <g6:source xmlns:g6="urn:g6b3r1:native-source:v1">{"alt":"rule","color":"#B8C8C6","h":0,"id":"S22_rule","kind":"line","reading_order":12,"stroke_width":1,"w":1162,"x":56,"y":671}</g6:source>
              </a:ext>
            </a:extLst>
          </p:cNvPr>
          <p:cNvSpPr>
            <a:spLocks xmlns:a="http://schemas.openxmlformats.org/drawingml/2006/main" noGrp="1"/>
          </p:cNvSpPr>
          <p:nvPr/>
        </p:nvSpPr>
        <p:spPr>
          <a:xfrm xmlns:a="http://schemas.openxmlformats.org/drawingml/2006/main" flipH="0" flipV="0" rot="0">
            <a:off x="533400" y="6391275"/>
            <a:ext cx="11068050" cy="0"/>
          </a:xfrm>
          <a:prstGeom xmlns:a="http://schemas.openxmlformats.org/drawingml/2006/main" prst="line">
            <a:avLst/>
          </a:prstGeom>
          <a:noFill xmlns:a="http://schemas.openxmlformats.org/drawingml/2006/main"/>
          <a:ln xmlns:a="http://schemas.openxmlformats.org/drawingml/2006/main" w="9525">
            <a:solidFill>
              <a:srgbClr val="B8C8C6"/>
            </a:solidFill>
          </a:ln>
        </p:spPr>
      </p:sp>
      <p:sp>
        <p:nvSpPr>
          <p:cNvPr id="15" name="S22_source_link" descr="source link">
            <a:hlinkClick r:id="g6b3r1Link14"/>
            <a:extLst xmlns:a="http://schemas.openxmlformats.org/drawingml/2006/main">
              <a:ext uri="{FF2B5EF4-FFF2-40B4-BE49-F238E27FC236}">
                <a16:creationId xmlns:a16="http://schemas.microsoft.com/office/drawing/2014/main" id="{76AE2834-3EB2-5ECA-9551-08F746D13E10}"/>
              </a:ext>
              <a:ext uri="urn:g6b3r1:native-source:v1">
                <g6:source xmlns:g6="urn:g6b3r1:native-source:v1">{"alt":"source link","bold":false,"color":"#315E8B","font_px":18,"h":27,"id":"S22_source_link","kind":"text","line_height_px":20.7,"link_target":"../VERIFY.html","reading_order":13,"text":"S22 Source: verify","w":560,"x":56,"y":685}</g6:source>
              </a:ext>
            </a:extLst>
          </p:cNvPr>
          <p:cNvSpPr>
            <a:spLocks xmlns:a="http://schemas.openxmlformats.org/drawingml/2006/main" noGrp="1"/>
          </p:cNvSpPr>
          <p:nvPr/>
        </p:nvSpPr>
        <p:spPr>
          <a:xfrm xmlns:a="http://schemas.openxmlformats.org/drawingml/2006/main">
            <a:off x="533400" y="6524625"/>
            <a:ext cx="5334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553"/>
              </a:lnSpc>
              <a:spcBef>
                <a:spcPts val="0"/>
              </a:spcBef>
              <a:spcAft>
                <a:spcPts val="0"/>
              </a:spcAft>
              <a:defRPr sz="1350" b="0">
                <a:solidFill>
                  <a:srgbClr val="315E8B"/>
                </a:solidFill>
                <a:latin typeface="Nimbus Sans"/>
                <a:ea typeface="Nimbus Sans"/>
                <a:cs typeface="Nimbus Sans"/>
              </a:defRPr>
            </a:pPr>
            <a:r>
              <a:rPr sz="1350" b="0">
                <a:solidFill>
                  <a:srgbClr val="315E8B"/>
                </a:solidFill>
                <a:latin typeface="Nimbus Sans"/>
                <a:ea typeface="Nimbus Sans"/>
                <a:cs typeface="Nimbus Sans"/>
              </a:rPr>
              <a:t>S22 Source: verify</a:t>
            </a:r>
          </a:p>
        </p:txBody>
      </p:sp>
      <p:sp>
        <p:nvSpPr>
          <p:cNvPr id="16" name="S22_atlas_locator" descr="atlas locator">
            <a:hlinkClick r:id="g6b3r1Link15"/>
            <a:extLst xmlns:a="http://schemas.openxmlformats.org/drawingml/2006/main">
              <a:ext uri="{FF2B5EF4-FFF2-40B4-BE49-F238E27FC236}">
                <a16:creationId xmlns:a16="http://schemas.microsoft.com/office/drawing/2014/main" id="{7F88A645-A86A-5FCA-9A8D-2221D50C618A}"/>
              </a:ext>
              <a:ext uri="urn:g6b3r1:native-source:v1">
                <g6:source xmlns:g6="urn:g6b3r1:native-source:v1">{"alt":"atlas locator","bold":false,"color":"#315E8B","font_px":17,"h":27,"id":"S22_atlas_locator","kind":"text","line_height_px":19.549999999999997,"link_target":"../atlas/README.html","reading_order":14,"text":"Atlas: Overview / GEO 1 2 3 4 5 6 7","w":560,"x":660,"y":685}</g6:source>
              </a:ext>
            </a:extLst>
          </p:cNvPr>
          <p:cNvSpPr>
            <a:spLocks xmlns:a="http://schemas.openxmlformats.org/drawingml/2006/main" noGrp="1"/>
          </p:cNvSpPr>
          <p:nvPr/>
        </p:nvSpPr>
        <p:spPr>
          <a:xfrm xmlns:a="http://schemas.openxmlformats.org/drawingml/2006/main">
            <a:off x="6286500" y="6524625"/>
            <a:ext cx="5334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466"/>
              </a:lnSpc>
              <a:spcBef>
                <a:spcPts val="0"/>
              </a:spcBef>
              <a:spcAft>
                <a:spcPts val="0"/>
              </a:spcAft>
              <a:defRPr sz="1275" b="0">
                <a:solidFill>
                  <a:srgbClr val="315E8B"/>
                </a:solidFill>
                <a:latin typeface="Nimbus Sans"/>
                <a:ea typeface="Nimbus Sans"/>
                <a:cs typeface="Nimbus Sans"/>
              </a:defRPr>
            </a:pPr>
            <a:r>
              <a:rPr sz="1275" b="0">
                <a:solidFill>
                  <a:srgbClr val="315E8B"/>
                </a:solidFill>
                <a:latin typeface="Nimbus Sans"/>
                <a:ea typeface="Nimbus Sans"/>
                <a:cs typeface="Nimbus Sans"/>
              </a:rPr>
              <a:t>Atlas: Overview / GEO 1 2 3 4 5 6 7</a:t>
            </a:r>
          </a:p>
        </p:txBody>
      </p:sp>
    </p:spTree>
    <p:extLst>
      <p:ext uri="{BB962C8B-B14F-4D97-AF65-F5344CB8AC3E}">
        <p14:creationId xmlns:p14="http://schemas.microsoft.com/office/powerpoint/2010/main" val="3109631482"/>
      </p:ext>
      <p:ext uri="urn:g6b3r1:native-source:v1">
        <g6:source xmlns:g6="urn:g6b3r1:native-source:v1">{"id":"S22","notes_en":"REVIEW LINKS  /  Offline bundle routes are distinct from accepted-source HTTPS\n\nOne file to inspect; one bundle to go deeper REVIEW LINKS / Offline bundle routes are distinct from accepted-source HTTPS Understand Whole argument and seven views Verify Recorded claims, fields and limits Build Accepted HOW and interfaces LLM READ_RADIOLARIA.xml / optional focused routes One file to understand and inspect; one bundle for deeper tool-assisted review. Reading evidence does not execute the project or restore authority. B5 reader trials and publication remain unrun.\n\nThis is an editorial explanation of the named recorded or conceptual scope, not a new runtime result. Follow the source references for exact fields and limitations. B5 and final publication are not performed.","notes_ru":"Понимание, проверка, интеграция и машинное чтение используют один корпус. Показан конкретный путь утверждения к полю источника; новые публикационные адреса пока не объявляются действующими.","reading_order":["S22_title","S22_scope","S22_link0","S22_desc0","S22_link1","S22_desc1","S22_link2","S22_desc2","S22_link3","S22_desc3","S22_chain","S22_qualification","S22_rule","S22_source_link","S22_atlas_locator"],"relations":[],"scope":"REVIEW LINKS  /  Offline bundle routes are distinct from accepted-source HTTPS","source_refs":[{"label":"verify","target":"../VERIFY.html"},{"label":"chapter","target":"../chapters/13_verification.html"}],"title":"One file to inspect; one bundle to go deeper"}</g6:source>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2000-01-01T00:00:00Z</dcterms:created>
  <dcterms:modified xsi:type="dcterms:W3CDTF">2000-01-01T00:00:00Z</dcterms:modified>
</coreProperties>
</file>