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8792fe5264600" /><Relationship Type="http://schemas.openxmlformats.org/officeDocument/2006/relationships/extended-properties" Target="/docProps/app.xml" Id="R51396d5fd7cf49dc" /><Relationship Type="http://schemas.openxmlformats.org/officeDocument/2006/relationships/officeDocument" Target="/ppt/presentation.xml" Id="R1a2f3ff1159d46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2b30d1b91415e"/>
  </p:sldMasterIdLst>
  <p:notesMasterIdLst>
    <p:notesMasterId xmlns:r="http://schemas.openxmlformats.org/officeDocument/2006/relationships" r:id="Rfb7184b43c074eee"/>
  </p:notesMasterIdLst>
  <p:sldIdLst>
    <p:sldId xmlns:r="http://schemas.openxmlformats.org/officeDocument/2006/relationships" id="256" r:id="R57796f1e745b4992"/>
    <p:sldId xmlns:r="http://schemas.openxmlformats.org/officeDocument/2006/relationships" id="257" r:id="R650fcefeba054089"/>
    <p:sldId xmlns:r="http://schemas.openxmlformats.org/officeDocument/2006/relationships" id="258" r:id="R792e64c84fca4fe6"/>
    <p:sldId xmlns:r="http://schemas.openxmlformats.org/officeDocument/2006/relationships" id="259" r:id="R5423459b111f473a"/>
    <p:sldId xmlns:r="http://schemas.openxmlformats.org/officeDocument/2006/relationships" id="260" r:id="R5cec37f0b8204d9c"/>
    <p:sldId xmlns:r="http://schemas.openxmlformats.org/officeDocument/2006/relationships" id="261" r:id="Rf65473e0e02f417c"/>
    <p:sldId xmlns:r="http://schemas.openxmlformats.org/officeDocument/2006/relationships" id="262" r:id="R569540cf148c4b18"/>
    <p:sldId xmlns:r="http://schemas.openxmlformats.org/officeDocument/2006/relationships" id="263" r:id="R319fee83bcda4bef"/>
    <p:sldId xmlns:r="http://schemas.openxmlformats.org/officeDocument/2006/relationships" id="264" r:id="R2adecee24a2642e1"/>
    <p:sldId xmlns:r="http://schemas.openxmlformats.org/officeDocument/2006/relationships" id="265" r:id="R81615488b9fb43e2"/>
    <p:sldId xmlns:r="http://schemas.openxmlformats.org/officeDocument/2006/relationships" id="266" r:id="Rf931404f69a84518"/>
    <p:sldId xmlns:r="http://schemas.openxmlformats.org/officeDocument/2006/relationships" id="267" r:id="Rcbd7730f15014841"/>
    <p:sldId xmlns:r="http://schemas.openxmlformats.org/officeDocument/2006/relationships" id="268" r:id="Rc835a8a2773245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03b1583ac46b2" /><Relationship Type="http://schemas.openxmlformats.org/officeDocument/2006/relationships/slideMaster" Target="/ppt/slideMasters/slideMaster1.xml" Id="R0f12b30d1b91415e" /><Relationship Type="http://schemas.openxmlformats.org/officeDocument/2006/relationships/notesMaster" Target="/ppt/notesMasters/notesMaster1.xml" Id="Rfb7184b43c074eee" /><Relationship Type="http://schemas.openxmlformats.org/officeDocument/2006/relationships/presProps" Target="/ppt/presProps.xml" Id="R9905bf25f4834f1c" /><Relationship Type="http://schemas.openxmlformats.org/officeDocument/2006/relationships/tableStyles" Target="/ppt/tableStyles.xml" Id="Rcca54e3b557c4105" /><Relationship Type="http://schemas.openxmlformats.org/officeDocument/2006/relationships/slide" Target="/ppt/slides/slide1.xml" Id="R57796f1e745b4992" /><Relationship Type="http://schemas.openxmlformats.org/officeDocument/2006/relationships/slide" Target="/ppt/slides/slide2.xml" Id="R650fcefeba054089" /><Relationship Type="http://schemas.openxmlformats.org/officeDocument/2006/relationships/slide" Target="/ppt/slides/slide3.xml" Id="R792e64c84fca4fe6" /><Relationship Type="http://schemas.openxmlformats.org/officeDocument/2006/relationships/slide" Target="/ppt/slides/slide4.xml" Id="R5423459b111f473a" /><Relationship Type="http://schemas.openxmlformats.org/officeDocument/2006/relationships/slide" Target="/ppt/slides/slide5.xml" Id="R5cec37f0b8204d9c" /><Relationship Type="http://schemas.openxmlformats.org/officeDocument/2006/relationships/slide" Target="/ppt/slides/slide6.xml" Id="Rf65473e0e02f417c" /><Relationship Type="http://schemas.openxmlformats.org/officeDocument/2006/relationships/slide" Target="/ppt/slides/slide7.xml" Id="R569540cf148c4b18" /><Relationship Type="http://schemas.openxmlformats.org/officeDocument/2006/relationships/slide" Target="/ppt/slides/slide8.xml" Id="R319fee83bcda4bef" /><Relationship Type="http://schemas.openxmlformats.org/officeDocument/2006/relationships/slide" Target="/ppt/slides/slide9.xml" Id="R2adecee24a2642e1" /><Relationship Type="http://schemas.openxmlformats.org/officeDocument/2006/relationships/slide" Target="/ppt/slides/slide10.xml" Id="R81615488b9fb43e2" /><Relationship Type="http://schemas.openxmlformats.org/officeDocument/2006/relationships/slide" Target="/ppt/slides/slide11.xml" Id="Rf931404f69a84518" /><Relationship Type="http://schemas.openxmlformats.org/officeDocument/2006/relationships/slide" Target="/ppt/slides/slide12.xml" Id="Rcbd7730f15014841" /><Relationship Type="http://schemas.openxmlformats.org/officeDocument/2006/relationships/slide" Target="/ppt/slides/slide13.xml" Id="Rc835a8a27732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87de1d487c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2255696a444f3" /><Relationship Type="http://schemas.openxmlformats.org/officeDocument/2006/relationships/notesMaster" Target="/ppt/notesMasters/notesMaster1.xml" Id="R002f08c82db141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9e5c7ca194add" /><Relationship Type="http://schemas.openxmlformats.org/officeDocument/2006/relationships/notesMaster" Target="/ppt/notesMasters/notesMaster1.xml" Id="R58f5d90bb08d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2c78e901d432b" /><Relationship Type="http://schemas.openxmlformats.org/officeDocument/2006/relationships/notesMaster" Target="/ppt/notesMasters/notesMaster1.xml" Id="R411e92d7b9754c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f5c393f2bf4966" /><Relationship Type="http://schemas.openxmlformats.org/officeDocument/2006/relationships/notesMaster" Target="/ppt/notesMasters/notesMaster1.xml" Id="R865eceb87bd547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d0c2da0df84cbc" /><Relationship Type="http://schemas.openxmlformats.org/officeDocument/2006/relationships/notesMaster" Target="/ppt/notesMasters/notesMaster1.xml" Id="Rc6b19b088c8741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0391d8ba9646a4" /><Relationship Type="http://schemas.openxmlformats.org/officeDocument/2006/relationships/notesMaster" Target="/ppt/notesMasters/notesMaster1.xml" Id="R45b897a67f74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7ba3e91df7441c" /><Relationship Type="http://schemas.openxmlformats.org/officeDocument/2006/relationships/notesMaster" Target="/ppt/notesMasters/notesMaster1.xml" Id="Rd00b356e622849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f491b7e0b540a8" /><Relationship Type="http://schemas.openxmlformats.org/officeDocument/2006/relationships/notesMaster" Target="/ppt/notesMasters/notesMaster1.xml" Id="Re4bb9b8fa9b7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76aa9466d54979" /><Relationship Type="http://schemas.openxmlformats.org/officeDocument/2006/relationships/notesMaster" Target="/ppt/notesMasters/notesMaster1.xml" Id="Rf70a97dca45949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0e4710dcdc4dc4" /><Relationship Type="http://schemas.openxmlformats.org/officeDocument/2006/relationships/notesMaster" Target="/ppt/notesMasters/notesMaster1.xml" Id="Re421a31568564d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51faa8216441f8" /><Relationship Type="http://schemas.openxmlformats.org/officeDocument/2006/relationships/notesMaster" Target="/ppt/notesMasters/notesMaster1.xml" Id="R4aff09b616cf4e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71d35eeb934389" /><Relationship Type="http://schemas.openxmlformats.org/officeDocument/2006/relationships/notesMaster" Target="/ppt/notesMasters/notesMaster1.xml" Id="R9a8d71e0a4dc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889a2d5a414c8b" /><Relationship Type="http://schemas.openxmlformats.org/officeDocument/2006/relationships/notesMaster" Target="/ppt/notesMasters/notesMaster1.xml" Id="Recb1eb2af134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case G54B1. Status in original FINAL_RESULT.json: G54B1_COLD_AUTHORING_INCOMPLETE_NATIVE_OFFER_BINDING. This illustration is conceptual art only. Independent reviewer S1 verified observed native work and a contract inconsistency from archived bytes; that review did not rerun candidate or grant final acceptance. See appendix A, D–G and Reader.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controlled input, not live end-user LLM negotiation. EXACT feasibility: no lawful full combination; Jan 8 +30 minute permission yields one valid combination. S1 independent scalar enumeration confirms. Source: SUPERVISOR_EVIDENCE/p7_candidate_1244df5d/ relevant final run inputs and S1 independent review. Money is minor EUR 6300=€63 and budget 7000=€70. Appendix 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AUTHOR_VISIBLE/HOW_TO_BUILD.md (general HOW; donor 3*x+2), TASK_VISIBLE/WHAT_TO_BUILD.md (football WHAT), AUTHOR_VISIBLE/CANDIDATE_OUTPUT.md (football output profile), AUTHOR_TRIAL/initial_input.json and effective_config.json, restricted broker methods. Do not claim the author had no source visibility; the allowed snapshot was explicit. The examiner and owner code were not candidate-edited. Appendix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Attempt 00 privacy rejection drs_secret_payload_forbidden; 01 JSON key &gt;128 chars (173); 02 registry effect before mappingproxy evidence failure; 03 both workers rc0 but first frozen examiner failure venue_offer_consumption. Four submissions belong to one G54B1 trial, not four independent cold trials. FINAL_RESULT.json reports model gpt-6-astra ultra, 429 author dynamic tool calls, provider inference request count NOT_EXPOSED_BY_APP_SERVER. Earlier G54R/G54B separately in trial ledger. Appendix A–C.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SHIFT native trace: Venue Work outputs.offer_json (E), later published signed body B with provenance and Work/review refs, Requester Work inputs.offer_json (C) with B and source_projection from authenticated STATUS. This is two separate local Roots and Work events, not one shared Root. External DRS address/fetch does not transfer an authority grant. S1 checked E/B/C and source IDs as inert bytes. Appendix D–F.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Saved final observer measures one total mock Host dispatch and one effect, 3 reservations and 1 idempotency entry. Book, repeat and verify return the same actual ABI receipt and matching readback. Do not invent separately measured per-event effect counters; candidate reports zero additional work/reviews/search/effects on repeat/verify but independent observer total is aggregate. No real booking/payment/AWS/QPU. S1 independent readback and FINAL_RESULT.json; appendix 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Attempt 02 recorded mock registry mutation, then mappingproxy evidence serialization error. Supervisor inspected state and feedback, revealing effect; do not say no effect occurred, nor that native runtime self-healed. Source AUTHOR_TRIAL/attempt_02/ native_review.md / feedback and SUPERVISOR_EVIDENCE records; exact original path via SOURCE_MAP. Appendix C,E.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FINAL_RESULT.json: final peer execution RC0 both workers, root exact-three-hash claim diagnostic passed, booking observation saved. Frozen examiner.py:164–165 failed venue_offer_consumption; supplied input diagnostics partially failed; full P01–P10/A–H, live Gemini series, final two supplied proofs NOT RUN. Useful controlled execution preceded final acceptance; examiner did not authorize or cause the effect. Appendix D,G.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canonical SHA256 SHIFT E=1b99b5bca12497294cad821abbef4521448de12d992e09edd2d50408c0cac033, B=b92ee183c725b2052e29cd1840d195fb3c5bc6b0d78984a1d1339f5285e61ab3, C=feb77a169eeb0470a78aa8bb6c5c5d69e0afe13a6813e41042f2bf1ac2fa55a1. S1 independently checked B.offer==E, C.body==B and source_projection independently reconstructed from B and authenticated saved STATUS for BOTH EXACT and SHIFT; Work and review IDs real. C is not compared against candidate-declared inputs as expected. E≠B≠C means canonical whole-object inequality. Appendix 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HOW_TO_BUILD.md lines 160–169 has producer native Work then review then B with actual IDs; frozen EXAMINER_PRIVATE/examiner.py lines 161–169, predicates line 164 and 165, insists full B in prior producer result and consumer input. In declared one-producing-Work profile, B contains future IDs of own Work result/review, hence impossible to know before completion. Author said blocker in CORRECTION_03.md; S1 later independently verified E/B/C bindings and exact source refs, not by relaxing the frozen exam. Not a kernel constitutional rejection. Appendix 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Specific interpretation of this recorded failure, not a claim that failures generally outperform passes. Earlier G54R and G54B remain in trial ledger. Future NeedleFactory/G6 may reuse 2–3 pages as references, not claim lifecycle automation from this case. Source S0 attempts/FINAL_RESULT plus S1 independent review. Appendix A,C,F,G.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G54B1 archive remains untouched, final INCOMPLETE. G54C shared contract/numeric probe is later, separate preparation; do not attribute its result to G54B1 or foretell next author PASS. No G55/G56, final football supplied proofs, live Gemini series in original G54B1. Owner may version HOW/examiner through separate authorized process. Appendix 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Reader is neutral and source-bound, not a prompt to agree with a value judgement. Historical candidate code is inert data in a documentation-only capsule. Full primary G54B1 archive SHA256 9c383d342b63c3ca54cddc51c37eae0baac53cccf2bf49fd9a1bb8ce67f2d422 remains separate. Publication QA does not confer domain acceptance. The capsule links resolve after separate reviewed owner landing.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b09c474f248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ccc6ab675943da" /><Relationship Type="http://schemas.openxmlformats.org/officeDocument/2006/relationships/slideLayout" Target="/ppt/slideLayouts/slideLayout1.xml" Id="R39fd6ccf59b546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fd6ccf59b546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68f5130384832" /><Relationship Type="http://schemas.openxmlformats.org/officeDocument/2006/relationships/image" Target="/ppt/media/image.png" Id="R07b2b4504b51441e" /><Relationship Type="http://schemas.openxmlformats.org/officeDocument/2006/relationships/hyperlink" Target="https://github.com/AAkhtanin/hedgehog-os/blob/main/docs/showcase/g54b1_authoring_case_v01/technical_appendix_v01.pdf" TargetMode="External" Id="R92bea4ae6ab74820" /><Relationship Type="http://schemas.openxmlformats.org/officeDocument/2006/relationships/notesSlide" Target="/ppt/notesSlides/notesSlide1.xml" Id="Re74dc399b14f44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8deec55704eaf" /><Relationship Type="http://schemas.openxmlformats.org/officeDocument/2006/relationships/hyperlink" Target="https://github.com/AAkhtanin/hedgehog-os/blob/main/docs/showcase/g54b1_authoring_case_v01/technical_appendix_v01.pdf" TargetMode="External" Id="R03ce7e52d86745dd" /><Relationship Type="http://schemas.openxmlformats.org/officeDocument/2006/relationships/notesSlide" Target="/ppt/notesSlides/notesSlide2.xml" Id="R99d78d0456c442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26a2d1af74c17" /><Relationship Type="http://schemas.openxmlformats.org/officeDocument/2006/relationships/hyperlink" Target="https://github.com/AAkhtanin/hedgehog-os/blob/main/docs/showcase/g54b1_authoring_case_v01/technical_appendix_v01.pdf" TargetMode="External" Id="R93d54f762edc44c8" /><Relationship Type="http://schemas.openxmlformats.org/officeDocument/2006/relationships/notesSlide" Target="/ppt/notesSlides/notesSlide3.xml" Id="Rbe5697c304dd40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2ceed6ce34631" /><Relationship Type="http://schemas.openxmlformats.org/officeDocument/2006/relationships/hyperlink" Target="https://github.com/AAkhtanin/hedgehog-os/blob/main/docs/showcase/g54b1_authoring_case_v01/technical_appendix_v01.pdf" TargetMode="External" Id="Reab785918d85405c" /><Relationship Type="http://schemas.openxmlformats.org/officeDocument/2006/relationships/notesSlide" Target="/ppt/notesSlides/notesSlide4.xml" Id="R3e209da6b07a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6977b814a465b" /><Relationship Type="http://schemas.openxmlformats.org/officeDocument/2006/relationships/hyperlink" Target="https://github.com/AAkhtanin/hedgehog-os/blob/main/docs/showcase/g54b1_authoring_case_v01/technical_appendix_v01.pdf" TargetMode="External" Id="R844d5eeabcb54794" /><Relationship Type="http://schemas.openxmlformats.org/officeDocument/2006/relationships/notesSlide" Target="/ppt/notesSlides/notesSlide5.xml" Id="R76fc117b339c46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5edfd574b4637" /><Relationship Type="http://schemas.openxmlformats.org/officeDocument/2006/relationships/hyperlink" Target="https://github.com/AAkhtanin/hedgehog-os/blob/main/docs/showcase/g54b1_authoring_case_v01/technical_appendix_v01.pdf" TargetMode="External" Id="R7172e4247e7a4c0a" /><Relationship Type="http://schemas.openxmlformats.org/officeDocument/2006/relationships/notesSlide" Target="/ppt/notesSlides/notesSlide6.xml" Id="Rf7614d2ada4348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a3ab3a3654524" /><Relationship Type="http://schemas.openxmlformats.org/officeDocument/2006/relationships/hyperlink" Target="https://github.com/AAkhtanin/hedgehog-os/blob/main/docs/showcase/g54b1_authoring_case_v01/technical_appendix_v01.pdf" TargetMode="External" Id="R520eecc9932e4334" /><Relationship Type="http://schemas.openxmlformats.org/officeDocument/2006/relationships/notesSlide" Target="/ppt/notesSlides/notesSlide7.xml" Id="R18d4522c514243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7ba3e166b445f" /><Relationship Type="http://schemas.openxmlformats.org/officeDocument/2006/relationships/hyperlink" Target="https://github.com/AAkhtanin/hedgehog-os/blob/main/docs/showcase/g54b1_authoring_case_v01/technical_appendix_v01.pdf" TargetMode="External" Id="R03e1c47813784b17" /><Relationship Type="http://schemas.openxmlformats.org/officeDocument/2006/relationships/notesSlide" Target="/ppt/notesSlides/notesSlide8.xml" Id="R6d459522916644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82a86eabf4496" /><Relationship Type="http://schemas.openxmlformats.org/officeDocument/2006/relationships/hyperlink" Target="https://github.com/AAkhtanin/hedgehog-os/blob/main/docs/showcase/g54b1_authoring_case_v01/technical_appendix_v01.pdf" TargetMode="External" Id="Rc18899fd80524c91" /><Relationship Type="http://schemas.openxmlformats.org/officeDocument/2006/relationships/notesSlide" Target="/ppt/notesSlides/notesSlide9.xml" Id="R4713a73311e1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70df4dac74d68" /><Relationship Type="http://schemas.openxmlformats.org/officeDocument/2006/relationships/hyperlink" Target="https://github.com/AAkhtanin/hedgehog-os/blob/main/docs/showcase/g54b1_authoring_case_v01/technical_appendix_v01.pdf" TargetMode="External" Id="Rbf59ea427b4246bb" /><Relationship Type="http://schemas.openxmlformats.org/officeDocument/2006/relationships/notesSlide" Target="/ppt/notesSlides/notesSlide10.xml" Id="R3117e297d3574c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ca40bb37f4bc5" /><Relationship Type="http://schemas.openxmlformats.org/officeDocument/2006/relationships/hyperlink" Target="https://github.com/AAkhtanin/hedgehog-os/blob/main/docs/showcase/g54b1_authoring_case_v01/technical_appendix_v01.pdf" TargetMode="External" Id="Rfe91311d55d74c38" /><Relationship Type="http://schemas.openxmlformats.org/officeDocument/2006/relationships/notesSlide" Target="/ppt/notesSlides/notesSlide11.xml" Id="R1fa19ef4f9c547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d9f9753ec4487" /><Relationship Type="http://schemas.openxmlformats.org/officeDocument/2006/relationships/hyperlink" Target="https://github.com/AAkhtanin/hedgehog-os/blob/main/docs/showcase/g54b1_authoring_case_v01/technical_appendix_v01.pdf" TargetMode="External" Id="R3ca1161ccb9f4806" /><Relationship Type="http://schemas.openxmlformats.org/officeDocument/2006/relationships/notesSlide" Target="/ppt/notesSlides/notesSlide12.xml" Id="R4f9116a8c0d04f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4f4071f734bea" /><Relationship Type="http://schemas.openxmlformats.org/officeDocument/2006/relationships/hyperlink" Target="https://github.com/AAkhtanin/hedgehog-os/blob/main/docs/showcase/g54b1_authoring_case_v01/evidence/SOURCE_MAP.json" TargetMode="External" Id="R979ca8d719bc46e1" /><Relationship Type="http://schemas.openxmlformats.org/officeDocument/2006/relationships/hyperlink" Target="https://github.com/AAkhtanin/hedgehog-os/blob/main/docs/showcase/g54b1_authoring_case_v01/g54b1_authoring_case_v01.pdf" TargetMode="External" Id="R0fd4d735200d40f5" /><Relationship Type="http://schemas.openxmlformats.org/officeDocument/2006/relationships/hyperlink" Target="https://github.com/AAkhtanin/hedgehog-os/blob/main/docs/showcase/g54b1_authoring_case_v01/technical_appendix_v01.pdf" TargetMode="External" Id="R4c58cdaa8ea049b9" /><Relationship Type="http://schemas.openxmlformats.org/officeDocument/2006/relationships/hyperlink" Target="https://github.com/AAkhtanin/hedgehog-os/blob/main/docs/showcase/g54b1_authoring_case_v01/G54B1_AUTHORING_CASE_READER_V01.xml" TargetMode="External" Id="Rcc59fb1b52994de0" /><Relationship Type="http://schemas.openxmlformats.org/officeDocument/2006/relationships/notesSlide" Target="/ppt/notesSlides/notesSlide13.xml" Id="R4774c329d12240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2b4504b5144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00A69-6FEF-432D-ADA6-B3AD9D9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RADIOLARIA / FIELD CASE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9CE0A-B4EA-43FD-B29E-2ADB37A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1628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40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New functionality.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40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No new authority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40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for its author.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936B4-C753-470E-91EA-85D1331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G54B1: a working extension and an informative acceptance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1D9E0-D80C-481B-98F5-D18CCA70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006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D6295-E684-4085-89BA-B664DD1C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Observed functional work.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Final acceptance: INCOMPLETE.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0C4E5-5BA8-42C1-AAFE-7F43EB95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585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HOW + WHAT  →  external author  →  candidate 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751EC-E43B-4532-8047-E228895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5553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Kernel, examiner and admission remain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76D4-50C6-4691-9453-62AD76B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960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92bea4ae6ab74820"/>
              </a:rPr>
              <a:t>Case appendix and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B9AA1-3860-40AB-B7B3-27AFC30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3055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25 Sep 2026  /  01</a:t>
            </a:r>
          </a:p>
        </p:txBody>
      </p:sp>
    </p:spTree>
    <p:extLst>
      <p:ext uri="{BB962C8B-B14F-4D97-AF65-F5344CB8AC3E}">
        <p14:creationId xmlns:p14="http://schemas.microsoft.com/office/powerpoint/2010/main" val="336741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43E36-1AF7-49BE-A4F2-049B9727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team asked for training sessions, not an integration project.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0F7BD-C2BE-4BF4-B0E3-0C77E9D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Controlled synthetic request. Three sessions, each 90 minutes, on a natural full-size field.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E0E85-06F5-415C-8030-6DA56EFB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BC468-6F72-4A0C-9B31-2E49E0F0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03ce7e52d86745dd"/>
              </a:rPr>
              <a:t>Case appendix §D  ·  request, inventory and scalar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55BCA-A26C-4BCB-9C47-1EB0619C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56408-7116-43F9-9D02-A87FB854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C5D3C-B2C2-4317-9588-67E6242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050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REQUESTED / PERMITTED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7ECA1-1ACC-483D-88D2-5894383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RECORDED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8C278-7104-417B-A800-782A6363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928DC-C363-4289-AD41-F8B3D09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85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7 Jan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C9A46-D491-4FE1-B0FD-235C40A5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99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16:30–18:00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D1494-B230-45C6-90F9-B5ECE85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575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Fixed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14EC6-3F9F-4C76-8BD8-81B7C39D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6AE6C-E29B-484F-8F56-E3E7B80B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185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8 Jan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FF7CC-9BB5-4296-8CAF-A767F54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76675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11:00–12:30 → 11:30–13:00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C35D-E160-4DEE-BDB2-4EBEE940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243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Only this date shifted +30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3D136-989F-464B-A0FF-BD5A554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8E6B5-D90C-4C8B-BF3F-02A2CD2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85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9 Jan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DF2EA-FD10-416E-9469-5283CA2A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4345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11:00–12:30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3C949-FCFF-463B-9EA6-21F1C0C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910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Fixed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37775-1C3C-40B7-9806-044A73B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F5E5E-D059-4AE4-A889-146D49FA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EXACT: no complete valid set.  With explicit consent: 3 sessions, 6,300 minor EUR (€63) under 7,000 (€70).</a:t>
            </a:r>
          </a:p>
        </p:txBody>
      </p:sp>
    </p:spTree>
    <p:extLst>
      <p:ext uri="{BB962C8B-B14F-4D97-AF65-F5344CB8AC3E}">
        <p14:creationId xmlns:p14="http://schemas.microsoft.com/office/powerpoint/2010/main" val="342690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703D2-2309-4418-A234-EECA2A6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author received interfaces, not a ready-made football implementation.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C9838-D569-4CE9-A748-2767800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general construction guide and a separate football task defined the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850F-3212-4644-86CC-9FA291C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DDF08-B93E-4867-8725-72936869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93d54f762edc44c8"/>
              </a:rPr>
              <a:t>Case appendix §B  ·  HOW / WHAT / effective author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31C38-4DF0-4BBE-A5EC-740B4BE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5161D-4256-4739-AD0F-612426C7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7E717-B99F-4373-8E34-0A651F1E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HOW TO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F6006-CE1B-4E52-A736-EF60DC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WHAT TO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F684B-D830-4903-923E-7590C8DE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4810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Work and Root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External DRS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provenance, time, admission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F5B90-F15A-4B86-A9A8-820175B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100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Numerical donor example: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3 × x + 2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94C29-F129-4284-83FA-C40C345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762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Natural grass. Full-size field.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Three 90-minute sessions.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Time changes need consent.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AF1DF-4B1E-4D3D-A697-8AA2C07E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733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Candidate output profile named the report fields for this subject.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4F5C4-865A-47B9-ABEF-FF75259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53050"/>
            <a:ext cx="10772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09EE7-CF76-48AA-A9C4-730BF86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AUTHOR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D4780-088E-41A1-BB1E-334567AD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candidate 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A45C6-F768-4C95-AFB4-3CA6F2C4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768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BFB65-B74A-4342-BE40-998707E8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768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BROKER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A3386-B752-4385-929B-B900EB6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75310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observed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5BB98-1FC0-4718-A6D4-01F8662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768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12A72-FB18-4F58-9347-9572827A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768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RUNNER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E9B73-4517-4F63-9874-71F8640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5310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confined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AA03A-8E81-4E7C-8759-D66AE45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768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108AE-40B0-43F8-8578-DF4A94FE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4768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NATIVE ROOTS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356BC-A73C-417E-8AAD-35EAD28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75310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local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4AE85-94E5-43A2-983F-C23027B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4FFCB-5A0D-4E15-BD7D-C035656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768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EXAMINER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87F0B2-D957-47FD-8D08-8A076E38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5310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review / stop</a:t>
            </a:r>
          </a:p>
        </p:txBody>
      </p:sp>
    </p:spTree>
    <p:extLst>
      <p:ext uri="{BB962C8B-B14F-4D97-AF65-F5344CB8AC3E}">
        <p14:creationId xmlns:p14="http://schemas.microsoft.com/office/powerpoint/2010/main" val="2086923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94C5C-65B5-4CCE-B118-1F6A748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Four submissions changed the candidate, not its acceptance rules.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BD05C-435D-4404-912F-93447231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One fresh Astra authoring trial: initial submission and three bounded corrections.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FEC19-FC14-402C-8AFF-181F204A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1B7DC-7655-4874-897A-14C96298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eab785918d85405c"/>
              </a:rPr>
              <a:t>Case appendix §C  ·  attempt snapshots and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D7E46-F816-40F3-9112-1062BCF5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89DE9-6830-4431-A80C-CA12E2B5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05075"/>
            <a:ext cx="1276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DAC06-B1BF-4C1D-9251-E6EA44D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1375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E7D0E-958A-4720-B995-30D6584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48075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Privacy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A8519-6F69-453F-9F2A-F1E55CF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67225"/>
            <a:ext cx="2409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DRS secret payload forbidden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E23B0-806E-4CD8-BFF6-CA528F11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90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215D2-2EEE-4753-B780-1FB7B12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242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A3957-6549-48A7-AB5E-43DD31BD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05075"/>
            <a:ext cx="1276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80361-2157-4472-875F-D75FFDBF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81375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166A6-9392-4DF3-9D56-E18440C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Key 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5F44E-9A91-4C19-ABB2-08E4A8E3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67225"/>
            <a:ext cx="2409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JSON key length 173 &gt; 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94E9B-A773-4EC1-B0D9-AD4D003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90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8FC3E-B76E-4B2D-8104-B42433D6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242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B782E-951A-4211-A08A-D56BC97F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05075"/>
            <a:ext cx="1276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7636A-BE62-49CD-9B6E-20F1D7F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1375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7DDB3-73B3-4417-A1F9-463EF838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Post-effect crash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B1B81-A6C2-4D48-A522-2A7A389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2409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registry mutation; evidence serialization failed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6D7EC-9AF8-4F66-A7EF-301CACD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82359-7C9C-4213-A8CD-1EF2319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242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3CA23-19C4-4507-A568-5FBFBA6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05075"/>
            <a:ext cx="1276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49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5427D-5E03-4E33-ACCB-702DB065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81375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284F4-ACD3-4473-AC84-88DEF84F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48075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Useful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A8C78-D411-47AB-A55B-FDBB814B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67225"/>
            <a:ext cx="2409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both workers rc0; frozen exam STOP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21A3E-40B3-45AB-BF45-1E2C9F06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340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74368-C648-4479-8EF2-033DC76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68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gpt-6-astra / ultra  ·  429 broker operations  ·  inference request count: UNKNOWN</a:t>
            </a:r>
          </a:p>
        </p:txBody>
      </p:sp>
    </p:spTree>
    <p:extLst>
      <p:ext uri="{BB962C8B-B14F-4D97-AF65-F5344CB8AC3E}">
        <p14:creationId xmlns:p14="http://schemas.microsoft.com/office/powerpoint/2010/main" val="1362645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A42E-8C18-4B2D-BD17-AC8D2E4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generated domain performed a real two-party computation.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04640-D2FB-4FDE-AC84-D1191D8B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Separate native Roots exchanged a computed offer through External DRS.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099CD-4245-4C83-ADA9-804FED9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B5FA9-177E-43AA-B325-9BE77852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844d5eeabcb54794"/>
              </a:rPr>
              <a:t>Case appendix §D–F  ·  two Work traces and DRS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15CCB-BF82-4F94-9E0F-C5C58B08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97845-4FD5-4FA2-A9F4-0DCF9C5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VENUE ROOT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29713-70BB-41CA-AC86-BAFB37C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EXTERNAL DRS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287C-77AA-45F5-AB3E-5B6A50D1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86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REQUESTER ROOT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9439E-9DCC-4587-BFE8-E897BF2B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952F9-848C-4FDD-AC7E-5818E044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Venue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2474-C4BA-467D-9AFB-B2134931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computes an offer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from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2C1CC-7A88-4DE6-94F6-7F23BE6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194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9E414-84A1-4EBC-947E-841607D8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528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841C6-C707-40BD-952E-89328BB6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765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signed publication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4BA5-3B91-4C25-9D98-DAA5210E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1146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descriptor + fetched body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with source references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FA566-5D26-4290-9F4B-A47A09B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1947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1E5AA-8EE8-4132-993D-ECC773C1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1D268-3F31-4ADC-BAEB-009564E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76575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Requester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81AC1-EB37-4893-8F44-4150F6A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48075"/>
            <a:ext cx="2905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consumes a verified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source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7F1A0-1002-4F5B-84A3-EB32C22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8AAA1-CE55-45A6-B311-30B40EC1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2495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Observed binding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DCFA6-91AE-49AA-A204-92CED172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834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consumer received the published body and a later authenticated status projection.</a:t>
            </a:r>
          </a:p>
        </p:txBody>
      </p:sp>
    </p:spTree>
    <p:extLst>
      <p:ext uri="{BB962C8B-B14F-4D97-AF65-F5344CB8AC3E}">
        <p14:creationId xmlns:p14="http://schemas.microsoft.com/office/powerpoint/2010/main" val="1488055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29FE9-6082-4A68-ACD8-C35E317D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Three reservations came from one recorded mock effect.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4D835-089C-4E8C-9971-D4BA02C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Final synthetic SHIFT run: one observed Host dispatch and effect in total.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1FB8E-09E9-44FD-99EE-C32E1DD2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DEB86-2960-4520-A49C-BC5D822A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7172e4247e7a4c0a"/>
              </a:rPr>
              <a:t>Case appendix §E  ·  observer, registry, receipt and readback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7F992-F555-4B1E-88FC-5AEF50A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D0E80-9477-44B7-942D-6EC0C37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2771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75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A82FD-4033-4BA7-91C8-7581B84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94507-8B43-4324-B7F4-128A850C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89202-DEB0-4102-AF22-9B82655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0325"/>
            <a:ext cx="2771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75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131D-7A8A-4933-8EA8-C05FE4C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623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IDEMPOTENCY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9F396-E129-4505-97E2-29E0627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09875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2C602-B4AC-4F9B-B5D6-849903B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0325"/>
            <a:ext cx="2771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75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AE406-E3A2-43C2-8CE8-42E8F41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TOTAL MOCK EFFECT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FC11F-0FB2-4DB7-B0F0-42646A93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7C9DD-43F2-4113-B60D-A9F16FF5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67275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FF0F2-BF16-4CC3-A7D0-7AF6F7ED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67275"/>
            <a:ext cx="1895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REPEAT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173C3-3604-4B04-8EEF-B0EA685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67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04423-6580-4492-86D7-B093F6D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72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same receipt + matching registry readback</a:t>
            </a:r>
          </a:p>
        </p:txBody>
      </p:sp>
    </p:spTree>
    <p:extLst>
      <p:ext uri="{BB962C8B-B14F-4D97-AF65-F5344CB8AC3E}">
        <p14:creationId xmlns:p14="http://schemas.microsoft.com/office/powerpoint/2010/main" val="953807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3BC59-9C53-47A7-8317-D9C785DF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An evidence-write failure did not undo an effect that had already happened.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B813A-8585-47B7-BC82-CFA973D0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Attempt 02 is a separate recorded earlier submission, not the final successful mock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31162-F614-4AAF-A850-F82A14B7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31DE2-3F9D-466D-9026-3830B0E6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520eecc9932e4334"/>
              </a:rPr>
              <a:t>Case appendix §C, §E  ·  attempt_02 native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80D1E-1C34-449A-9D79-DDBF29A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21051-3B78-48D9-BC4A-BE4205F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95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7D0CE-F12E-490D-837C-98416BB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FC6B-924A-4435-9F29-D79FA12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14600"/>
            <a:ext cx="3448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Mutation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EA62C-E397-4451-BFD0-A91A90B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43175"/>
            <a:ext cx="617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Mock registry gained the booking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F5A65-7BB8-4A7E-8BF2-B1D4490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33750"/>
            <a:ext cx="9648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F3BC5-A193-4090-880F-B09B571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17103-610E-4756-855E-B358E973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76625"/>
            <a:ext cx="3448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Evidence write 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F27BB-46DC-4F35-B3DD-01AAB0AD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05200"/>
            <a:ext cx="617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mappingproxy serialization raised an exception after mutation.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26D19-4DB0-4DB1-B5E1-EB0CE0CC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95775"/>
            <a:ext cx="9648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C002D-0624-4519-A216-E29556C7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38650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F0EEC-FCD6-46E2-A6CE-0BEBAB82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3448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State was inspected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56DDF-A58D-4DE7-9071-368365F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67225"/>
            <a:ext cx="617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Saved registry and supervisor feedback exposed the real effect.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655D2-AC00-4E57-9778-9ADD1305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578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supervisor identified the post-effect failure; the runtime did not autonomously repair this crash.</a:t>
            </a:r>
          </a:p>
        </p:txBody>
      </p:sp>
    </p:spTree>
    <p:extLst>
      <p:ext uri="{BB962C8B-B14F-4D97-AF65-F5344CB8AC3E}">
        <p14:creationId xmlns:p14="http://schemas.microsoft.com/office/powerpoint/2010/main" val="229011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9D507-E572-47C7-B288-94640B0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Useful execution and final acceptance remained separate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59F0F-451F-48ED-B6F6-8153409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frozen examiner stopped at venue_offer_consumption. The trial remains INCOMPLETE.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388C-B07F-4A88-9C7E-097D47D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8A01F-D581-4804-AE17-F9792DC2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03e1c47813784b17"/>
              </a:rPr>
              <a:t>Case appendix §D, §G  ·  FINAL_RESULT and frozen examiner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55039-C9F4-4BF1-A817-AFA0A418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61A70-EB84-4F51-B688-8E592654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463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OBSERVED FUNCTIONAL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6E38F-273D-4E1C-8A5D-81B7A19B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33650"/>
            <a:ext cx="463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ACCEPTANCE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049AB-C1CB-41BA-B09B-DB39A14F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91945-65AD-481F-A5F4-7BFAD476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501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6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Both peer workers rc0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6634B-762E-43EE-A251-FFEEAEC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4953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Three mock reservations,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receipt and readback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8B39C-AE6B-48CA-8946-7147C8B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69A26-B1A5-4019-A581-E2B34FD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4895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525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INCOMPLETE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E1D7B-9D28-4260-AA54-FBC8E62B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48958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First examiner stop: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venue_offer_consumption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A578A-AB7C-4CBF-9DE5-1C77F7E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B5C92-CCA3-4F05-98AD-5E31A29D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57825"/>
            <a:ext cx="10620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Not run after this stop: full adversarial matrix, live Gemini series, final two supplied proofs.</a:t>
            </a:r>
          </a:p>
        </p:txBody>
      </p:sp>
    </p:spTree>
    <p:extLst>
      <p:ext uri="{BB962C8B-B14F-4D97-AF65-F5344CB8AC3E}">
        <p14:creationId xmlns:p14="http://schemas.microsoft.com/office/powerpoint/2010/main" val="699146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4A7CF-D217-4875-A275-80AFAD8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Preserved meaning does not require identical envelopes.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0DD9-84ED-4BBF-B18F-6884E9D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Three representations have distinct sources and causal positions.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8794-CC2B-4B04-BBDF-D0D907A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3FBDA-EDCA-46E6-8BED-0DA7D34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c18899fd80524c91"/>
              </a:rPr>
              <a:t>Case appendix §F  ·  exact E/B/C and source identities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D7D8F-B4C7-4421-96DC-115DAF7A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9BE12-B8DB-41F5-9AB1-9E58BDF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21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4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44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C9119-034E-4E2E-898C-5B2DCF06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3133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Producer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83169-4433-456E-A08D-D1E42D3A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3133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Venue Work output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computed 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BCE89-343D-4376-AE0C-3E733ED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</a:rPr>
              <a:t>1b99b5…c033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B3C62-07C3-4780-9E1D-C34B318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6702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A6FEB-796C-4D53-BCE1-E8923B1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B2AB6-4A26-4CD1-8BC0-7FE1911C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00300"/>
            <a:ext cx="121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4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44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0AF43-92FE-474C-9699-68CD8282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86125"/>
            <a:ext cx="3133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Published body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4BC50-E0D1-474D-8367-29415BFE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86200"/>
            <a:ext cx="3133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E + actual Work / review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references, signed 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A6257-3F85-4200-8A72-C4863A0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720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</a:rPr>
              <a:t>b92ee1…61ab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33B2E-CA42-4650-A87B-123DAD2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6702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C91FC-AD2B-4F4F-8D01-857DABC4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D8B1E-F774-4C6B-A485-562908C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121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4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44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5F2F9-74D4-4DBD-8F31-2CAC51A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86125"/>
            <a:ext cx="3133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Consumer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803C5-084F-43EA-AE18-DA14DC8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86200"/>
            <a:ext cx="3133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B + authenticated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STATUS projection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96469-DA3E-40CC-AB82-305CD2A9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720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</a:rPr>
              <a:t>feb77a…55a1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26592-2308-4DD1-A22C-85DEC20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53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B2E47-9876-48B6-9F5C-9CB16525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366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B.offer = 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29989-9542-495E-94B9-590205C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768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C.body =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CC0106-D960-449A-8D6F-B704B22B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4768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E ≠ B ≠ C</a:t>
            </a:r>
          </a:p>
        </p:txBody>
      </p:sp>
    </p:spTree>
    <p:extLst>
      <p:ext uri="{BB962C8B-B14F-4D97-AF65-F5344CB8AC3E}">
        <p14:creationId xmlns:p14="http://schemas.microsoft.com/office/powerpoint/2010/main" val="1165302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08C77-32E0-4FCE-B108-EBCE5DE8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Independent implementation exposed an inconsistency in the contract.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8C3E2-F043-46A2-B9E1-2C3DDA75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guide orders publication after producer Work and review; the frozen examiner required it inside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86277-56EE-42F4-BA66-B797189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57E71-C4AA-46FA-9B0B-2122B945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bf59ea427b4246bb"/>
              </a:rPr>
              <a:t>Case appendix §F  ·  HOW:160–169 / examiner.py:161–169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605B4-5D92-4D1E-994D-D2061728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39E92-C031-49D5-8CD2-A6FCA00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PUBLIC 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1194F-684D-4ECD-86C3-6B7AD501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FROZEN EXAMINER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C337-1737-49D7-8415-F3AB0D0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AC8FF-DA29-4B78-9282-7A9CDD86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4972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1. Produce Venue Work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2. Review that Work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3. Publish B with both 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0F128-726A-447D-BDEA-E5F58586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5029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Producer Work output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must equal the entire B.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Requester input must equal 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3A8FD-E244-495A-B64F-DEBFF956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387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E2D7D-D787-4D0E-AAC0-460C10CA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author recorded this as a blocker in CORRECTION_03. A later independent reviewer verified the causal mismatch from saved values.</a:t>
            </a:r>
          </a:p>
        </p:txBody>
      </p:sp>
    </p:spTree>
    <p:extLst>
      <p:ext uri="{BB962C8B-B14F-4D97-AF65-F5344CB8AC3E}">
        <p14:creationId xmlns:p14="http://schemas.microsoft.com/office/powerpoint/2010/main" val="1512558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DF61D-13BB-48D1-BEA0-5017590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recorded failure can reveal more than an unexplained green result.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2AACB-6D02-4A8B-9334-AD7FD2FD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This case kept both the useful work and the failed acceptance predicate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5A723-4925-4678-B399-0619AA2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6558-15C2-4E95-857C-01347845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fe91311d55d74c38"/>
              </a:rPr>
              <a:t>Case appendix §C–G  ·  evidence and unresolved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FDA90-2B1A-4099-8FE5-4AEEB3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F0BCC-3439-4787-98BB-2C29F244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D464D-100E-44D1-8893-B463C26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003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After-effect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7DF35-82A9-41B2-B265-61AE6BE0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00325"/>
            <a:ext cx="640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Attempt 02 mutated the registry before evidence serialization failed.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44C0C-2654-4B69-BE46-326C56C6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BE377-D4FE-43AE-A2A0-C62B3333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CBCA8-3DEE-4218-A0A8-BBB6267F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543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Bounded author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D89DC-D6EC-4799-90AD-21D59665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43300"/>
            <a:ext cx="640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Candidate corrections did not rewrite frozen examiner or owner admission.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1F65B-1307-4BAC-B886-A6E9BD64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F0FCB-AA25-4E66-A8C6-077E2931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A0DF0-3083-462C-9EA3-11934C36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862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Contract 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87665-65D2-4130-B7CE-623FA2CE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486275"/>
            <a:ext cx="640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Actual E/B/C values distinguished result, publication and verified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DDC47-2633-49BF-BBF3-52AC65F1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677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Interpretation: independent implementation tested the clarity of the shared instructions.</a:t>
            </a:r>
          </a:p>
        </p:txBody>
      </p:sp>
    </p:spTree>
    <p:extLst>
      <p:ext uri="{BB962C8B-B14F-4D97-AF65-F5344CB8AC3E}">
        <p14:creationId xmlns:p14="http://schemas.microsoft.com/office/powerpoint/2010/main" val="5284403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D46DA-1942-4694-AEAA-22C6DCB8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next step is a corrected contract, not a rewritten past.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BAF36-AD2B-4636-9213-39F5651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Each stage keeps its own version and acceptance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F8EF-C58B-4EC9-B50B-4D03B953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DA253-A7C7-4A83-9988-E322EDA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3ca1161ccb9f4806"/>
              </a:rPr>
              <a:t>Case appendix §G  ·  version boundary and pending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4304B-7A9A-46BC-A28B-D6359FC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02CCD-DB0F-4A31-93D8-FCF28FA1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311C5-D710-4AC8-93EB-F30E75D1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Archived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G54B1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0244B-9A39-4CF5-B20A-07F1345E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Observed work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INCOMPLETE acceptance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F61DD-97ED-4B49-952A-3F43C11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4805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84990-B6D8-434C-8791-6F889DE7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0FFEE-D6D5-4025-8BA2-A0B708B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7E7BA-75DA-4806-9D0E-84FDD159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956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Contract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correction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95454-4925-472C-B015-FB3315B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24325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Versioned general E → B → C rule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with independent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7D86E-FBB3-40C3-B542-DC5A5865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6DD5F-1D42-4D8C-BEFA-26407B03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813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B73BC-6FFA-4DF0-B53E-825E91EC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DF2A9-CAE9-4AF1-AC70-7B011EA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956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Separate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future trial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E1885-C6A4-4339-8DDE-ADA127B5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24325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Outcome UNKNOWN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until its own exam completes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37348-3042-4565-834F-337B3420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96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81323-676C-4FEC-915D-06129EAA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677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later numeric contract probe is a separate corrective exercise; it does not change the G54B1 result.</a:t>
            </a:r>
          </a:p>
        </p:txBody>
      </p:sp>
    </p:spTree>
    <p:extLst>
      <p:ext uri="{BB962C8B-B14F-4D97-AF65-F5344CB8AC3E}">
        <p14:creationId xmlns:p14="http://schemas.microsoft.com/office/powerpoint/2010/main" val="1604054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BEE18-F16C-4161-AB9A-771F8987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39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Inspect the work, the failure and the evidence behind both.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E7BAD-E15C-41B6-B7EC-AE06E76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source-bound case capsule separates recorded data, independent review and interpretation.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A3402-CD1B-49EB-8AC9-C6BD90C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531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6CC4-E77C-471A-9427-A1BCEC64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71E3"/>
                </a:solidFill>
                <a:latin typeface="Inter"/>
                <a:ea typeface="Inter"/>
                <a:cs typeface="Inter"/>
                <a:hlinkClick xmlns:r="http://schemas.openxmlformats.org/officeDocument/2006/relationships" r:id="R979ca8d719bc46e1"/>
              </a:rPr>
              <a:t>Source map and verification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539C8-5708-4D69-BEE3-023A13A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1507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G54B1  /  25 Sep 2026  /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5F72F-CA64-49C2-825D-81741AD4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933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49D81-142D-4B29-B5EA-589CCF5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71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  <a:hlinkClick xmlns:r="http://schemas.openxmlformats.org/officeDocument/2006/relationships" r:id="R0fd4d735200d40f5"/>
              </a:rPr>
              <a:t>Presentation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5228A-1E09-4C9F-AD6A-9868751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47925"/>
            <a:ext cx="5848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Read the 13-slide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7ECBD-BAB0-4E4B-9B6E-024F6222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A3022-6E69-4B49-B228-C35298D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933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13167-23B7-4006-8085-E194D65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371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  <a:hlinkClick xmlns:r="http://schemas.openxmlformats.org/officeDocument/2006/relationships" r:id="R4c58cdaa8ea049b9"/>
              </a:rPr>
              <a:t>Technical appendix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60C0B-08C5-4978-8A4D-B5F5CE5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0425"/>
            <a:ext cx="5848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Follow attempts, native traces and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58A9-6AF0-4E44-8EDC-7CD961F3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6242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26C15-3873-4185-B998-C7DE544E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933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BE259-4B85-494D-BB56-86392A96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371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  <a:hlinkClick xmlns:r="http://schemas.openxmlformats.org/officeDocument/2006/relationships" r:id="Rcc59fb1b52994de0"/>
              </a:rPr>
              <a:t>XML Reader + source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C53D9-1C8D-426C-870E-84A859FA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52925"/>
            <a:ext cx="5848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Challenge each claim against recorded bytes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B1-0888-49D0-A6DD-77395B3C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E0B9E-DF40-49C1-B220-C3F264CB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10687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system gained useful candidate functionality. Its author never became the authority that could declare it accepted.</a:t>
            </a:r>
          </a:p>
        </p:txBody>
      </p:sp>
    </p:spTree>
    <p:extLst>
      <p:ext uri="{BB962C8B-B14F-4D97-AF65-F5344CB8AC3E}">
        <p14:creationId xmlns:p14="http://schemas.microsoft.com/office/powerpoint/2010/main" val="1683235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2026-09-25T11:23:58.0850000Z</dcterms:created>
  <dcterms:modified xsi:type="dcterms:W3CDTF">2026-09-25T11:23:58.0850000Z</dcterms:modified>
</coreProperties>
</file>